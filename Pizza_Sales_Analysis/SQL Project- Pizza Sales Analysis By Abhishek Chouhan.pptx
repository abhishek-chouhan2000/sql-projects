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73" r:id="rId4"/>
    <p:sldId id="272" r:id="rId5"/>
    <p:sldId id="274" r:id="rId6"/>
    <p:sldId id="258" r:id="rId7"/>
    <p:sldId id="275" r:id="rId8"/>
    <p:sldId id="276" r:id="rId9"/>
    <p:sldId id="277" r:id="rId10"/>
    <p:sldId id="278" r:id="rId11"/>
    <p:sldId id="279" r:id="rId12"/>
    <p:sldId id="259" r:id="rId13"/>
    <p:sldId id="280" r:id="rId14"/>
    <p:sldId id="281" r:id="rId15"/>
    <p:sldId id="282" r:id="rId16"/>
    <p:sldId id="283" r:id="rId17"/>
    <p:sldId id="284" r:id="rId18"/>
    <p:sldId id="260" r:id="rId19"/>
    <p:sldId id="285" r:id="rId20"/>
    <p:sldId id="286" r:id="rId21"/>
    <p:sldId id="287" r:id="rId22"/>
    <p:sldId id="288" r:id="rId23"/>
    <p:sldId id="289" r:id="rId24"/>
    <p:sldId id="261" r:id="rId25"/>
    <p:sldId id="290" r:id="rId26"/>
    <p:sldId id="291" r:id="rId27"/>
    <p:sldId id="292" r:id="rId28"/>
    <p:sldId id="293" r:id="rId29"/>
    <p:sldId id="294" r:id="rId30"/>
    <p:sldId id="262" r:id="rId31"/>
    <p:sldId id="295" r:id="rId32"/>
    <p:sldId id="296" r:id="rId33"/>
    <p:sldId id="297" r:id="rId34"/>
    <p:sldId id="298" r:id="rId35"/>
    <p:sldId id="271" r:id="rId36"/>
    <p:sldId id="299" r:id="rId37"/>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4" d="100"/>
          <a:sy n="54" d="100"/>
        </p:scale>
        <p:origin x="754"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3900" b="1" i="0">
                <a:solidFill>
                  <a:srgbClr val="672912"/>
                </a:solidFill>
                <a:latin typeface="Calibri"/>
                <a:cs typeface="Calibri"/>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7700" b="0" i="0">
                <a:solidFill>
                  <a:srgbClr val="672912"/>
                </a:solidFill>
                <a:latin typeface="Arial Black"/>
                <a:cs typeface="Arial Black"/>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02/02/26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00" b="1" i="0">
                <a:solidFill>
                  <a:srgbClr val="672912"/>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7700" b="0" i="0">
                <a:solidFill>
                  <a:srgbClr val="672912"/>
                </a:solidFill>
                <a:latin typeface="Arial Black"/>
                <a:cs typeface="Arial Black"/>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02/02/26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00" b="1" i="0">
                <a:solidFill>
                  <a:srgbClr val="672912"/>
                </a:solidFill>
                <a:latin typeface="Calibri"/>
                <a:cs typeface="Calibri"/>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02/02/26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00" b="1" i="0">
                <a:solidFill>
                  <a:srgbClr val="672912"/>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02/02/26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02/02/26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8288000" cy="10286999"/>
          </a:xfrm>
          <a:prstGeom prst="rect">
            <a:avLst/>
          </a:prstGeom>
        </p:spPr>
      </p:pic>
      <p:sp>
        <p:nvSpPr>
          <p:cNvPr id="2" name="Holder 2"/>
          <p:cNvSpPr>
            <a:spLocks noGrp="1"/>
          </p:cNvSpPr>
          <p:nvPr>
            <p:ph type="title"/>
          </p:nvPr>
        </p:nvSpPr>
        <p:spPr>
          <a:xfrm>
            <a:off x="3336093" y="292901"/>
            <a:ext cx="12385040" cy="4267355"/>
          </a:xfrm>
          <a:prstGeom prst="rect">
            <a:avLst/>
          </a:prstGeom>
        </p:spPr>
        <p:txBody>
          <a:bodyPr wrap="square" lIns="0" tIns="0" rIns="0" bIns="0">
            <a:spAutoFit/>
          </a:bodyPr>
          <a:lstStyle>
            <a:lvl1pPr>
              <a:defRPr sz="3900" b="1" i="0">
                <a:solidFill>
                  <a:srgbClr val="672912"/>
                </a:solidFill>
                <a:latin typeface="Calibri"/>
                <a:cs typeface="Calibri"/>
              </a:defRPr>
            </a:lvl1pPr>
          </a:lstStyle>
          <a:p>
            <a:endParaRPr/>
          </a:p>
        </p:txBody>
      </p:sp>
      <p:sp>
        <p:nvSpPr>
          <p:cNvPr id="3" name="Holder 3"/>
          <p:cNvSpPr>
            <a:spLocks noGrp="1"/>
          </p:cNvSpPr>
          <p:nvPr>
            <p:ph type="body" idx="1"/>
          </p:nvPr>
        </p:nvSpPr>
        <p:spPr>
          <a:xfrm>
            <a:off x="4820208" y="2082226"/>
            <a:ext cx="8647582" cy="2749550"/>
          </a:xfrm>
          <a:prstGeom prst="rect">
            <a:avLst/>
          </a:prstGeom>
        </p:spPr>
        <p:txBody>
          <a:bodyPr wrap="square" lIns="0" tIns="0" rIns="0" bIns="0">
            <a:spAutoFit/>
          </a:bodyPr>
          <a:lstStyle>
            <a:lvl1pPr>
              <a:defRPr sz="7700" b="0" i="0">
                <a:solidFill>
                  <a:srgbClr val="672912"/>
                </a:solidFill>
                <a:latin typeface="Arial Black"/>
                <a:cs typeface="Arial Black"/>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02/02/26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1.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3.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7.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1.png"/><Relationship Id="rId7" Type="http://schemas.openxmlformats.org/officeDocument/2006/relationships/image" Target="../media/image38.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3.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1.png"/><Relationship Id="rId7" Type="http://schemas.openxmlformats.org/officeDocument/2006/relationships/image" Target="../media/image41.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3.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31.png"/><Relationship Id="rId7" Type="http://schemas.openxmlformats.org/officeDocument/2006/relationships/image" Target="../media/image44.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33.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47.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49.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7.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3.png"/><Relationship Id="rId4" Type="http://schemas.openxmlformats.org/officeDocument/2006/relationships/image" Target="../media/image52.png"/></Relationships>
</file>

<file path=ppt/slides/_rels/slide20.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9.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3.png"/><Relationship Id="rId4" Type="http://schemas.openxmlformats.org/officeDocument/2006/relationships/image" Target="../media/image52.png"/></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61.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3.png"/><Relationship Id="rId4" Type="http://schemas.openxmlformats.org/officeDocument/2006/relationships/image" Target="../media/image52.png"/></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63.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53.png"/><Relationship Id="rId4" Type="http://schemas.openxmlformats.org/officeDocument/2006/relationships/image" Target="../media/image52.png"/></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65.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53.png"/><Relationship Id="rId4" Type="http://schemas.openxmlformats.org/officeDocument/2006/relationships/image" Target="../media/image52.png"/></Relationships>
</file>

<file path=ppt/slides/_rels/slide24.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25.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image" Target="../media/image73.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69.png"/><Relationship Id="rId4" Type="http://schemas.openxmlformats.org/officeDocument/2006/relationships/image" Target="../media/image68.png"/></Relationships>
</file>

<file path=ppt/slides/_rels/slide26.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image" Target="../media/image75.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69.png"/><Relationship Id="rId4" Type="http://schemas.openxmlformats.org/officeDocument/2006/relationships/image" Target="../media/image68.png"/></Relationships>
</file>

<file path=ppt/slides/_rels/slide27.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image" Target="../media/image77.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69.png"/><Relationship Id="rId4" Type="http://schemas.openxmlformats.org/officeDocument/2006/relationships/image" Target="../media/image68.png"/></Relationships>
</file>

<file path=ppt/slides/_rels/slide28.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67.png"/><Relationship Id="rId7" Type="http://schemas.openxmlformats.org/officeDocument/2006/relationships/image" Target="../media/image79.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69.png"/><Relationship Id="rId4" Type="http://schemas.openxmlformats.org/officeDocument/2006/relationships/image" Target="../media/image68.png"/></Relationships>
</file>

<file path=ppt/slides/_rels/slide29.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67.png"/><Relationship Id="rId7" Type="http://schemas.openxmlformats.org/officeDocument/2006/relationships/image" Target="../media/image82.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69.png"/><Relationship Id="rId4" Type="http://schemas.openxmlformats.org/officeDocument/2006/relationships/image" Target="../media/image68.png"/></Relationships>
</file>

<file path=ppt/slides/_rels/slide30.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4.png"/><Relationship Id="rId7" Type="http://schemas.openxmlformats.org/officeDocument/2006/relationships/image" Target="../media/image8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31.xml.rels><?xml version="1.0" encoding="UTF-8" standalone="yes"?>
<Relationships xmlns="http://schemas.openxmlformats.org/package/2006/relationships"><Relationship Id="rId3" Type="http://schemas.openxmlformats.org/officeDocument/2006/relationships/image" Target="../media/image84.png"/><Relationship Id="rId7" Type="http://schemas.openxmlformats.org/officeDocument/2006/relationships/image" Target="../media/image91.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6.png"/><Relationship Id="rId4" Type="http://schemas.openxmlformats.org/officeDocument/2006/relationships/image" Target="../media/image85.png"/></Relationships>
</file>

<file path=ppt/slides/_rels/slide32.xml.rels><?xml version="1.0" encoding="UTF-8" standalone="yes"?>
<Relationships xmlns="http://schemas.openxmlformats.org/package/2006/relationships"><Relationship Id="rId3" Type="http://schemas.openxmlformats.org/officeDocument/2006/relationships/image" Target="../media/image84.png"/><Relationship Id="rId7" Type="http://schemas.openxmlformats.org/officeDocument/2006/relationships/image" Target="../media/image93.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86.png"/><Relationship Id="rId4" Type="http://schemas.openxmlformats.org/officeDocument/2006/relationships/image" Target="../media/image85.png"/></Relationships>
</file>

<file path=ppt/slides/_rels/slide33.xml.rels><?xml version="1.0" encoding="UTF-8" standalone="yes"?>
<Relationships xmlns="http://schemas.openxmlformats.org/package/2006/relationships"><Relationship Id="rId3" Type="http://schemas.openxmlformats.org/officeDocument/2006/relationships/image" Target="../media/image84.png"/><Relationship Id="rId7" Type="http://schemas.openxmlformats.org/officeDocument/2006/relationships/image" Target="../media/image95.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94.png"/><Relationship Id="rId5" Type="http://schemas.openxmlformats.org/officeDocument/2006/relationships/image" Target="../media/image86.png"/><Relationship Id="rId4" Type="http://schemas.openxmlformats.org/officeDocument/2006/relationships/image" Target="../media/image85.png"/></Relationships>
</file>

<file path=ppt/slides/_rels/slide34.xml.rels><?xml version="1.0" encoding="UTF-8" standalone="yes"?>
<Relationships xmlns="http://schemas.openxmlformats.org/package/2006/relationships"><Relationship Id="rId3" Type="http://schemas.openxmlformats.org/officeDocument/2006/relationships/image" Target="../media/image84.png"/><Relationship Id="rId7" Type="http://schemas.openxmlformats.org/officeDocument/2006/relationships/image" Target="../media/image97.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86.png"/><Relationship Id="rId4" Type="http://schemas.openxmlformats.org/officeDocument/2006/relationships/image" Target="../media/image85.png"/></Relationships>
</file>

<file path=ppt/slides/_rels/slide3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 Id="rId5" Type="http://schemas.openxmlformats.org/officeDocument/2006/relationships/image" Target="../media/image101.png"/><Relationship Id="rId4" Type="http://schemas.openxmlformats.org/officeDocument/2006/relationships/image" Target="../media/image100.png"/></Relationships>
</file>

<file path=ppt/slides/_rels/slide3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 Id="rId5" Type="http://schemas.openxmlformats.org/officeDocument/2006/relationships/image" Target="../media/image101.png"/><Relationship Id="rId4" Type="http://schemas.openxmlformats.org/officeDocument/2006/relationships/image" Target="../media/image10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554392" y="4840019"/>
            <a:ext cx="3733800" cy="5295900"/>
          </a:xfrm>
          <a:custGeom>
            <a:avLst/>
            <a:gdLst/>
            <a:ahLst/>
            <a:cxnLst/>
            <a:rect l="l" t="t" r="r" b="b"/>
            <a:pathLst>
              <a:path w="3733800" h="5295900">
                <a:moveTo>
                  <a:pt x="3733608" y="5295464"/>
                </a:moveTo>
                <a:lnTo>
                  <a:pt x="762000" y="5295473"/>
                </a:lnTo>
                <a:lnTo>
                  <a:pt x="713810" y="5293965"/>
                </a:lnTo>
                <a:lnTo>
                  <a:pt x="666416" y="5289527"/>
                </a:lnTo>
                <a:lnTo>
                  <a:pt x="619908" y="5282239"/>
                </a:lnTo>
                <a:lnTo>
                  <a:pt x="574375" y="5272191"/>
                </a:lnTo>
                <a:lnTo>
                  <a:pt x="529907" y="5259473"/>
                </a:lnTo>
                <a:lnTo>
                  <a:pt x="486592" y="5244172"/>
                </a:lnTo>
                <a:lnTo>
                  <a:pt x="444520" y="5226379"/>
                </a:lnTo>
                <a:lnTo>
                  <a:pt x="403780" y="5206183"/>
                </a:lnTo>
                <a:lnTo>
                  <a:pt x="364461" y="5183673"/>
                </a:lnTo>
                <a:lnTo>
                  <a:pt x="326653" y="5158938"/>
                </a:lnTo>
                <a:lnTo>
                  <a:pt x="290444" y="5132068"/>
                </a:lnTo>
                <a:lnTo>
                  <a:pt x="255925" y="5103151"/>
                </a:lnTo>
                <a:lnTo>
                  <a:pt x="223184" y="5072278"/>
                </a:lnTo>
                <a:lnTo>
                  <a:pt x="192311" y="5039537"/>
                </a:lnTo>
                <a:lnTo>
                  <a:pt x="163395" y="5005018"/>
                </a:lnTo>
                <a:lnTo>
                  <a:pt x="136525" y="4968809"/>
                </a:lnTo>
                <a:lnTo>
                  <a:pt x="111790" y="4931001"/>
                </a:lnTo>
                <a:lnTo>
                  <a:pt x="89280" y="4891682"/>
                </a:lnTo>
                <a:lnTo>
                  <a:pt x="69084" y="4850942"/>
                </a:lnTo>
                <a:lnTo>
                  <a:pt x="51291" y="4808870"/>
                </a:lnTo>
                <a:lnTo>
                  <a:pt x="35990" y="4765555"/>
                </a:lnTo>
                <a:lnTo>
                  <a:pt x="23272" y="4721087"/>
                </a:lnTo>
                <a:lnTo>
                  <a:pt x="13224" y="4675554"/>
                </a:lnTo>
                <a:lnTo>
                  <a:pt x="5937" y="4629047"/>
                </a:lnTo>
                <a:lnTo>
                  <a:pt x="1499" y="4581653"/>
                </a:lnTo>
                <a:lnTo>
                  <a:pt x="0" y="4533464"/>
                </a:lnTo>
                <a:lnTo>
                  <a:pt x="0" y="762000"/>
                </a:lnTo>
                <a:lnTo>
                  <a:pt x="1499" y="713810"/>
                </a:lnTo>
                <a:lnTo>
                  <a:pt x="5937" y="666416"/>
                </a:lnTo>
                <a:lnTo>
                  <a:pt x="13224" y="619908"/>
                </a:lnTo>
                <a:lnTo>
                  <a:pt x="23272" y="574375"/>
                </a:lnTo>
                <a:lnTo>
                  <a:pt x="35990" y="529907"/>
                </a:lnTo>
                <a:lnTo>
                  <a:pt x="51291" y="486592"/>
                </a:lnTo>
                <a:lnTo>
                  <a:pt x="69084" y="444520"/>
                </a:lnTo>
                <a:lnTo>
                  <a:pt x="89280" y="403780"/>
                </a:lnTo>
                <a:lnTo>
                  <a:pt x="111790" y="364461"/>
                </a:lnTo>
                <a:lnTo>
                  <a:pt x="136525" y="326653"/>
                </a:lnTo>
                <a:lnTo>
                  <a:pt x="163395" y="290444"/>
                </a:lnTo>
                <a:lnTo>
                  <a:pt x="192311" y="255925"/>
                </a:lnTo>
                <a:lnTo>
                  <a:pt x="223184" y="223184"/>
                </a:lnTo>
                <a:lnTo>
                  <a:pt x="255925" y="192311"/>
                </a:lnTo>
                <a:lnTo>
                  <a:pt x="290444" y="163395"/>
                </a:lnTo>
                <a:lnTo>
                  <a:pt x="326653" y="136525"/>
                </a:lnTo>
                <a:lnTo>
                  <a:pt x="364461" y="111790"/>
                </a:lnTo>
                <a:lnTo>
                  <a:pt x="403780" y="89280"/>
                </a:lnTo>
                <a:lnTo>
                  <a:pt x="444520" y="69084"/>
                </a:lnTo>
                <a:lnTo>
                  <a:pt x="486592" y="51291"/>
                </a:lnTo>
                <a:lnTo>
                  <a:pt x="529907" y="35990"/>
                </a:lnTo>
                <a:lnTo>
                  <a:pt x="574375" y="23272"/>
                </a:lnTo>
                <a:lnTo>
                  <a:pt x="619908" y="13224"/>
                </a:lnTo>
                <a:lnTo>
                  <a:pt x="666416" y="5937"/>
                </a:lnTo>
                <a:lnTo>
                  <a:pt x="713810" y="1499"/>
                </a:lnTo>
                <a:lnTo>
                  <a:pt x="762000" y="0"/>
                </a:lnTo>
                <a:lnTo>
                  <a:pt x="3733608" y="0"/>
                </a:lnTo>
                <a:lnTo>
                  <a:pt x="3733608" y="5295464"/>
                </a:lnTo>
                <a:close/>
              </a:path>
            </a:pathLst>
          </a:custGeom>
          <a:solidFill>
            <a:srgbClr val="DABD9D">
              <a:alpha val="55999"/>
            </a:srgbClr>
          </a:solidFill>
        </p:spPr>
        <p:txBody>
          <a:bodyPr wrap="square" lIns="0" tIns="0" rIns="0" bIns="0" rtlCol="0"/>
          <a:lstStyle/>
          <a:p>
            <a:endParaRPr/>
          </a:p>
        </p:txBody>
      </p:sp>
      <p:pic>
        <p:nvPicPr>
          <p:cNvPr id="3" name="object 3"/>
          <p:cNvPicPr/>
          <p:nvPr/>
        </p:nvPicPr>
        <p:blipFill>
          <a:blip r:embed="rId2" cstate="print"/>
          <a:stretch>
            <a:fillRect/>
          </a:stretch>
        </p:blipFill>
        <p:spPr>
          <a:xfrm>
            <a:off x="5867400" y="8312337"/>
            <a:ext cx="4460631" cy="1714485"/>
          </a:xfrm>
          <a:prstGeom prst="rect">
            <a:avLst/>
          </a:prstGeom>
        </p:spPr>
      </p:pic>
      <p:pic>
        <p:nvPicPr>
          <p:cNvPr id="4" name="object 4"/>
          <p:cNvPicPr/>
          <p:nvPr/>
        </p:nvPicPr>
        <p:blipFill>
          <a:blip r:embed="rId3" cstate="print"/>
          <a:stretch>
            <a:fillRect/>
          </a:stretch>
        </p:blipFill>
        <p:spPr>
          <a:xfrm>
            <a:off x="0" y="6398391"/>
            <a:ext cx="3320235" cy="3733799"/>
          </a:xfrm>
          <a:prstGeom prst="rect">
            <a:avLst/>
          </a:prstGeom>
        </p:spPr>
      </p:pic>
      <p:pic>
        <p:nvPicPr>
          <p:cNvPr id="5" name="object 5"/>
          <p:cNvPicPr/>
          <p:nvPr/>
        </p:nvPicPr>
        <p:blipFill>
          <a:blip r:embed="rId4" cstate="print"/>
          <a:stretch>
            <a:fillRect/>
          </a:stretch>
        </p:blipFill>
        <p:spPr>
          <a:xfrm>
            <a:off x="15174674" y="-9547"/>
            <a:ext cx="3137267" cy="3507592"/>
          </a:xfrm>
          <a:prstGeom prst="rect">
            <a:avLst/>
          </a:prstGeom>
        </p:spPr>
      </p:pic>
      <p:pic>
        <p:nvPicPr>
          <p:cNvPr id="6" name="object 6"/>
          <p:cNvPicPr/>
          <p:nvPr/>
        </p:nvPicPr>
        <p:blipFill>
          <a:blip r:embed="rId5" cstate="print"/>
          <a:stretch>
            <a:fillRect/>
          </a:stretch>
        </p:blipFill>
        <p:spPr>
          <a:xfrm>
            <a:off x="-312821" y="234969"/>
            <a:ext cx="14119926" cy="7191794"/>
          </a:xfrm>
          <a:prstGeom prst="rect">
            <a:avLst/>
          </a:prstGeom>
        </p:spPr>
      </p:pic>
      <p:pic>
        <p:nvPicPr>
          <p:cNvPr id="7" name="object 7"/>
          <p:cNvPicPr/>
          <p:nvPr/>
        </p:nvPicPr>
        <p:blipFill>
          <a:blip r:embed="rId6" cstate="print"/>
          <a:stretch>
            <a:fillRect/>
          </a:stretch>
        </p:blipFill>
        <p:spPr>
          <a:xfrm>
            <a:off x="14721444" y="5096164"/>
            <a:ext cx="3566556" cy="4783165"/>
          </a:xfrm>
          <a:prstGeom prst="rect">
            <a:avLst/>
          </a:prstGeom>
        </p:spPr>
      </p:pic>
      <p:pic>
        <p:nvPicPr>
          <p:cNvPr id="8" name="object 8"/>
          <p:cNvPicPr/>
          <p:nvPr/>
        </p:nvPicPr>
        <p:blipFill>
          <a:blip r:embed="rId7" cstate="print"/>
          <a:stretch>
            <a:fillRect/>
          </a:stretch>
        </p:blipFill>
        <p:spPr>
          <a:xfrm>
            <a:off x="0" y="0"/>
            <a:ext cx="3076590" cy="5143499"/>
          </a:xfrm>
          <a:prstGeom prst="rect">
            <a:avLst/>
          </a:prstGeom>
        </p:spPr>
      </p:pic>
      <p:sp>
        <p:nvSpPr>
          <p:cNvPr id="9" name="object 9"/>
          <p:cNvSpPr/>
          <p:nvPr/>
        </p:nvSpPr>
        <p:spPr>
          <a:xfrm>
            <a:off x="4405279" y="2025094"/>
            <a:ext cx="9538335" cy="4983480"/>
          </a:xfrm>
          <a:custGeom>
            <a:avLst/>
            <a:gdLst/>
            <a:ahLst/>
            <a:cxnLst/>
            <a:rect l="l" t="t" r="r" b="b"/>
            <a:pathLst>
              <a:path w="9538335" h="4983480">
                <a:moveTo>
                  <a:pt x="9059103" y="4983239"/>
                </a:moveTo>
                <a:lnTo>
                  <a:pt x="485773" y="4983239"/>
                </a:lnTo>
                <a:lnTo>
                  <a:pt x="437760" y="4980873"/>
                </a:lnTo>
                <a:lnTo>
                  <a:pt x="390561" y="4973830"/>
                </a:lnTo>
                <a:lnTo>
                  <a:pt x="344493" y="4962253"/>
                </a:lnTo>
                <a:lnTo>
                  <a:pt x="299876" y="4946274"/>
                </a:lnTo>
                <a:lnTo>
                  <a:pt x="257027" y="4926024"/>
                </a:lnTo>
                <a:lnTo>
                  <a:pt x="216266" y="4901635"/>
                </a:lnTo>
                <a:lnTo>
                  <a:pt x="177911" y="4873240"/>
                </a:lnTo>
                <a:lnTo>
                  <a:pt x="142280" y="4840969"/>
                </a:lnTo>
                <a:lnTo>
                  <a:pt x="110010" y="4805336"/>
                </a:lnTo>
                <a:lnTo>
                  <a:pt x="81615" y="4766979"/>
                </a:lnTo>
                <a:lnTo>
                  <a:pt x="57227" y="4726216"/>
                </a:lnTo>
                <a:lnTo>
                  <a:pt x="36977" y="4683365"/>
                </a:lnTo>
                <a:lnTo>
                  <a:pt x="20997" y="4638745"/>
                </a:lnTo>
                <a:lnTo>
                  <a:pt x="9420" y="4592675"/>
                </a:lnTo>
                <a:lnTo>
                  <a:pt x="2377" y="4545474"/>
                </a:lnTo>
                <a:lnTo>
                  <a:pt x="0" y="4497460"/>
                </a:lnTo>
                <a:lnTo>
                  <a:pt x="0" y="485773"/>
                </a:lnTo>
                <a:lnTo>
                  <a:pt x="2377" y="437761"/>
                </a:lnTo>
                <a:lnTo>
                  <a:pt x="9420" y="390562"/>
                </a:lnTo>
                <a:lnTo>
                  <a:pt x="20997" y="344494"/>
                </a:lnTo>
                <a:lnTo>
                  <a:pt x="36977" y="299877"/>
                </a:lnTo>
                <a:lnTo>
                  <a:pt x="57227" y="257028"/>
                </a:lnTo>
                <a:lnTo>
                  <a:pt x="81615" y="216266"/>
                </a:lnTo>
                <a:lnTo>
                  <a:pt x="110010" y="177911"/>
                </a:lnTo>
                <a:lnTo>
                  <a:pt x="142280" y="142280"/>
                </a:lnTo>
                <a:lnTo>
                  <a:pt x="177911" y="110010"/>
                </a:lnTo>
                <a:lnTo>
                  <a:pt x="216266" y="81615"/>
                </a:lnTo>
                <a:lnTo>
                  <a:pt x="257027" y="57227"/>
                </a:lnTo>
                <a:lnTo>
                  <a:pt x="299876" y="36977"/>
                </a:lnTo>
                <a:lnTo>
                  <a:pt x="344493" y="20997"/>
                </a:lnTo>
                <a:lnTo>
                  <a:pt x="390561" y="9420"/>
                </a:lnTo>
                <a:lnTo>
                  <a:pt x="437760" y="2377"/>
                </a:lnTo>
                <a:lnTo>
                  <a:pt x="485773" y="0"/>
                </a:lnTo>
                <a:lnTo>
                  <a:pt x="9059103" y="0"/>
                </a:lnTo>
                <a:lnTo>
                  <a:pt x="9107116" y="2377"/>
                </a:lnTo>
                <a:lnTo>
                  <a:pt x="9154314" y="9420"/>
                </a:lnTo>
                <a:lnTo>
                  <a:pt x="9200379" y="20997"/>
                </a:lnTo>
                <a:lnTo>
                  <a:pt x="9244993" y="36977"/>
                </a:lnTo>
                <a:lnTo>
                  <a:pt x="9287838" y="57227"/>
                </a:lnTo>
                <a:lnTo>
                  <a:pt x="9328596" y="81615"/>
                </a:lnTo>
                <a:lnTo>
                  <a:pt x="9366950" y="110010"/>
                </a:lnTo>
                <a:lnTo>
                  <a:pt x="9402582" y="142280"/>
                </a:lnTo>
                <a:lnTo>
                  <a:pt x="9434852" y="177911"/>
                </a:lnTo>
                <a:lnTo>
                  <a:pt x="9463248" y="216266"/>
                </a:lnTo>
                <a:lnTo>
                  <a:pt x="9487637" y="257028"/>
                </a:lnTo>
                <a:lnTo>
                  <a:pt x="9507886" y="299877"/>
                </a:lnTo>
                <a:lnTo>
                  <a:pt x="9523866" y="344494"/>
                </a:lnTo>
                <a:lnTo>
                  <a:pt x="9535443" y="390562"/>
                </a:lnTo>
                <a:lnTo>
                  <a:pt x="9538231" y="409250"/>
                </a:lnTo>
                <a:lnTo>
                  <a:pt x="9538231" y="4573986"/>
                </a:lnTo>
                <a:lnTo>
                  <a:pt x="9523866" y="4638745"/>
                </a:lnTo>
                <a:lnTo>
                  <a:pt x="9507886" y="4683365"/>
                </a:lnTo>
                <a:lnTo>
                  <a:pt x="9487637" y="4726216"/>
                </a:lnTo>
                <a:lnTo>
                  <a:pt x="9463248" y="4766979"/>
                </a:lnTo>
                <a:lnTo>
                  <a:pt x="9434852" y="4805336"/>
                </a:lnTo>
                <a:lnTo>
                  <a:pt x="9402582" y="4840969"/>
                </a:lnTo>
                <a:lnTo>
                  <a:pt x="9366950" y="4873240"/>
                </a:lnTo>
                <a:lnTo>
                  <a:pt x="9328596" y="4901635"/>
                </a:lnTo>
                <a:lnTo>
                  <a:pt x="9287838" y="4926024"/>
                </a:lnTo>
                <a:lnTo>
                  <a:pt x="9244993" y="4946274"/>
                </a:lnTo>
                <a:lnTo>
                  <a:pt x="9200379" y="4962253"/>
                </a:lnTo>
                <a:lnTo>
                  <a:pt x="9154314" y="4973830"/>
                </a:lnTo>
                <a:lnTo>
                  <a:pt x="9107116" y="4980873"/>
                </a:lnTo>
                <a:lnTo>
                  <a:pt x="9059103" y="4983239"/>
                </a:lnTo>
                <a:close/>
              </a:path>
            </a:pathLst>
          </a:custGeom>
          <a:solidFill>
            <a:srgbClr val="BA9977">
              <a:alpha val="78999"/>
            </a:srgbClr>
          </a:solidFill>
        </p:spPr>
        <p:txBody>
          <a:bodyPr wrap="square" lIns="0" tIns="0" rIns="0" bIns="0" rtlCol="0"/>
          <a:lstStyle/>
          <a:p>
            <a:endParaRPr/>
          </a:p>
        </p:txBody>
      </p:sp>
      <p:sp>
        <p:nvSpPr>
          <p:cNvPr id="10" name="object 10"/>
          <p:cNvSpPr txBox="1">
            <a:spLocks noGrp="1"/>
          </p:cNvSpPr>
          <p:nvPr>
            <p:ph type="body" idx="1"/>
          </p:nvPr>
        </p:nvSpPr>
        <p:spPr>
          <a:xfrm>
            <a:off x="4820208" y="2082226"/>
            <a:ext cx="9901044" cy="3014030"/>
          </a:xfrm>
          <a:prstGeom prst="rect">
            <a:avLst/>
          </a:prstGeom>
        </p:spPr>
        <p:txBody>
          <a:bodyPr vert="horz" wrap="square" lIns="0" tIns="12065" rIns="0" bIns="0" rtlCol="0">
            <a:spAutoFit/>
          </a:bodyPr>
          <a:lstStyle/>
          <a:p>
            <a:pPr marL="2601595" marR="5080" indent="-2589530" algn="l">
              <a:lnSpc>
                <a:spcPct val="116100"/>
              </a:lnSpc>
              <a:spcBef>
                <a:spcPts val="95"/>
              </a:spcBef>
            </a:pPr>
            <a:r>
              <a:rPr lang="en-US" sz="7200" b="1" spc="-690" dirty="0">
                <a:latin typeface="Arial Black" panose="020B0A04020102020204" pitchFamily="34" charset="0"/>
              </a:rPr>
              <a:t>Pizza</a:t>
            </a:r>
            <a:r>
              <a:rPr lang="en-US" sz="7200" b="1" spc="-750" dirty="0">
                <a:latin typeface="Arial Black" panose="020B0A04020102020204" pitchFamily="34" charset="0"/>
              </a:rPr>
              <a:t> </a:t>
            </a:r>
            <a:r>
              <a:rPr lang="en-US" sz="7200" b="1" spc="-484" dirty="0">
                <a:latin typeface="Arial Black" panose="020B0A04020102020204" pitchFamily="34" charset="0"/>
              </a:rPr>
              <a:t>Sales</a:t>
            </a:r>
            <a:r>
              <a:rPr lang="en-US" sz="7200" b="1" spc="-745" dirty="0">
                <a:latin typeface="Arial Black" panose="020B0A04020102020204" pitchFamily="34" charset="0"/>
              </a:rPr>
              <a:t> </a:t>
            </a:r>
            <a:r>
              <a:rPr lang="en-US" sz="7200" b="1" spc="-555" dirty="0">
                <a:latin typeface="Arial Black" panose="020B0A04020102020204" pitchFamily="34" charset="0"/>
              </a:rPr>
              <a:t>Analysis </a:t>
            </a:r>
          </a:p>
          <a:p>
            <a:pPr marL="2601595" marR="5080" indent="-2589530" algn="l">
              <a:lnSpc>
                <a:spcPct val="116100"/>
              </a:lnSpc>
              <a:spcBef>
                <a:spcPts val="95"/>
              </a:spcBef>
            </a:pPr>
            <a:r>
              <a:rPr lang="en-US" sz="4400" b="1" dirty="0"/>
              <a:t>   End-to-End SQL Project</a:t>
            </a:r>
            <a:endParaRPr lang="en-US" sz="23900" b="1" spc="-500" dirty="0">
              <a:latin typeface="Arial Black" panose="020B0A04020102020204" pitchFamily="34" charset="0"/>
            </a:endParaRPr>
          </a:p>
          <a:p>
            <a:pPr marL="2601595" marR="5080" indent="-2589530" algn="l">
              <a:lnSpc>
                <a:spcPct val="116100"/>
              </a:lnSpc>
              <a:spcBef>
                <a:spcPts val="95"/>
              </a:spcBef>
            </a:pPr>
            <a:endParaRPr lang="en-US" sz="5400" b="1" spc="-500" dirty="0">
              <a:latin typeface="Arial Black" panose="020B0A04020102020204" pitchFamily="34" charset="0"/>
            </a:endParaRPr>
          </a:p>
        </p:txBody>
      </p:sp>
      <p:sp>
        <p:nvSpPr>
          <p:cNvPr id="11" name="object 11"/>
          <p:cNvSpPr txBox="1"/>
          <p:nvPr/>
        </p:nvSpPr>
        <p:spPr>
          <a:xfrm>
            <a:off x="4828037" y="4781975"/>
            <a:ext cx="9393997" cy="1700466"/>
          </a:xfrm>
          <a:prstGeom prst="rect">
            <a:avLst/>
          </a:prstGeom>
        </p:spPr>
        <p:txBody>
          <a:bodyPr vert="horz" wrap="square" lIns="0" tIns="12700" rIns="0" bIns="0" rtlCol="0">
            <a:spAutoFit/>
          </a:bodyPr>
          <a:lstStyle/>
          <a:p>
            <a:pPr marL="12700">
              <a:lnSpc>
                <a:spcPct val="100000"/>
              </a:lnSpc>
              <a:spcBef>
                <a:spcPts val="100"/>
              </a:spcBef>
            </a:pPr>
            <a:r>
              <a:rPr lang="en-US" sz="3600" b="1" spc="-180" dirty="0">
                <a:solidFill>
                  <a:srgbClr val="672912"/>
                </a:solidFill>
                <a:latin typeface="Arial Black"/>
                <a:cs typeface="Verdana"/>
              </a:rPr>
              <a:t>Prepared : </a:t>
            </a:r>
            <a:r>
              <a:rPr lang="en-US" sz="2800" b="1" spc="-425" dirty="0">
                <a:solidFill>
                  <a:srgbClr val="672912"/>
                </a:solidFill>
                <a:latin typeface="Calisto MT" panose="02040603050505030304" pitchFamily="18" charset="0"/>
                <a:cs typeface="Verdana"/>
              </a:rPr>
              <a:t> </a:t>
            </a:r>
            <a:r>
              <a:rPr lang="en-US" sz="3600" b="1" spc="-180" dirty="0">
                <a:solidFill>
                  <a:srgbClr val="672912"/>
                </a:solidFill>
                <a:latin typeface="Arial Black"/>
              </a:rPr>
              <a:t>Abhishek</a:t>
            </a:r>
            <a:r>
              <a:rPr lang="en-US" sz="2800" b="1" spc="-425" dirty="0">
                <a:solidFill>
                  <a:srgbClr val="672912"/>
                </a:solidFill>
                <a:latin typeface="Calisto MT" panose="02040603050505030304" pitchFamily="18" charset="0"/>
                <a:cs typeface="Verdana"/>
              </a:rPr>
              <a:t>   </a:t>
            </a:r>
            <a:r>
              <a:rPr lang="en-US" sz="3600" b="1" spc="-180" dirty="0">
                <a:solidFill>
                  <a:srgbClr val="672912"/>
                </a:solidFill>
                <a:latin typeface="Arial Black"/>
              </a:rPr>
              <a:t>Chouhan</a:t>
            </a:r>
          </a:p>
          <a:p>
            <a:pPr marL="12700">
              <a:lnSpc>
                <a:spcPct val="100000"/>
              </a:lnSpc>
              <a:spcBef>
                <a:spcPts val="100"/>
              </a:spcBef>
            </a:pPr>
            <a:r>
              <a:rPr lang="en-US" sz="3600" b="1" spc="-180" dirty="0">
                <a:solidFill>
                  <a:srgbClr val="672912"/>
                </a:solidFill>
                <a:latin typeface="Arial Black"/>
              </a:rPr>
              <a:t>Role : Data Analyst / SQL Analyst</a:t>
            </a:r>
          </a:p>
          <a:p>
            <a:pPr marL="12700">
              <a:lnSpc>
                <a:spcPct val="100000"/>
              </a:lnSpc>
              <a:spcBef>
                <a:spcPts val="100"/>
              </a:spcBef>
            </a:pPr>
            <a:r>
              <a:rPr lang="en-US" sz="3600" b="1" spc="-180" dirty="0">
                <a:solidFill>
                  <a:srgbClr val="672912"/>
                </a:solidFill>
                <a:latin typeface="Arial Black"/>
              </a:rPr>
              <a:t>Tools Used : SQL , Excel , PowerPoint</a:t>
            </a:r>
            <a:endParaRPr sz="3200" b="1" spc="-180" dirty="0">
              <a:solidFill>
                <a:srgbClr val="672912"/>
              </a:solidFill>
              <a:latin typeface="Arial Black"/>
            </a:endParaRPr>
          </a:p>
        </p:txBody>
      </p:sp>
      <p:sp>
        <p:nvSpPr>
          <p:cNvPr id="12" name="object 7">
            <a:extLst>
              <a:ext uri="{FF2B5EF4-FFF2-40B4-BE49-F238E27FC236}">
                <a16:creationId xmlns:a16="http://schemas.microsoft.com/office/drawing/2014/main" id="{A040D32F-5209-4737-B996-6A554D6CE5F4}"/>
              </a:ext>
            </a:extLst>
          </p:cNvPr>
          <p:cNvSpPr txBox="1">
            <a:spLocks noGrp="1"/>
          </p:cNvSpPr>
          <p:nvPr>
            <p:ph type="title"/>
          </p:nvPr>
        </p:nvSpPr>
        <p:spPr>
          <a:xfrm>
            <a:off x="4414904" y="184409"/>
            <a:ext cx="8560136" cy="1436291"/>
          </a:xfrm>
          <a:prstGeom prst="rect">
            <a:avLst/>
          </a:prstGeom>
        </p:spPr>
        <p:txBody>
          <a:bodyPr vert="horz" wrap="square" lIns="0" tIns="81280" rIns="0" bIns="0" rtlCol="0">
            <a:spAutoFit/>
          </a:bodyPr>
          <a:lstStyle/>
          <a:p>
            <a:pPr marL="12700" algn="l">
              <a:lnSpc>
                <a:spcPct val="100000"/>
              </a:lnSpc>
              <a:spcBef>
                <a:spcPts val="640"/>
              </a:spcBef>
            </a:pPr>
            <a:r>
              <a:rPr lang="en-US" sz="3050" b="0" spc="-204" dirty="0">
                <a:latin typeface="Arial"/>
                <a:cs typeface="Arial"/>
              </a:rPr>
              <a:t>                                        </a:t>
            </a:r>
            <a:r>
              <a:rPr lang="en-US" sz="8800" spc="-204" dirty="0">
                <a:latin typeface="Arial"/>
                <a:cs typeface="Arial"/>
              </a:rPr>
              <a:t> </a:t>
            </a:r>
            <a:r>
              <a:rPr lang="en-US" sz="8800" u="sng" spc="-204" dirty="0">
                <a:latin typeface="Arial"/>
                <a:cs typeface="Arial"/>
              </a:rPr>
              <a:t>TITLE</a:t>
            </a:r>
            <a:endParaRPr lang="en-US" sz="3050" u="sng"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2303443" cy="2597958"/>
          </a:xfrm>
          <a:prstGeom prst="rect">
            <a:avLst/>
          </a:prstGeom>
        </p:spPr>
      </p:pic>
      <p:pic>
        <p:nvPicPr>
          <p:cNvPr id="3" name="object 3"/>
          <p:cNvPicPr/>
          <p:nvPr/>
        </p:nvPicPr>
        <p:blipFill>
          <a:blip r:embed="rId3" cstate="print"/>
          <a:stretch>
            <a:fillRect/>
          </a:stretch>
        </p:blipFill>
        <p:spPr>
          <a:xfrm>
            <a:off x="2959458" y="190500"/>
            <a:ext cx="15328541" cy="5430638"/>
          </a:xfrm>
          <a:prstGeom prst="rect">
            <a:avLst/>
          </a:prstGeom>
        </p:spPr>
      </p:pic>
      <p:pic>
        <p:nvPicPr>
          <p:cNvPr id="4" name="object 4"/>
          <p:cNvPicPr/>
          <p:nvPr/>
        </p:nvPicPr>
        <p:blipFill>
          <a:blip r:embed="rId4" cstate="print"/>
          <a:stretch>
            <a:fillRect/>
          </a:stretch>
        </p:blipFill>
        <p:spPr>
          <a:xfrm>
            <a:off x="449291" y="6085133"/>
            <a:ext cx="13584356" cy="4196227"/>
          </a:xfrm>
          <a:prstGeom prst="rect">
            <a:avLst/>
          </a:prstGeom>
        </p:spPr>
      </p:pic>
      <p:sp>
        <p:nvSpPr>
          <p:cNvPr id="8" name="object 8"/>
          <p:cNvSpPr txBox="1"/>
          <p:nvPr/>
        </p:nvSpPr>
        <p:spPr>
          <a:xfrm>
            <a:off x="3404626" y="6319394"/>
            <a:ext cx="9801225" cy="1803699"/>
          </a:xfrm>
          <a:prstGeom prst="rect">
            <a:avLst/>
          </a:prstGeom>
        </p:spPr>
        <p:txBody>
          <a:bodyPr vert="horz" wrap="square" lIns="0" tIns="79375" rIns="0" bIns="0" rtlCol="0">
            <a:spAutoFit/>
          </a:bodyPr>
          <a:lstStyle/>
          <a:p>
            <a:pPr marL="12700">
              <a:lnSpc>
                <a:spcPct val="100000"/>
              </a:lnSpc>
              <a:spcBef>
                <a:spcPts val="625"/>
              </a:spcBef>
            </a:pPr>
            <a:r>
              <a:rPr lang="en-US" sz="2800" dirty="0">
                <a:solidFill>
                  <a:schemeClr val="accent2">
                    <a:lumMod val="50000"/>
                  </a:schemeClr>
                </a:solidFill>
              </a:rPr>
              <a:t>Due to the absence of analytical insights, business decisions related to pricing, promotions, inventory planning, and menu optimization are made without data-backed evidence, resulting in missed revenue and growth opportunities.</a:t>
            </a:r>
            <a:endParaRPr sz="2800" dirty="0">
              <a:solidFill>
                <a:schemeClr val="accent2">
                  <a:lumMod val="50000"/>
                </a:schemeClr>
              </a:solidFill>
              <a:latin typeface="Arial"/>
              <a:cs typeface="Arial"/>
            </a:endParaRPr>
          </a:p>
        </p:txBody>
      </p:sp>
      <p:pic>
        <p:nvPicPr>
          <p:cNvPr id="9" name="object 9"/>
          <p:cNvPicPr/>
          <p:nvPr/>
        </p:nvPicPr>
        <p:blipFill>
          <a:blip r:embed="rId5" cstate="print"/>
          <a:stretch>
            <a:fillRect/>
          </a:stretch>
        </p:blipFill>
        <p:spPr>
          <a:xfrm>
            <a:off x="14613635" y="4814005"/>
            <a:ext cx="3674364" cy="4935631"/>
          </a:xfrm>
          <a:prstGeom prst="rect">
            <a:avLst/>
          </a:prstGeom>
        </p:spPr>
      </p:pic>
      <p:sp>
        <p:nvSpPr>
          <p:cNvPr id="12" name="object 7">
            <a:extLst>
              <a:ext uri="{FF2B5EF4-FFF2-40B4-BE49-F238E27FC236}">
                <a16:creationId xmlns:a16="http://schemas.microsoft.com/office/drawing/2014/main" id="{FD62B51A-07F7-4FB2-8D71-45F7CE9A68A8}"/>
              </a:ext>
            </a:extLst>
          </p:cNvPr>
          <p:cNvSpPr txBox="1">
            <a:spLocks noGrp="1"/>
          </p:cNvSpPr>
          <p:nvPr>
            <p:ph type="title"/>
          </p:nvPr>
        </p:nvSpPr>
        <p:spPr>
          <a:xfrm>
            <a:off x="5105400" y="58828"/>
            <a:ext cx="5715000" cy="820738"/>
          </a:xfrm>
          <a:prstGeom prst="rect">
            <a:avLst/>
          </a:prstGeom>
        </p:spPr>
        <p:txBody>
          <a:bodyPr vert="horz" wrap="square" lIns="0" tIns="81280" rIns="0" bIns="0" rtlCol="0">
            <a:spAutoFit/>
          </a:bodyPr>
          <a:lstStyle/>
          <a:p>
            <a:pPr marL="12700" algn="ctr">
              <a:lnSpc>
                <a:spcPct val="100000"/>
              </a:lnSpc>
              <a:spcBef>
                <a:spcPts val="640"/>
              </a:spcBef>
            </a:pPr>
            <a:r>
              <a:rPr lang="en-US" sz="3050" b="0" u="sng" spc="-204" dirty="0">
                <a:latin typeface="Arial"/>
                <a:cs typeface="Arial"/>
              </a:rPr>
              <a:t> </a:t>
            </a:r>
            <a:r>
              <a:rPr lang="en-US" sz="4800" u="sng" dirty="0"/>
              <a:t>BUSINESS PROBLEM</a:t>
            </a:r>
            <a:endParaRPr lang="en-US" sz="3050" u="sng" dirty="0">
              <a:latin typeface="Arial"/>
              <a:cs typeface="Arial"/>
            </a:endParaRPr>
          </a:p>
        </p:txBody>
      </p:sp>
      <p:sp>
        <p:nvSpPr>
          <p:cNvPr id="14" name="TextBox 13">
            <a:extLst>
              <a:ext uri="{FF2B5EF4-FFF2-40B4-BE49-F238E27FC236}">
                <a16:creationId xmlns:a16="http://schemas.microsoft.com/office/drawing/2014/main" id="{FA4A7640-63E8-4BB8-A494-61826972BAF0}"/>
              </a:ext>
            </a:extLst>
          </p:cNvPr>
          <p:cNvSpPr txBox="1"/>
          <p:nvPr/>
        </p:nvSpPr>
        <p:spPr>
          <a:xfrm>
            <a:off x="3685112" y="1409700"/>
            <a:ext cx="9954688" cy="830997"/>
          </a:xfrm>
          <a:prstGeom prst="rect">
            <a:avLst/>
          </a:prstGeom>
          <a:noFill/>
        </p:spPr>
        <p:txBody>
          <a:bodyPr wrap="square">
            <a:spAutoFit/>
          </a:bodyPr>
          <a:lstStyle/>
          <a:p>
            <a:r>
              <a:rPr lang="en-US" sz="2400" dirty="0">
                <a:solidFill>
                  <a:schemeClr val="accent2">
                    <a:lumMod val="50000"/>
                  </a:schemeClr>
                </a:solidFill>
              </a:rPr>
              <a:t>Despite having sales data available, the business does not have clear visibility into:</a:t>
            </a:r>
          </a:p>
        </p:txBody>
      </p:sp>
      <p:sp>
        <p:nvSpPr>
          <p:cNvPr id="16" name="TextBox 15">
            <a:extLst>
              <a:ext uri="{FF2B5EF4-FFF2-40B4-BE49-F238E27FC236}">
                <a16:creationId xmlns:a16="http://schemas.microsoft.com/office/drawing/2014/main" id="{397A3279-7390-4A2A-B95F-1604B5768D8B}"/>
              </a:ext>
            </a:extLst>
          </p:cNvPr>
          <p:cNvSpPr txBox="1"/>
          <p:nvPr/>
        </p:nvSpPr>
        <p:spPr>
          <a:xfrm>
            <a:off x="4399548" y="2118836"/>
            <a:ext cx="9240252" cy="738664"/>
          </a:xfrm>
          <a:prstGeom prst="rect">
            <a:avLst/>
          </a:prstGeom>
          <a:noFill/>
        </p:spPr>
        <p:txBody>
          <a:bodyPr wrap="square">
            <a:spAutoFit/>
          </a:bodyPr>
          <a:lstStyle/>
          <a:p>
            <a:endParaRPr lang="en-US" dirty="0"/>
          </a:p>
          <a:p>
            <a:r>
              <a:rPr lang="en-US" sz="2400" dirty="0">
                <a:solidFill>
                  <a:schemeClr val="accent2">
                    <a:lumMod val="50000"/>
                  </a:schemeClr>
                </a:solidFill>
              </a:rPr>
              <a:t>Overall sales and revenue performance</a:t>
            </a:r>
          </a:p>
        </p:txBody>
      </p:sp>
      <p:sp>
        <p:nvSpPr>
          <p:cNvPr id="18" name="TextBox 17">
            <a:extLst>
              <a:ext uri="{FF2B5EF4-FFF2-40B4-BE49-F238E27FC236}">
                <a16:creationId xmlns:a16="http://schemas.microsoft.com/office/drawing/2014/main" id="{6D0C6F04-D185-4861-BBBD-DABBBC7C356B}"/>
              </a:ext>
            </a:extLst>
          </p:cNvPr>
          <p:cNvSpPr txBox="1"/>
          <p:nvPr/>
        </p:nvSpPr>
        <p:spPr>
          <a:xfrm>
            <a:off x="4399548" y="2929235"/>
            <a:ext cx="9240252" cy="461665"/>
          </a:xfrm>
          <a:prstGeom prst="rect">
            <a:avLst/>
          </a:prstGeom>
          <a:noFill/>
        </p:spPr>
        <p:txBody>
          <a:bodyPr wrap="square">
            <a:spAutoFit/>
          </a:bodyPr>
          <a:lstStyle/>
          <a:p>
            <a:r>
              <a:rPr lang="en-US" sz="2400" dirty="0">
                <a:solidFill>
                  <a:schemeClr val="accent2">
                    <a:lumMod val="50000"/>
                  </a:schemeClr>
                </a:solidFill>
              </a:rPr>
              <a:t>Best-selling and least-selling pizzas</a:t>
            </a:r>
          </a:p>
        </p:txBody>
      </p:sp>
      <p:sp>
        <p:nvSpPr>
          <p:cNvPr id="20" name="TextBox 19">
            <a:extLst>
              <a:ext uri="{FF2B5EF4-FFF2-40B4-BE49-F238E27FC236}">
                <a16:creationId xmlns:a16="http://schemas.microsoft.com/office/drawing/2014/main" id="{5A0D80AA-9CDC-45B6-BF52-5EBB33469984}"/>
              </a:ext>
            </a:extLst>
          </p:cNvPr>
          <p:cNvSpPr txBox="1"/>
          <p:nvPr/>
        </p:nvSpPr>
        <p:spPr>
          <a:xfrm>
            <a:off x="4399548" y="3467100"/>
            <a:ext cx="9240252" cy="461665"/>
          </a:xfrm>
          <a:prstGeom prst="rect">
            <a:avLst/>
          </a:prstGeom>
          <a:noFill/>
        </p:spPr>
        <p:txBody>
          <a:bodyPr wrap="square">
            <a:spAutoFit/>
          </a:bodyPr>
          <a:lstStyle/>
          <a:p>
            <a:r>
              <a:rPr lang="en-US" sz="2400" dirty="0">
                <a:solidFill>
                  <a:schemeClr val="accent2">
                    <a:lumMod val="50000"/>
                  </a:schemeClr>
                </a:solidFill>
              </a:rPr>
              <a:t>Customer preferences by pizza category and size</a:t>
            </a:r>
          </a:p>
        </p:txBody>
      </p:sp>
      <p:sp>
        <p:nvSpPr>
          <p:cNvPr id="22" name="TextBox 21">
            <a:extLst>
              <a:ext uri="{FF2B5EF4-FFF2-40B4-BE49-F238E27FC236}">
                <a16:creationId xmlns:a16="http://schemas.microsoft.com/office/drawing/2014/main" id="{5F3454BD-9DAE-4EA2-B94C-F8102E94299A}"/>
              </a:ext>
            </a:extLst>
          </p:cNvPr>
          <p:cNvSpPr txBox="1"/>
          <p:nvPr/>
        </p:nvSpPr>
        <p:spPr>
          <a:xfrm>
            <a:off x="4399548" y="4076700"/>
            <a:ext cx="9240252" cy="461665"/>
          </a:xfrm>
          <a:prstGeom prst="rect">
            <a:avLst/>
          </a:prstGeom>
          <a:noFill/>
        </p:spPr>
        <p:txBody>
          <a:bodyPr wrap="square">
            <a:spAutoFit/>
          </a:bodyPr>
          <a:lstStyle/>
          <a:p>
            <a:r>
              <a:rPr lang="en-US" sz="2400" dirty="0">
                <a:solidFill>
                  <a:schemeClr val="accent2">
                    <a:lumMod val="50000"/>
                  </a:schemeClr>
                </a:solidFill>
              </a:rPr>
              <a:t>Peak order times and high-revenue days</a:t>
            </a:r>
          </a:p>
        </p:txBody>
      </p:sp>
      <p:sp>
        <p:nvSpPr>
          <p:cNvPr id="24" name="TextBox 23">
            <a:extLst>
              <a:ext uri="{FF2B5EF4-FFF2-40B4-BE49-F238E27FC236}">
                <a16:creationId xmlns:a16="http://schemas.microsoft.com/office/drawing/2014/main" id="{5BF0120D-DB4D-4989-B43E-D4664EF783D9}"/>
              </a:ext>
            </a:extLst>
          </p:cNvPr>
          <p:cNvSpPr txBox="1"/>
          <p:nvPr/>
        </p:nvSpPr>
        <p:spPr>
          <a:xfrm>
            <a:off x="4094748" y="4629339"/>
            <a:ext cx="9240252" cy="461665"/>
          </a:xfrm>
          <a:prstGeom prst="rect">
            <a:avLst/>
          </a:prstGeom>
          <a:noFill/>
        </p:spPr>
        <p:txBody>
          <a:bodyPr wrap="square">
            <a:spAutoFit/>
          </a:bodyPr>
          <a:lstStyle/>
          <a:p>
            <a:pPr marL="285750" indent="-285750">
              <a:buFont typeface="Arial" panose="020B0604020202020204" pitchFamily="34" charset="0"/>
              <a:buChar char="•"/>
            </a:pPr>
            <a:r>
              <a:rPr lang="en-US" sz="2400" dirty="0">
                <a:solidFill>
                  <a:schemeClr val="accent2">
                    <a:lumMod val="50000"/>
                  </a:schemeClr>
                </a:solidFill>
              </a:rPr>
              <a:t>Product contribution to total revenue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2303443" cy="2597958"/>
          </a:xfrm>
          <a:prstGeom prst="rect">
            <a:avLst/>
          </a:prstGeom>
        </p:spPr>
      </p:pic>
      <p:pic>
        <p:nvPicPr>
          <p:cNvPr id="3" name="object 3"/>
          <p:cNvPicPr/>
          <p:nvPr/>
        </p:nvPicPr>
        <p:blipFill>
          <a:blip r:embed="rId3" cstate="print"/>
          <a:stretch>
            <a:fillRect/>
          </a:stretch>
        </p:blipFill>
        <p:spPr>
          <a:xfrm>
            <a:off x="2959458" y="190500"/>
            <a:ext cx="15328541" cy="5430638"/>
          </a:xfrm>
          <a:prstGeom prst="rect">
            <a:avLst/>
          </a:prstGeom>
        </p:spPr>
      </p:pic>
      <p:pic>
        <p:nvPicPr>
          <p:cNvPr id="4" name="object 4"/>
          <p:cNvPicPr/>
          <p:nvPr/>
        </p:nvPicPr>
        <p:blipFill>
          <a:blip r:embed="rId4" cstate="print"/>
          <a:stretch>
            <a:fillRect/>
          </a:stretch>
        </p:blipFill>
        <p:spPr>
          <a:xfrm>
            <a:off x="449291" y="6085133"/>
            <a:ext cx="13584356" cy="4196227"/>
          </a:xfrm>
          <a:prstGeom prst="rect">
            <a:avLst/>
          </a:prstGeom>
        </p:spPr>
      </p:pic>
      <p:sp>
        <p:nvSpPr>
          <p:cNvPr id="8" name="object 8"/>
          <p:cNvSpPr txBox="1"/>
          <p:nvPr/>
        </p:nvSpPr>
        <p:spPr>
          <a:xfrm>
            <a:off x="3404626" y="6319394"/>
            <a:ext cx="9801225" cy="941925"/>
          </a:xfrm>
          <a:prstGeom prst="rect">
            <a:avLst/>
          </a:prstGeom>
        </p:spPr>
        <p:txBody>
          <a:bodyPr vert="horz" wrap="square" lIns="0" tIns="79375" rIns="0" bIns="0" rtlCol="0">
            <a:spAutoFit/>
          </a:bodyPr>
          <a:lstStyle/>
          <a:p>
            <a:pPr marL="12700">
              <a:lnSpc>
                <a:spcPct val="100000"/>
              </a:lnSpc>
              <a:spcBef>
                <a:spcPts val="625"/>
              </a:spcBef>
            </a:pPr>
            <a:r>
              <a:rPr lang="en-US" sz="2800" dirty="0">
                <a:solidFill>
                  <a:schemeClr val="accent2">
                    <a:lumMod val="50000"/>
                  </a:schemeClr>
                </a:solidFill>
              </a:rPr>
              <a:t>Generate actionable insights to improve business profitability and operational efficiency</a:t>
            </a:r>
            <a:endParaRPr sz="2800" dirty="0">
              <a:solidFill>
                <a:schemeClr val="accent2">
                  <a:lumMod val="50000"/>
                </a:schemeClr>
              </a:solidFill>
              <a:latin typeface="Arial"/>
              <a:cs typeface="Arial"/>
            </a:endParaRPr>
          </a:p>
        </p:txBody>
      </p:sp>
      <p:pic>
        <p:nvPicPr>
          <p:cNvPr id="9" name="object 9"/>
          <p:cNvPicPr/>
          <p:nvPr/>
        </p:nvPicPr>
        <p:blipFill>
          <a:blip r:embed="rId5" cstate="print"/>
          <a:stretch>
            <a:fillRect/>
          </a:stretch>
        </p:blipFill>
        <p:spPr>
          <a:xfrm>
            <a:off x="14613635" y="4814005"/>
            <a:ext cx="3674364" cy="4935631"/>
          </a:xfrm>
          <a:prstGeom prst="rect">
            <a:avLst/>
          </a:prstGeom>
        </p:spPr>
      </p:pic>
      <p:sp>
        <p:nvSpPr>
          <p:cNvPr id="12" name="object 7">
            <a:extLst>
              <a:ext uri="{FF2B5EF4-FFF2-40B4-BE49-F238E27FC236}">
                <a16:creationId xmlns:a16="http://schemas.microsoft.com/office/drawing/2014/main" id="{FD62B51A-07F7-4FB2-8D71-45F7CE9A68A8}"/>
              </a:ext>
            </a:extLst>
          </p:cNvPr>
          <p:cNvSpPr txBox="1">
            <a:spLocks noGrp="1"/>
          </p:cNvSpPr>
          <p:nvPr>
            <p:ph type="title"/>
          </p:nvPr>
        </p:nvSpPr>
        <p:spPr>
          <a:xfrm>
            <a:off x="1905000" y="-390168"/>
            <a:ext cx="9525001" cy="1436291"/>
          </a:xfrm>
          <a:prstGeom prst="rect">
            <a:avLst/>
          </a:prstGeom>
        </p:spPr>
        <p:txBody>
          <a:bodyPr vert="horz" wrap="square" lIns="0" tIns="81280" rIns="0" bIns="0" rtlCol="0">
            <a:spAutoFit/>
          </a:bodyPr>
          <a:lstStyle/>
          <a:p>
            <a:pPr marL="12700" algn="ctr">
              <a:lnSpc>
                <a:spcPct val="100000"/>
              </a:lnSpc>
              <a:spcBef>
                <a:spcPts val="640"/>
              </a:spcBef>
            </a:pPr>
            <a:r>
              <a:rPr lang="en-US" sz="3050" b="0" spc="-204" dirty="0">
                <a:latin typeface="Arial"/>
                <a:cs typeface="Arial"/>
              </a:rPr>
              <a:t>                                        </a:t>
            </a:r>
            <a:r>
              <a:rPr lang="en-US" sz="8800" spc="-204" dirty="0">
                <a:latin typeface="Arial"/>
                <a:cs typeface="Arial"/>
              </a:rPr>
              <a:t> </a:t>
            </a:r>
            <a:r>
              <a:rPr lang="en-US" sz="4800" u="sng" dirty="0"/>
              <a:t>PROJECT OBJECTIVE</a:t>
            </a:r>
            <a:endParaRPr lang="en-US" sz="3050" u="sng" dirty="0">
              <a:latin typeface="Arial"/>
              <a:cs typeface="Arial"/>
            </a:endParaRPr>
          </a:p>
        </p:txBody>
      </p:sp>
      <p:sp>
        <p:nvSpPr>
          <p:cNvPr id="16" name="TextBox 15">
            <a:extLst>
              <a:ext uri="{FF2B5EF4-FFF2-40B4-BE49-F238E27FC236}">
                <a16:creationId xmlns:a16="http://schemas.microsoft.com/office/drawing/2014/main" id="{397A3279-7390-4A2A-B95F-1604B5768D8B}"/>
              </a:ext>
            </a:extLst>
          </p:cNvPr>
          <p:cNvSpPr txBox="1"/>
          <p:nvPr/>
        </p:nvSpPr>
        <p:spPr>
          <a:xfrm>
            <a:off x="4399548" y="2319635"/>
            <a:ext cx="9240252" cy="461665"/>
          </a:xfrm>
          <a:prstGeom prst="rect">
            <a:avLst/>
          </a:prstGeom>
          <a:noFill/>
        </p:spPr>
        <p:txBody>
          <a:bodyPr wrap="square">
            <a:spAutoFit/>
          </a:bodyPr>
          <a:lstStyle/>
          <a:p>
            <a:r>
              <a:rPr lang="en-US" sz="2400" dirty="0">
                <a:solidFill>
                  <a:schemeClr val="accent2">
                    <a:lumMod val="50000"/>
                  </a:schemeClr>
                </a:solidFill>
              </a:rPr>
              <a:t>Analyze pizza sales data using SQL</a:t>
            </a:r>
          </a:p>
        </p:txBody>
      </p:sp>
      <p:sp>
        <p:nvSpPr>
          <p:cNvPr id="18" name="TextBox 17">
            <a:extLst>
              <a:ext uri="{FF2B5EF4-FFF2-40B4-BE49-F238E27FC236}">
                <a16:creationId xmlns:a16="http://schemas.microsoft.com/office/drawing/2014/main" id="{6D0C6F04-D185-4861-BBBD-DABBBC7C356B}"/>
              </a:ext>
            </a:extLst>
          </p:cNvPr>
          <p:cNvSpPr txBox="1"/>
          <p:nvPr/>
        </p:nvSpPr>
        <p:spPr>
          <a:xfrm>
            <a:off x="4399548" y="2929235"/>
            <a:ext cx="9240252" cy="461665"/>
          </a:xfrm>
          <a:prstGeom prst="rect">
            <a:avLst/>
          </a:prstGeom>
          <a:noFill/>
        </p:spPr>
        <p:txBody>
          <a:bodyPr wrap="square">
            <a:spAutoFit/>
          </a:bodyPr>
          <a:lstStyle/>
          <a:p>
            <a:r>
              <a:rPr lang="en-US" sz="2400" dirty="0">
                <a:solidFill>
                  <a:schemeClr val="accent2">
                    <a:lumMod val="50000"/>
                  </a:schemeClr>
                </a:solidFill>
              </a:rPr>
              <a:t>Identify key performance indicators (KPIs)</a:t>
            </a:r>
          </a:p>
        </p:txBody>
      </p:sp>
      <p:sp>
        <p:nvSpPr>
          <p:cNvPr id="20" name="TextBox 19">
            <a:extLst>
              <a:ext uri="{FF2B5EF4-FFF2-40B4-BE49-F238E27FC236}">
                <a16:creationId xmlns:a16="http://schemas.microsoft.com/office/drawing/2014/main" id="{5A0D80AA-9CDC-45B6-BF52-5EBB33469984}"/>
              </a:ext>
            </a:extLst>
          </p:cNvPr>
          <p:cNvSpPr txBox="1"/>
          <p:nvPr/>
        </p:nvSpPr>
        <p:spPr>
          <a:xfrm>
            <a:off x="4399548" y="3467100"/>
            <a:ext cx="9240252" cy="461665"/>
          </a:xfrm>
          <a:prstGeom prst="rect">
            <a:avLst/>
          </a:prstGeom>
          <a:noFill/>
        </p:spPr>
        <p:txBody>
          <a:bodyPr wrap="square">
            <a:spAutoFit/>
          </a:bodyPr>
          <a:lstStyle/>
          <a:p>
            <a:r>
              <a:rPr lang="en-US" sz="2400" dirty="0">
                <a:solidFill>
                  <a:schemeClr val="accent2">
                    <a:lumMod val="50000"/>
                  </a:schemeClr>
                </a:solidFill>
              </a:rPr>
              <a:t>Understand customer ordering behavior</a:t>
            </a:r>
          </a:p>
        </p:txBody>
      </p:sp>
      <p:sp>
        <p:nvSpPr>
          <p:cNvPr id="22" name="TextBox 21">
            <a:extLst>
              <a:ext uri="{FF2B5EF4-FFF2-40B4-BE49-F238E27FC236}">
                <a16:creationId xmlns:a16="http://schemas.microsoft.com/office/drawing/2014/main" id="{5F3454BD-9DAE-4EA2-B94C-F8102E94299A}"/>
              </a:ext>
            </a:extLst>
          </p:cNvPr>
          <p:cNvSpPr txBox="1"/>
          <p:nvPr/>
        </p:nvSpPr>
        <p:spPr>
          <a:xfrm>
            <a:off x="4399548" y="4076700"/>
            <a:ext cx="9240252" cy="461665"/>
          </a:xfrm>
          <a:prstGeom prst="rect">
            <a:avLst/>
          </a:prstGeom>
          <a:noFill/>
        </p:spPr>
        <p:txBody>
          <a:bodyPr wrap="square">
            <a:spAutoFit/>
          </a:bodyPr>
          <a:lstStyle/>
          <a:p>
            <a:r>
              <a:rPr lang="en-US" sz="2400" dirty="0">
                <a:solidFill>
                  <a:schemeClr val="accent2">
                    <a:lumMod val="50000"/>
                  </a:schemeClr>
                </a:solidFill>
              </a:rPr>
              <a:t>Evaluate pizza category, size, and product performance</a:t>
            </a:r>
          </a:p>
        </p:txBody>
      </p:sp>
      <p:sp>
        <p:nvSpPr>
          <p:cNvPr id="24" name="TextBox 23">
            <a:extLst>
              <a:ext uri="{FF2B5EF4-FFF2-40B4-BE49-F238E27FC236}">
                <a16:creationId xmlns:a16="http://schemas.microsoft.com/office/drawing/2014/main" id="{5BF0120D-DB4D-4989-B43E-D4664EF783D9}"/>
              </a:ext>
            </a:extLst>
          </p:cNvPr>
          <p:cNvSpPr txBox="1"/>
          <p:nvPr/>
        </p:nvSpPr>
        <p:spPr>
          <a:xfrm>
            <a:off x="4094748" y="4629339"/>
            <a:ext cx="9240252" cy="461665"/>
          </a:xfrm>
          <a:prstGeom prst="rect">
            <a:avLst/>
          </a:prstGeom>
          <a:noFill/>
        </p:spPr>
        <p:txBody>
          <a:bodyPr wrap="square">
            <a:spAutoFit/>
          </a:bodyPr>
          <a:lstStyle/>
          <a:p>
            <a:pPr marL="285750" indent="-285750">
              <a:buFont typeface="Arial" panose="020B0604020202020204" pitchFamily="34" charset="0"/>
              <a:buChar char="•"/>
            </a:pPr>
            <a:r>
              <a:rPr lang="en-US" sz="2400" dirty="0">
                <a:solidFill>
                  <a:schemeClr val="accent2">
                    <a:lumMod val="50000"/>
                  </a:schemeClr>
                </a:solidFill>
              </a:rPr>
              <a:t>Provide actionable insights and business recommendations</a:t>
            </a:r>
          </a:p>
        </p:txBody>
      </p:sp>
      <p:sp>
        <p:nvSpPr>
          <p:cNvPr id="15" name="TextBox 14">
            <a:extLst>
              <a:ext uri="{FF2B5EF4-FFF2-40B4-BE49-F238E27FC236}">
                <a16:creationId xmlns:a16="http://schemas.microsoft.com/office/drawing/2014/main" id="{36FEFEA0-D674-4A75-BB3C-77705F465763}"/>
              </a:ext>
            </a:extLst>
          </p:cNvPr>
          <p:cNvSpPr txBox="1"/>
          <p:nvPr/>
        </p:nvSpPr>
        <p:spPr>
          <a:xfrm>
            <a:off x="3789948" y="1409700"/>
            <a:ext cx="9240252" cy="830997"/>
          </a:xfrm>
          <a:prstGeom prst="rect">
            <a:avLst/>
          </a:prstGeom>
          <a:noFill/>
        </p:spPr>
        <p:txBody>
          <a:bodyPr wrap="square">
            <a:spAutoFit/>
          </a:bodyPr>
          <a:lstStyle/>
          <a:p>
            <a:r>
              <a:rPr lang="en-US" sz="2400" dirty="0">
                <a:solidFill>
                  <a:schemeClr val="accent2">
                    <a:lumMod val="50000"/>
                  </a:schemeClr>
                </a:solidFill>
              </a:rPr>
              <a:t>The objective of this project is to analyze pizza sales data using SQL to:</a:t>
            </a:r>
          </a:p>
        </p:txBody>
      </p:sp>
    </p:spTree>
    <p:extLst>
      <p:ext uri="{BB962C8B-B14F-4D97-AF65-F5344CB8AC3E}">
        <p14:creationId xmlns:p14="http://schemas.microsoft.com/office/powerpoint/2010/main" val="1865132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2303443" cy="2597958"/>
          </a:xfrm>
          <a:prstGeom prst="rect">
            <a:avLst/>
          </a:prstGeom>
        </p:spPr>
      </p:pic>
      <p:pic>
        <p:nvPicPr>
          <p:cNvPr id="3" name="object 3"/>
          <p:cNvPicPr/>
          <p:nvPr/>
        </p:nvPicPr>
        <p:blipFill>
          <a:blip r:embed="rId3" cstate="print"/>
          <a:stretch>
            <a:fillRect/>
          </a:stretch>
        </p:blipFill>
        <p:spPr>
          <a:xfrm>
            <a:off x="2873880" y="-97804"/>
            <a:ext cx="15414098" cy="6097212"/>
          </a:xfrm>
          <a:prstGeom prst="rect">
            <a:avLst/>
          </a:prstGeom>
        </p:spPr>
      </p:pic>
      <p:pic>
        <p:nvPicPr>
          <p:cNvPr id="4" name="object 4"/>
          <p:cNvPicPr/>
          <p:nvPr/>
        </p:nvPicPr>
        <p:blipFill>
          <a:blip r:embed="rId4" cstate="print"/>
          <a:stretch>
            <a:fillRect/>
          </a:stretch>
        </p:blipFill>
        <p:spPr>
          <a:xfrm>
            <a:off x="449291" y="6085133"/>
            <a:ext cx="13584356" cy="4196227"/>
          </a:xfrm>
          <a:prstGeom prst="rect">
            <a:avLst/>
          </a:prstGeom>
        </p:spPr>
      </p:pic>
      <p:sp>
        <p:nvSpPr>
          <p:cNvPr id="7" name="object 7"/>
          <p:cNvSpPr txBox="1">
            <a:spLocks noGrp="1"/>
          </p:cNvSpPr>
          <p:nvPr>
            <p:ph type="title"/>
          </p:nvPr>
        </p:nvSpPr>
        <p:spPr>
          <a:xfrm>
            <a:off x="3659103" y="1415494"/>
            <a:ext cx="6882130" cy="451406"/>
          </a:xfrm>
          <a:prstGeom prst="rect">
            <a:avLst/>
          </a:prstGeom>
        </p:spPr>
        <p:txBody>
          <a:bodyPr vert="horz" wrap="square" lIns="0" tIns="81280" rIns="0" bIns="0" rtlCol="0">
            <a:spAutoFit/>
          </a:bodyPr>
          <a:lstStyle/>
          <a:p>
            <a:pPr marL="12700">
              <a:lnSpc>
                <a:spcPct val="100000"/>
              </a:lnSpc>
              <a:spcBef>
                <a:spcPts val="640"/>
              </a:spcBef>
            </a:pPr>
            <a:r>
              <a:rPr lang="en-US" sz="2400" dirty="0"/>
              <a:t>The analysis is based on four relational tables:</a:t>
            </a:r>
            <a:endParaRPr lang="en-US" sz="4400" dirty="0">
              <a:latin typeface="Arial"/>
              <a:cs typeface="Arial"/>
            </a:endParaRPr>
          </a:p>
        </p:txBody>
      </p:sp>
      <p:sp>
        <p:nvSpPr>
          <p:cNvPr id="8" name="object 8"/>
          <p:cNvSpPr txBox="1"/>
          <p:nvPr/>
        </p:nvSpPr>
        <p:spPr>
          <a:xfrm>
            <a:off x="3404626" y="6319394"/>
            <a:ext cx="9801225" cy="1188146"/>
          </a:xfrm>
          <a:prstGeom prst="rect">
            <a:avLst/>
          </a:prstGeom>
        </p:spPr>
        <p:txBody>
          <a:bodyPr vert="horz" wrap="square" lIns="0" tIns="79375" rIns="0" bIns="0" rtlCol="0">
            <a:spAutoFit/>
          </a:bodyPr>
          <a:lstStyle/>
          <a:p>
            <a:r>
              <a:rPr lang="en-US" sz="3600" dirty="0">
                <a:solidFill>
                  <a:schemeClr val="accent2">
                    <a:lumMod val="50000"/>
                  </a:schemeClr>
                </a:solidFill>
              </a:rPr>
              <a:t>These tables are joined using primary and foreign keys to perform detailed sales analysis.</a:t>
            </a:r>
          </a:p>
        </p:txBody>
      </p:sp>
      <p:pic>
        <p:nvPicPr>
          <p:cNvPr id="9" name="object 9"/>
          <p:cNvPicPr/>
          <p:nvPr/>
        </p:nvPicPr>
        <p:blipFill>
          <a:blip r:embed="rId5" cstate="print"/>
          <a:stretch>
            <a:fillRect/>
          </a:stretch>
        </p:blipFill>
        <p:spPr>
          <a:xfrm>
            <a:off x="14613635" y="4814005"/>
            <a:ext cx="3674364" cy="4935631"/>
          </a:xfrm>
          <a:prstGeom prst="rect">
            <a:avLst/>
          </a:prstGeom>
        </p:spPr>
      </p:pic>
      <p:sp>
        <p:nvSpPr>
          <p:cNvPr id="10" name="object 7">
            <a:extLst>
              <a:ext uri="{FF2B5EF4-FFF2-40B4-BE49-F238E27FC236}">
                <a16:creationId xmlns:a16="http://schemas.microsoft.com/office/drawing/2014/main" id="{8F95C7A1-4244-42C8-BA87-07E5DB79C464}"/>
              </a:ext>
            </a:extLst>
          </p:cNvPr>
          <p:cNvSpPr txBox="1">
            <a:spLocks/>
          </p:cNvSpPr>
          <p:nvPr/>
        </p:nvSpPr>
        <p:spPr>
          <a:xfrm>
            <a:off x="3680850" y="67230"/>
            <a:ext cx="9525001" cy="820738"/>
          </a:xfrm>
          <a:prstGeom prst="rect">
            <a:avLst/>
          </a:prstGeom>
        </p:spPr>
        <p:txBody>
          <a:bodyPr vert="horz" wrap="square" lIns="0" tIns="81280" rIns="0" bIns="0" rtlCol="0">
            <a:spAutoFit/>
          </a:bodyPr>
          <a:lstStyle>
            <a:lvl1pPr>
              <a:defRPr sz="3900" b="1" i="0">
                <a:solidFill>
                  <a:srgbClr val="672912"/>
                </a:solidFill>
                <a:latin typeface="Calibri"/>
                <a:ea typeface="+mj-ea"/>
                <a:cs typeface="Calibri"/>
              </a:defRPr>
            </a:lvl1pPr>
          </a:lstStyle>
          <a:p>
            <a:pPr marL="12700" algn="ctr">
              <a:spcBef>
                <a:spcPts val="640"/>
              </a:spcBef>
            </a:pPr>
            <a:r>
              <a:rPr lang="en-US" sz="4800" u="sng" dirty="0"/>
              <a:t>DATASET OVERVIEW</a:t>
            </a:r>
            <a:endParaRPr lang="en-US" sz="5400" u="sng" dirty="0">
              <a:latin typeface="Arial"/>
              <a:cs typeface="Arial"/>
            </a:endParaRPr>
          </a:p>
        </p:txBody>
      </p:sp>
      <p:sp>
        <p:nvSpPr>
          <p:cNvPr id="12" name="TextBox 11">
            <a:extLst>
              <a:ext uri="{FF2B5EF4-FFF2-40B4-BE49-F238E27FC236}">
                <a16:creationId xmlns:a16="http://schemas.microsoft.com/office/drawing/2014/main" id="{806C9380-2E02-4456-9E0D-22DBCD68E025}"/>
              </a:ext>
            </a:extLst>
          </p:cNvPr>
          <p:cNvSpPr txBox="1"/>
          <p:nvPr/>
        </p:nvSpPr>
        <p:spPr>
          <a:xfrm>
            <a:off x="4323348" y="2324100"/>
            <a:ext cx="9240252" cy="461665"/>
          </a:xfrm>
          <a:prstGeom prst="rect">
            <a:avLst/>
          </a:prstGeom>
          <a:noFill/>
        </p:spPr>
        <p:txBody>
          <a:bodyPr wrap="square">
            <a:spAutoFit/>
          </a:bodyPr>
          <a:lstStyle/>
          <a:p>
            <a:r>
              <a:rPr lang="en-US" sz="2400" b="1" dirty="0">
                <a:solidFill>
                  <a:schemeClr val="accent2">
                    <a:lumMod val="50000"/>
                  </a:schemeClr>
                </a:solidFill>
              </a:rPr>
              <a:t>Orders:</a:t>
            </a:r>
            <a:r>
              <a:rPr lang="en-US" sz="2400" dirty="0">
                <a:solidFill>
                  <a:schemeClr val="accent2">
                    <a:lumMod val="50000"/>
                  </a:schemeClr>
                </a:solidFill>
              </a:rPr>
              <a:t> Order date and time information</a:t>
            </a:r>
          </a:p>
        </p:txBody>
      </p:sp>
      <p:sp>
        <p:nvSpPr>
          <p:cNvPr id="14" name="TextBox 13">
            <a:extLst>
              <a:ext uri="{FF2B5EF4-FFF2-40B4-BE49-F238E27FC236}">
                <a16:creationId xmlns:a16="http://schemas.microsoft.com/office/drawing/2014/main" id="{40421138-819C-4C18-81FE-E62C09D80696}"/>
              </a:ext>
            </a:extLst>
          </p:cNvPr>
          <p:cNvSpPr txBox="1"/>
          <p:nvPr/>
        </p:nvSpPr>
        <p:spPr>
          <a:xfrm>
            <a:off x="4343400" y="2933700"/>
            <a:ext cx="9240252" cy="461665"/>
          </a:xfrm>
          <a:prstGeom prst="rect">
            <a:avLst/>
          </a:prstGeom>
          <a:noFill/>
        </p:spPr>
        <p:txBody>
          <a:bodyPr wrap="square">
            <a:spAutoFit/>
          </a:bodyPr>
          <a:lstStyle/>
          <a:p>
            <a:r>
              <a:rPr lang="en-US" sz="2400" b="1" dirty="0" err="1">
                <a:solidFill>
                  <a:schemeClr val="accent2">
                    <a:lumMod val="50000"/>
                  </a:schemeClr>
                </a:solidFill>
              </a:rPr>
              <a:t>Order_Details</a:t>
            </a:r>
            <a:r>
              <a:rPr lang="en-US" sz="2400" b="1" dirty="0">
                <a:solidFill>
                  <a:schemeClr val="accent2">
                    <a:lumMod val="50000"/>
                  </a:schemeClr>
                </a:solidFill>
              </a:rPr>
              <a:t>:</a:t>
            </a:r>
            <a:r>
              <a:rPr lang="en-US" sz="2400" dirty="0">
                <a:solidFill>
                  <a:schemeClr val="accent2">
                    <a:lumMod val="50000"/>
                  </a:schemeClr>
                </a:solidFill>
              </a:rPr>
              <a:t> Pizza quantity per order</a:t>
            </a:r>
          </a:p>
        </p:txBody>
      </p:sp>
      <p:sp>
        <p:nvSpPr>
          <p:cNvPr id="16" name="TextBox 15">
            <a:extLst>
              <a:ext uri="{FF2B5EF4-FFF2-40B4-BE49-F238E27FC236}">
                <a16:creationId xmlns:a16="http://schemas.microsoft.com/office/drawing/2014/main" id="{0BB948C2-D562-4C01-9FA4-0A9FC28F46D6}"/>
              </a:ext>
            </a:extLst>
          </p:cNvPr>
          <p:cNvSpPr txBox="1"/>
          <p:nvPr/>
        </p:nvSpPr>
        <p:spPr>
          <a:xfrm>
            <a:off x="4343400" y="3629680"/>
            <a:ext cx="9240252" cy="523220"/>
          </a:xfrm>
          <a:prstGeom prst="rect">
            <a:avLst/>
          </a:prstGeom>
          <a:noFill/>
        </p:spPr>
        <p:txBody>
          <a:bodyPr wrap="square">
            <a:spAutoFit/>
          </a:bodyPr>
          <a:lstStyle/>
          <a:p>
            <a:r>
              <a:rPr lang="en-US" sz="2800" b="1" dirty="0">
                <a:solidFill>
                  <a:schemeClr val="accent2">
                    <a:lumMod val="50000"/>
                  </a:schemeClr>
                </a:solidFill>
              </a:rPr>
              <a:t>Pizzas:</a:t>
            </a:r>
            <a:r>
              <a:rPr lang="en-US" sz="2800" dirty="0">
                <a:solidFill>
                  <a:schemeClr val="accent2">
                    <a:lumMod val="50000"/>
                  </a:schemeClr>
                </a:solidFill>
              </a:rPr>
              <a:t> Pizza size and price</a:t>
            </a:r>
          </a:p>
        </p:txBody>
      </p:sp>
      <p:sp>
        <p:nvSpPr>
          <p:cNvPr id="18" name="TextBox 17">
            <a:extLst>
              <a:ext uri="{FF2B5EF4-FFF2-40B4-BE49-F238E27FC236}">
                <a16:creationId xmlns:a16="http://schemas.microsoft.com/office/drawing/2014/main" id="{EF2961F2-8027-4BD0-B3B2-17608F46E042}"/>
              </a:ext>
            </a:extLst>
          </p:cNvPr>
          <p:cNvSpPr txBox="1"/>
          <p:nvPr/>
        </p:nvSpPr>
        <p:spPr>
          <a:xfrm>
            <a:off x="4343400" y="4300835"/>
            <a:ext cx="9240252" cy="461665"/>
          </a:xfrm>
          <a:prstGeom prst="rect">
            <a:avLst/>
          </a:prstGeom>
          <a:noFill/>
        </p:spPr>
        <p:txBody>
          <a:bodyPr wrap="square">
            <a:spAutoFit/>
          </a:bodyPr>
          <a:lstStyle/>
          <a:p>
            <a:r>
              <a:rPr lang="en-US" sz="2400" b="1" dirty="0" err="1">
                <a:solidFill>
                  <a:schemeClr val="accent2">
                    <a:lumMod val="50000"/>
                  </a:schemeClr>
                </a:solidFill>
              </a:rPr>
              <a:t>Pizza_Types</a:t>
            </a:r>
            <a:r>
              <a:rPr lang="en-US" sz="2400" b="1" dirty="0">
                <a:solidFill>
                  <a:schemeClr val="accent2">
                    <a:lumMod val="50000"/>
                  </a:schemeClr>
                </a:solidFill>
              </a:rPr>
              <a:t>:</a:t>
            </a:r>
            <a:r>
              <a:rPr lang="en-US" sz="2400" dirty="0">
                <a:solidFill>
                  <a:schemeClr val="accent2">
                    <a:lumMod val="50000"/>
                  </a:schemeClr>
                </a:solidFill>
              </a:rPr>
              <a:t> Pizza name and category</a:t>
            </a:r>
          </a:p>
        </p:txBody>
      </p:sp>
    </p:spTree>
    <p:extLst>
      <p:ext uri="{BB962C8B-B14F-4D97-AF65-F5344CB8AC3E}">
        <p14:creationId xmlns:p14="http://schemas.microsoft.com/office/powerpoint/2010/main" val="1600651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2303443" cy="2597958"/>
          </a:xfrm>
          <a:prstGeom prst="rect">
            <a:avLst/>
          </a:prstGeom>
        </p:spPr>
      </p:pic>
      <p:pic>
        <p:nvPicPr>
          <p:cNvPr id="3" name="object 3"/>
          <p:cNvPicPr/>
          <p:nvPr/>
        </p:nvPicPr>
        <p:blipFill>
          <a:blip r:embed="rId3" cstate="print"/>
          <a:stretch>
            <a:fillRect/>
          </a:stretch>
        </p:blipFill>
        <p:spPr>
          <a:xfrm>
            <a:off x="2873902" y="-114906"/>
            <a:ext cx="15414098" cy="4648806"/>
          </a:xfrm>
          <a:prstGeom prst="rect">
            <a:avLst/>
          </a:prstGeom>
        </p:spPr>
      </p:pic>
      <p:pic>
        <p:nvPicPr>
          <p:cNvPr id="9" name="object 9"/>
          <p:cNvPicPr/>
          <p:nvPr/>
        </p:nvPicPr>
        <p:blipFill>
          <a:blip r:embed="rId4" cstate="print"/>
          <a:stretch>
            <a:fillRect/>
          </a:stretch>
        </p:blipFill>
        <p:spPr>
          <a:xfrm>
            <a:off x="14613635" y="4814005"/>
            <a:ext cx="3674364" cy="4935631"/>
          </a:xfrm>
          <a:prstGeom prst="rect">
            <a:avLst/>
          </a:prstGeom>
        </p:spPr>
      </p:pic>
      <p:sp>
        <p:nvSpPr>
          <p:cNvPr id="10" name="object 7">
            <a:extLst>
              <a:ext uri="{FF2B5EF4-FFF2-40B4-BE49-F238E27FC236}">
                <a16:creationId xmlns:a16="http://schemas.microsoft.com/office/drawing/2014/main" id="{8F95C7A1-4244-42C8-BA87-07E5DB79C464}"/>
              </a:ext>
            </a:extLst>
          </p:cNvPr>
          <p:cNvSpPr txBox="1">
            <a:spLocks/>
          </p:cNvSpPr>
          <p:nvPr/>
        </p:nvSpPr>
        <p:spPr>
          <a:xfrm>
            <a:off x="3276599" y="0"/>
            <a:ext cx="9525001" cy="820738"/>
          </a:xfrm>
          <a:prstGeom prst="rect">
            <a:avLst/>
          </a:prstGeom>
        </p:spPr>
        <p:txBody>
          <a:bodyPr vert="horz" wrap="square" lIns="0" tIns="81280" rIns="0" bIns="0" rtlCol="0">
            <a:spAutoFit/>
          </a:bodyPr>
          <a:lstStyle>
            <a:lvl1pPr>
              <a:defRPr sz="3900" b="1" i="0">
                <a:solidFill>
                  <a:srgbClr val="672912"/>
                </a:solidFill>
                <a:latin typeface="Calibri"/>
                <a:ea typeface="+mj-ea"/>
                <a:cs typeface="Calibri"/>
              </a:defRPr>
            </a:lvl1pPr>
          </a:lstStyle>
          <a:p>
            <a:pPr marL="12700" algn="ctr">
              <a:spcBef>
                <a:spcPts val="640"/>
              </a:spcBef>
            </a:pPr>
            <a:r>
              <a:rPr lang="en-US" sz="4800" u="sng" dirty="0"/>
              <a:t>DATA MODEL &amp; ER DIAGRAM</a:t>
            </a:r>
            <a:endParaRPr lang="en-US" sz="9600" u="sng" dirty="0">
              <a:latin typeface="Arial"/>
              <a:cs typeface="Arial"/>
            </a:endParaRPr>
          </a:p>
        </p:txBody>
      </p:sp>
      <p:sp>
        <p:nvSpPr>
          <p:cNvPr id="12" name="TextBox 11">
            <a:extLst>
              <a:ext uri="{FF2B5EF4-FFF2-40B4-BE49-F238E27FC236}">
                <a16:creationId xmlns:a16="http://schemas.microsoft.com/office/drawing/2014/main" id="{806C9380-2E02-4456-9E0D-22DBCD68E025}"/>
              </a:ext>
            </a:extLst>
          </p:cNvPr>
          <p:cNvSpPr txBox="1"/>
          <p:nvPr/>
        </p:nvSpPr>
        <p:spPr>
          <a:xfrm>
            <a:off x="4243387" y="1728782"/>
            <a:ext cx="9240252" cy="461665"/>
          </a:xfrm>
          <a:prstGeom prst="rect">
            <a:avLst/>
          </a:prstGeom>
          <a:noFill/>
        </p:spPr>
        <p:txBody>
          <a:bodyPr wrap="square">
            <a:spAutoFit/>
          </a:bodyPr>
          <a:lstStyle/>
          <a:p>
            <a:r>
              <a:rPr lang="en-US" sz="2400" dirty="0">
                <a:solidFill>
                  <a:schemeClr val="accent2">
                    <a:lumMod val="50000"/>
                  </a:schemeClr>
                </a:solidFill>
              </a:rPr>
              <a:t>One order can contain multiple pizza items</a:t>
            </a:r>
          </a:p>
        </p:txBody>
      </p:sp>
      <p:sp>
        <p:nvSpPr>
          <p:cNvPr id="14" name="TextBox 13">
            <a:extLst>
              <a:ext uri="{FF2B5EF4-FFF2-40B4-BE49-F238E27FC236}">
                <a16:creationId xmlns:a16="http://schemas.microsoft.com/office/drawing/2014/main" id="{40421138-819C-4C18-81FE-E62C09D80696}"/>
              </a:ext>
            </a:extLst>
          </p:cNvPr>
          <p:cNvSpPr txBox="1"/>
          <p:nvPr/>
        </p:nvSpPr>
        <p:spPr>
          <a:xfrm>
            <a:off x="4267200" y="2247900"/>
            <a:ext cx="9240252" cy="461665"/>
          </a:xfrm>
          <a:prstGeom prst="rect">
            <a:avLst/>
          </a:prstGeom>
          <a:noFill/>
        </p:spPr>
        <p:txBody>
          <a:bodyPr wrap="square">
            <a:spAutoFit/>
          </a:bodyPr>
          <a:lstStyle/>
          <a:p>
            <a:r>
              <a:rPr lang="en-US" sz="2400" dirty="0">
                <a:solidFill>
                  <a:schemeClr val="accent2">
                    <a:lumMod val="50000"/>
                  </a:schemeClr>
                </a:solidFill>
              </a:rPr>
              <a:t>Revenue is calculated as </a:t>
            </a:r>
            <a:r>
              <a:rPr lang="en-US" sz="2400" b="1" dirty="0">
                <a:solidFill>
                  <a:schemeClr val="accent2">
                    <a:lumMod val="50000"/>
                  </a:schemeClr>
                </a:solidFill>
              </a:rPr>
              <a:t>Quantity × Price</a:t>
            </a:r>
            <a:endParaRPr lang="en-US" sz="2400" dirty="0">
              <a:solidFill>
                <a:schemeClr val="accent2">
                  <a:lumMod val="50000"/>
                </a:schemeClr>
              </a:solidFill>
            </a:endParaRPr>
          </a:p>
        </p:txBody>
      </p:sp>
      <p:sp>
        <p:nvSpPr>
          <p:cNvPr id="16" name="TextBox 15">
            <a:extLst>
              <a:ext uri="{FF2B5EF4-FFF2-40B4-BE49-F238E27FC236}">
                <a16:creationId xmlns:a16="http://schemas.microsoft.com/office/drawing/2014/main" id="{0BB948C2-D562-4C01-9FA4-0A9FC28F46D6}"/>
              </a:ext>
            </a:extLst>
          </p:cNvPr>
          <p:cNvSpPr txBox="1"/>
          <p:nvPr/>
        </p:nvSpPr>
        <p:spPr>
          <a:xfrm>
            <a:off x="4299535" y="3162300"/>
            <a:ext cx="9240252" cy="461665"/>
          </a:xfrm>
          <a:prstGeom prst="rect">
            <a:avLst/>
          </a:prstGeom>
          <a:noFill/>
        </p:spPr>
        <p:txBody>
          <a:bodyPr wrap="square">
            <a:spAutoFit/>
          </a:bodyPr>
          <a:lstStyle/>
          <a:p>
            <a:r>
              <a:rPr lang="en-US" sz="2400" dirty="0">
                <a:solidFill>
                  <a:schemeClr val="accent2">
                    <a:lumMod val="50000"/>
                  </a:schemeClr>
                </a:solidFill>
              </a:rPr>
              <a:t>Relationships:</a:t>
            </a:r>
          </a:p>
        </p:txBody>
      </p:sp>
      <p:sp>
        <p:nvSpPr>
          <p:cNvPr id="18" name="TextBox 17">
            <a:extLst>
              <a:ext uri="{FF2B5EF4-FFF2-40B4-BE49-F238E27FC236}">
                <a16:creationId xmlns:a16="http://schemas.microsoft.com/office/drawing/2014/main" id="{EF2961F2-8027-4BD0-B3B2-17608F46E042}"/>
              </a:ext>
            </a:extLst>
          </p:cNvPr>
          <p:cNvSpPr txBox="1"/>
          <p:nvPr/>
        </p:nvSpPr>
        <p:spPr>
          <a:xfrm>
            <a:off x="6304548" y="3314700"/>
            <a:ext cx="7683917" cy="1323439"/>
          </a:xfrm>
          <a:prstGeom prst="rect">
            <a:avLst/>
          </a:prstGeom>
          <a:noFill/>
        </p:spPr>
        <p:txBody>
          <a:bodyPr wrap="square">
            <a:spAutoFit/>
          </a:bodyPr>
          <a:lstStyle/>
          <a:p>
            <a:pPr marL="342900" indent="-342900">
              <a:buFont typeface="Arial" panose="020B0604020202020204" pitchFamily="34" charset="0"/>
              <a:buChar char="•"/>
            </a:pPr>
            <a:r>
              <a:rPr lang="en-US" sz="2000" dirty="0">
                <a:solidFill>
                  <a:schemeClr val="accent2">
                    <a:lumMod val="50000"/>
                  </a:schemeClr>
                </a:solidFill>
              </a:rPr>
              <a:t>Orders → </a:t>
            </a:r>
            <a:r>
              <a:rPr lang="en-US" sz="2000" dirty="0" err="1">
                <a:solidFill>
                  <a:schemeClr val="accent2">
                    <a:lumMod val="50000"/>
                  </a:schemeClr>
                </a:solidFill>
              </a:rPr>
              <a:t>Order_Details</a:t>
            </a:r>
            <a:endParaRPr lang="en-US" sz="2000" dirty="0">
              <a:solidFill>
                <a:schemeClr val="accent2">
                  <a:lumMod val="50000"/>
                </a:schemeClr>
              </a:solidFill>
            </a:endParaRPr>
          </a:p>
          <a:p>
            <a:pPr marL="342900" indent="-342900">
              <a:buFont typeface="Arial" panose="020B0604020202020204" pitchFamily="34" charset="0"/>
              <a:buChar char="•"/>
            </a:pPr>
            <a:r>
              <a:rPr lang="en-US" sz="2000" dirty="0" err="1">
                <a:solidFill>
                  <a:schemeClr val="accent2">
                    <a:lumMod val="50000"/>
                  </a:schemeClr>
                </a:solidFill>
              </a:rPr>
              <a:t>Order_Details</a:t>
            </a:r>
            <a:r>
              <a:rPr lang="en-US" sz="2000" dirty="0">
                <a:solidFill>
                  <a:schemeClr val="accent2">
                    <a:lumMod val="50000"/>
                  </a:schemeClr>
                </a:solidFill>
              </a:rPr>
              <a:t> → Pizzas</a:t>
            </a:r>
          </a:p>
          <a:p>
            <a:pPr marL="342900" indent="-342900">
              <a:buFont typeface="Arial" panose="020B0604020202020204" pitchFamily="34" charset="0"/>
              <a:buChar char="•"/>
            </a:pPr>
            <a:r>
              <a:rPr lang="en-US" sz="2000" dirty="0">
                <a:solidFill>
                  <a:schemeClr val="accent2">
                    <a:lumMod val="50000"/>
                  </a:schemeClr>
                </a:solidFill>
              </a:rPr>
              <a:t>Pizzas → </a:t>
            </a:r>
            <a:r>
              <a:rPr lang="en-US" sz="2000" dirty="0" err="1">
                <a:solidFill>
                  <a:schemeClr val="accent2">
                    <a:lumMod val="50000"/>
                  </a:schemeClr>
                </a:solidFill>
              </a:rPr>
              <a:t>Pizza_Types</a:t>
            </a:r>
            <a:endParaRPr lang="en-US" sz="2000" dirty="0">
              <a:solidFill>
                <a:schemeClr val="accent2">
                  <a:lumMod val="50000"/>
                </a:schemeClr>
              </a:solidFill>
            </a:endParaRPr>
          </a:p>
          <a:p>
            <a:pPr marL="342900" indent="-342900">
              <a:buFont typeface="Arial" panose="020B0604020202020204" pitchFamily="34" charset="0"/>
              <a:buChar char="•"/>
            </a:pPr>
            <a:endParaRPr lang="en-US" sz="2000" dirty="0">
              <a:solidFill>
                <a:schemeClr val="accent2">
                  <a:lumMod val="50000"/>
                </a:schemeClr>
              </a:solidFill>
            </a:endParaRPr>
          </a:p>
        </p:txBody>
      </p:sp>
      <p:sp>
        <p:nvSpPr>
          <p:cNvPr id="21" name="TextBox 20">
            <a:extLst>
              <a:ext uri="{FF2B5EF4-FFF2-40B4-BE49-F238E27FC236}">
                <a16:creationId xmlns:a16="http://schemas.microsoft.com/office/drawing/2014/main" id="{F302CD0F-4F3D-4668-BCD5-4F344C27A47A}"/>
              </a:ext>
            </a:extLst>
          </p:cNvPr>
          <p:cNvSpPr txBox="1"/>
          <p:nvPr/>
        </p:nvSpPr>
        <p:spPr>
          <a:xfrm>
            <a:off x="4267200" y="2705100"/>
            <a:ext cx="10290287" cy="461665"/>
          </a:xfrm>
          <a:prstGeom prst="rect">
            <a:avLst/>
          </a:prstGeom>
          <a:noFill/>
        </p:spPr>
        <p:txBody>
          <a:bodyPr wrap="square">
            <a:spAutoFit/>
          </a:bodyPr>
          <a:lstStyle/>
          <a:p>
            <a:r>
              <a:rPr lang="en-US" sz="2400" dirty="0">
                <a:solidFill>
                  <a:schemeClr val="accent2">
                    <a:lumMod val="50000"/>
                  </a:schemeClr>
                </a:solidFill>
              </a:rPr>
              <a:t>This data model enables accurate order-level and product-level analysis.</a:t>
            </a:r>
          </a:p>
        </p:txBody>
      </p:sp>
      <p:pic>
        <p:nvPicPr>
          <p:cNvPr id="23" name="Picture 22">
            <a:extLst>
              <a:ext uri="{FF2B5EF4-FFF2-40B4-BE49-F238E27FC236}">
                <a16:creationId xmlns:a16="http://schemas.microsoft.com/office/drawing/2014/main" id="{23919E70-C59E-4613-84D9-5BB4C55E22A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13000" y="5295900"/>
            <a:ext cx="12860200" cy="4074803"/>
          </a:xfrm>
          <a:prstGeom prst="rect">
            <a:avLst/>
          </a:prstGeom>
          <a:ln>
            <a:solidFill>
              <a:schemeClr val="accent2">
                <a:lumMod val="50000"/>
              </a:schemeClr>
            </a:solidFill>
          </a:ln>
        </p:spPr>
      </p:pic>
      <p:sp>
        <p:nvSpPr>
          <p:cNvPr id="24" name="object 14">
            <a:extLst>
              <a:ext uri="{FF2B5EF4-FFF2-40B4-BE49-F238E27FC236}">
                <a16:creationId xmlns:a16="http://schemas.microsoft.com/office/drawing/2014/main" id="{76B83EB2-312E-49BB-A12F-3A129AFABFE5}"/>
              </a:ext>
            </a:extLst>
          </p:cNvPr>
          <p:cNvSpPr/>
          <p:nvPr/>
        </p:nvSpPr>
        <p:spPr>
          <a:xfrm>
            <a:off x="780365" y="4923369"/>
            <a:ext cx="13926235" cy="4826267"/>
          </a:xfrm>
          <a:custGeom>
            <a:avLst/>
            <a:gdLst/>
            <a:ahLst/>
            <a:cxnLst/>
            <a:rect l="l" t="t" r="r" b="b"/>
            <a:pathLst>
              <a:path w="11048365" h="2179954">
                <a:moveTo>
                  <a:pt x="761995" y="0"/>
                </a:moveTo>
                <a:lnTo>
                  <a:pt x="10286238" y="0"/>
                </a:lnTo>
                <a:lnTo>
                  <a:pt x="10334426" y="1495"/>
                </a:lnTo>
                <a:lnTo>
                  <a:pt x="10381817" y="5930"/>
                </a:lnTo>
                <a:lnTo>
                  <a:pt x="10428324" y="13215"/>
                </a:lnTo>
                <a:lnTo>
                  <a:pt x="10473857" y="23260"/>
                </a:lnTo>
                <a:lnTo>
                  <a:pt x="10518326" y="35976"/>
                </a:lnTo>
                <a:lnTo>
                  <a:pt x="10561642" y="51275"/>
                </a:lnTo>
                <a:lnTo>
                  <a:pt x="10603715" y="69066"/>
                </a:lnTo>
                <a:lnTo>
                  <a:pt x="10644457" y="89261"/>
                </a:lnTo>
                <a:lnTo>
                  <a:pt x="10683777" y="111770"/>
                </a:lnTo>
                <a:lnTo>
                  <a:pt x="10721587" y="136505"/>
                </a:lnTo>
                <a:lnTo>
                  <a:pt x="10757798" y="163375"/>
                </a:lnTo>
                <a:lnTo>
                  <a:pt x="10792319" y="192292"/>
                </a:lnTo>
                <a:lnTo>
                  <a:pt x="10825061" y="223166"/>
                </a:lnTo>
                <a:lnTo>
                  <a:pt x="10855935" y="255909"/>
                </a:lnTo>
                <a:lnTo>
                  <a:pt x="10884853" y="290429"/>
                </a:lnTo>
                <a:lnTo>
                  <a:pt x="10911723" y="326639"/>
                </a:lnTo>
                <a:lnTo>
                  <a:pt x="10936459" y="364449"/>
                </a:lnTo>
                <a:lnTo>
                  <a:pt x="10958969" y="403769"/>
                </a:lnTo>
                <a:lnTo>
                  <a:pt x="10979164" y="444511"/>
                </a:lnTo>
                <a:lnTo>
                  <a:pt x="10996957" y="486584"/>
                </a:lnTo>
                <a:lnTo>
                  <a:pt x="11012257" y="529900"/>
                </a:lnTo>
                <a:lnTo>
                  <a:pt x="11024974" y="574370"/>
                </a:lnTo>
                <a:lnTo>
                  <a:pt x="11035021" y="619903"/>
                </a:lnTo>
                <a:lnTo>
                  <a:pt x="11042308" y="666411"/>
                </a:lnTo>
                <a:lnTo>
                  <a:pt x="11046745" y="713805"/>
                </a:lnTo>
                <a:lnTo>
                  <a:pt x="11048244" y="761995"/>
                </a:lnTo>
                <a:lnTo>
                  <a:pt x="11048244" y="1417891"/>
                </a:lnTo>
                <a:lnTo>
                  <a:pt x="11046744" y="1466081"/>
                </a:lnTo>
                <a:lnTo>
                  <a:pt x="11042307" y="1513474"/>
                </a:lnTo>
                <a:lnTo>
                  <a:pt x="11035019" y="1559982"/>
                </a:lnTo>
                <a:lnTo>
                  <a:pt x="11024972" y="1605515"/>
                </a:lnTo>
                <a:lnTo>
                  <a:pt x="11012254" y="1649983"/>
                </a:lnTo>
                <a:lnTo>
                  <a:pt x="10996954" y="1693299"/>
                </a:lnTo>
                <a:lnTo>
                  <a:pt x="10979161" y="1735372"/>
                </a:lnTo>
                <a:lnTo>
                  <a:pt x="10958965" y="1776113"/>
                </a:lnTo>
                <a:lnTo>
                  <a:pt x="10936455" y="1815433"/>
                </a:lnTo>
                <a:lnTo>
                  <a:pt x="10911720" y="1853242"/>
                </a:lnTo>
                <a:lnTo>
                  <a:pt x="10884850" y="1889452"/>
                </a:lnTo>
                <a:lnTo>
                  <a:pt x="10855932" y="1923973"/>
                </a:lnTo>
                <a:lnTo>
                  <a:pt x="10825058" y="1956715"/>
                </a:lnTo>
                <a:lnTo>
                  <a:pt x="10792316" y="1987589"/>
                </a:lnTo>
                <a:lnTo>
                  <a:pt x="10757795" y="2016506"/>
                </a:lnTo>
                <a:lnTo>
                  <a:pt x="10721586" y="2043376"/>
                </a:lnTo>
                <a:lnTo>
                  <a:pt x="10683776" y="2068111"/>
                </a:lnTo>
                <a:lnTo>
                  <a:pt x="10644456" y="2090621"/>
                </a:lnTo>
                <a:lnTo>
                  <a:pt x="10603714" y="2110816"/>
                </a:lnTo>
                <a:lnTo>
                  <a:pt x="10561641" y="2128607"/>
                </a:lnTo>
                <a:lnTo>
                  <a:pt x="10518325" y="2143906"/>
                </a:lnTo>
                <a:lnTo>
                  <a:pt x="10473856" y="2156623"/>
                </a:lnTo>
                <a:lnTo>
                  <a:pt x="10428324" y="2166668"/>
                </a:lnTo>
                <a:lnTo>
                  <a:pt x="10381817" y="2173953"/>
                </a:lnTo>
                <a:lnTo>
                  <a:pt x="10334425" y="2178389"/>
                </a:lnTo>
                <a:lnTo>
                  <a:pt x="10286238" y="2179886"/>
                </a:lnTo>
                <a:lnTo>
                  <a:pt x="761995" y="2179887"/>
                </a:lnTo>
                <a:lnTo>
                  <a:pt x="713805" y="2178387"/>
                </a:lnTo>
                <a:lnTo>
                  <a:pt x="666411" y="2173949"/>
                </a:lnTo>
                <a:lnTo>
                  <a:pt x="619903" y="2166662"/>
                </a:lnTo>
                <a:lnTo>
                  <a:pt x="574371" y="2156614"/>
                </a:lnTo>
                <a:lnTo>
                  <a:pt x="529902" y="2143895"/>
                </a:lnTo>
                <a:lnTo>
                  <a:pt x="486587" y="2128594"/>
                </a:lnTo>
                <a:lnTo>
                  <a:pt x="444515" y="2110801"/>
                </a:lnTo>
                <a:lnTo>
                  <a:pt x="403776" y="2090605"/>
                </a:lnTo>
                <a:lnTo>
                  <a:pt x="364457" y="2068095"/>
                </a:lnTo>
                <a:lnTo>
                  <a:pt x="326649" y="2043360"/>
                </a:lnTo>
                <a:lnTo>
                  <a:pt x="290441" y="2016489"/>
                </a:lnTo>
                <a:lnTo>
                  <a:pt x="255922" y="1987573"/>
                </a:lnTo>
                <a:lnTo>
                  <a:pt x="223182" y="1956700"/>
                </a:lnTo>
                <a:lnTo>
                  <a:pt x="192309" y="1923959"/>
                </a:lnTo>
                <a:lnTo>
                  <a:pt x="163393" y="1889440"/>
                </a:lnTo>
                <a:lnTo>
                  <a:pt x="136524" y="1853232"/>
                </a:lnTo>
                <a:lnTo>
                  <a:pt x="111789" y="1815424"/>
                </a:lnTo>
                <a:lnTo>
                  <a:pt x="89280" y="1776106"/>
                </a:lnTo>
                <a:lnTo>
                  <a:pt x="69084" y="1735366"/>
                </a:lnTo>
                <a:lnTo>
                  <a:pt x="51291" y="1693294"/>
                </a:lnTo>
                <a:lnTo>
                  <a:pt x="35991" y="1649980"/>
                </a:lnTo>
                <a:lnTo>
                  <a:pt x="23272" y="1605512"/>
                </a:lnTo>
                <a:lnTo>
                  <a:pt x="13225" y="1559980"/>
                </a:lnTo>
                <a:lnTo>
                  <a:pt x="5937" y="1513473"/>
                </a:lnTo>
                <a:lnTo>
                  <a:pt x="1499" y="1466080"/>
                </a:lnTo>
                <a:lnTo>
                  <a:pt x="0" y="1417891"/>
                </a:lnTo>
                <a:lnTo>
                  <a:pt x="0" y="761995"/>
                </a:lnTo>
                <a:lnTo>
                  <a:pt x="1498" y="713805"/>
                </a:lnTo>
                <a:lnTo>
                  <a:pt x="5936" y="666412"/>
                </a:lnTo>
                <a:lnTo>
                  <a:pt x="13223" y="619904"/>
                </a:lnTo>
                <a:lnTo>
                  <a:pt x="23270" y="574371"/>
                </a:lnTo>
                <a:lnTo>
                  <a:pt x="35988" y="529903"/>
                </a:lnTo>
                <a:lnTo>
                  <a:pt x="51288" y="486588"/>
                </a:lnTo>
                <a:lnTo>
                  <a:pt x="69081" y="444516"/>
                </a:lnTo>
                <a:lnTo>
                  <a:pt x="89277" y="403776"/>
                </a:lnTo>
                <a:lnTo>
                  <a:pt x="111787" y="364457"/>
                </a:lnTo>
                <a:lnTo>
                  <a:pt x="136522" y="326649"/>
                </a:lnTo>
                <a:lnTo>
                  <a:pt x="163392" y="290441"/>
                </a:lnTo>
                <a:lnTo>
                  <a:pt x="192308" y="255922"/>
                </a:lnTo>
                <a:lnTo>
                  <a:pt x="223181" y="223181"/>
                </a:lnTo>
                <a:lnTo>
                  <a:pt x="255922" y="192308"/>
                </a:lnTo>
                <a:lnTo>
                  <a:pt x="290441" y="163392"/>
                </a:lnTo>
                <a:lnTo>
                  <a:pt x="326650" y="136522"/>
                </a:lnTo>
                <a:lnTo>
                  <a:pt x="364458" y="111788"/>
                </a:lnTo>
                <a:lnTo>
                  <a:pt x="403776" y="89278"/>
                </a:lnTo>
                <a:lnTo>
                  <a:pt x="444516" y="69082"/>
                </a:lnTo>
                <a:lnTo>
                  <a:pt x="486589" y="51289"/>
                </a:lnTo>
                <a:lnTo>
                  <a:pt x="529903" y="35989"/>
                </a:lnTo>
                <a:lnTo>
                  <a:pt x="574372" y="23271"/>
                </a:lnTo>
                <a:lnTo>
                  <a:pt x="619904" y="13224"/>
                </a:lnTo>
                <a:lnTo>
                  <a:pt x="666412" y="5936"/>
                </a:lnTo>
                <a:lnTo>
                  <a:pt x="713805" y="1499"/>
                </a:lnTo>
                <a:lnTo>
                  <a:pt x="761995" y="0"/>
                </a:lnTo>
              </a:path>
            </a:pathLst>
          </a:custGeom>
          <a:ln w="57150">
            <a:solidFill>
              <a:srgbClr val="BA9977"/>
            </a:solidFill>
          </a:ln>
        </p:spPr>
        <p:txBody>
          <a:bodyPr wrap="square" lIns="0" tIns="0" rIns="0" bIns="0" rtlCol="0"/>
          <a:lstStyle/>
          <a:p>
            <a:endParaRPr/>
          </a:p>
        </p:txBody>
      </p:sp>
      <p:pic>
        <p:nvPicPr>
          <p:cNvPr id="25" name="object 2">
            <a:extLst>
              <a:ext uri="{FF2B5EF4-FFF2-40B4-BE49-F238E27FC236}">
                <a16:creationId xmlns:a16="http://schemas.microsoft.com/office/drawing/2014/main" id="{AB1DBE66-ED0D-4131-B30B-CCD6A831E94E}"/>
              </a:ext>
            </a:extLst>
          </p:cNvPr>
          <p:cNvPicPr/>
          <p:nvPr/>
        </p:nvPicPr>
        <p:blipFill>
          <a:blip r:embed="rId6" cstate="print"/>
          <a:stretch>
            <a:fillRect/>
          </a:stretch>
        </p:blipFill>
        <p:spPr>
          <a:xfrm rot="11635077">
            <a:off x="-66558" y="9090503"/>
            <a:ext cx="1693843" cy="1305461"/>
          </a:xfrm>
          <a:prstGeom prst="rect">
            <a:avLst/>
          </a:prstGeom>
        </p:spPr>
      </p:pic>
    </p:spTree>
    <p:extLst>
      <p:ext uri="{BB962C8B-B14F-4D97-AF65-F5344CB8AC3E}">
        <p14:creationId xmlns:p14="http://schemas.microsoft.com/office/powerpoint/2010/main" val="3086616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997"/>
            <a:ext cx="2988147" cy="2641599"/>
          </a:xfrm>
          <a:prstGeom prst="rect">
            <a:avLst/>
          </a:prstGeom>
        </p:spPr>
      </p:pic>
      <p:pic>
        <p:nvPicPr>
          <p:cNvPr id="3" name="object 3"/>
          <p:cNvPicPr/>
          <p:nvPr/>
        </p:nvPicPr>
        <p:blipFill>
          <a:blip r:embed="rId3" cstate="print"/>
          <a:stretch>
            <a:fillRect/>
          </a:stretch>
        </p:blipFill>
        <p:spPr>
          <a:xfrm>
            <a:off x="14396418" y="1312837"/>
            <a:ext cx="3612813" cy="3733799"/>
          </a:xfrm>
          <a:prstGeom prst="rect">
            <a:avLst/>
          </a:prstGeom>
        </p:spPr>
      </p:pic>
      <p:pic>
        <p:nvPicPr>
          <p:cNvPr id="4" name="object 4"/>
          <p:cNvPicPr/>
          <p:nvPr/>
        </p:nvPicPr>
        <p:blipFill>
          <a:blip r:embed="rId4" cstate="print"/>
          <a:stretch>
            <a:fillRect/>
          </a:stretch>
        </p:blipFill>
        <p:spPr>
          <a:xfrm>
            <a:off x="392855" y="7488466"/>
            <a:ext cx="3551892" cy="2798492"/>
          </a:xfrm>
          <a:prstGeom prst="rect">
            <a:avLst/>
          </a:prstGeom>
        </p:spPr>
      </p:pic>
      <p:pic>
        <p:nvPicPr>
          <p:cNvPr id="5" name="object 5"/>
          <p:cNvPicPr/>
          <p:nvPr/>
        </p:nvPicPr>
        <p:blipFill>
          <a:blip r:embed="rId5" cstate="print"/>
          <a:stretch>
            <a:fillRect/>
          </a:stretch>
        </p:blipFill>
        <p:spPr>
          <a:xfrm>
            <a:off x="15082279" y="6946898"/>
            <a:ext cx="3216583" cy="3234137"/>
          </a:xfrm>
          <a:prstGeom prst="rect">
            <a:avLst/>
          </a:prstGeom>
        </p:spPr>
      </p:pic>
      <p:sp>
        <p:nvSpPr>
          <p:cNvPr id="7" name="object 7"/>
          <p:cNvSpPr/>
          <p:nvPr/>
        </p:nvSpPr>
        <p:spPr>
          <a:xfrm>
            <a:off x="4096661" y="439679"/>
            <a:ext cx="10765155" cy="1739900"/>
          </a:xfrm>
          <a:custGeom>
            <a:avLst/>
            <a:gdLst/>
            <a:ahLst/>
            <a:cxnLst/>
            <a:rect l="l" t="t" r="r" b="b"/>
            <a:pathLst>
              <a:path w="10765155" h="1739900">
                <a:moveTo>
                  <a:pt x="10567021" y="1739800"/>
                </a:moveTo>
                <a:lnTo>
                  <a:pt x="200025" y="1739800"/>
                </a:lnTo>
                <a:lnTo>
                  <a:pt x="154161" y="1734518"/>
                </a:lnTo>
                <a:lnTo>
                  <a:pt x="112059" y="1719470"/>
                </a:lnTo>
                <a:lnTo>
                  <a:pt x="74919" y="1695857"/>
                </a:lnTo>
                <a:lnTo>
                  <a:pt x="43943" y="1664881"/>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5" y="0"/>
                </a:lnTo>
                <a:lnTo>
                  <a:pt x="10567021" y="0"/>
                </a:lnTo>
                <a:lnTo>
                  <a:pt x="10612881" y="5282"/>
                </a:lnTo>
                <a:lnTo>
                  <a:pt x="10654979" y="20330"/>
                </a:lnTo>
                <a:lnTo>
                  <a:pt x="10692116" y="43943"/>
                </a:lnTo>
                <a:lnTo>
                  <a:pt x="10723090" y="74919"/>
                </a:lnTo>
                <a:lnTo>
                  <a:pt x="10746701" y="112059"/>
                </a:lnTo>
                <a:lnTo>
                  <a:pt x="10761749" y="154161"/>
                </a:lnTo>
                <a:lnTo>
                  <a:pt x="10765014" y="182514"/>
                </a:lnTo>
                <a:lnTo>
                  <a:pt x="10765014" y="1557286"/>
                </a:lnTo>
                <a:lnTo>
                  <a:pt x="10746701" y="1627741"/>
                </a:lnTo>
                <a:lnTo>
                  <a:pt x="10723090" y="1664881"/>
                </a:lnTo>
                <a:lnTo>
                  <a:pt x="10692116" y="1695857"/>
                </a:lnTo>
                <a:lnTo>
                  <a:pt x="10654979" y="1719470"/>
                </a:lnTo>
                <a:lnTo>
                  <a:pt x="10612881" y="1734518"/>
                </a:lnTo>
                <a:lnTo>
                  <a:pt x="10567021" y="1739800"/>
                </a:lnTo>
                <a:close/>
              </a:path>
            </a:pathLst>
          </a:custGeom>
          <a:solidFill>
            <a:srgbClr val="DABD9D">
              <a:alpha val="78999"/>
            </a:srgbClr>
          </a:solidFill>
        </p:spPr>
        <p:txBody>
          <a:bodyPr wrap="square" lIns="0" tIns="0" rIns="0" bIns="0" rtlCol="0"/>
          <a:lstStyle/>
          <a:p>
            <a:endParaRPr/>
          </a:p>
        </p:txBody>
      </p:sp>
      <p:sp>
        <p:nvSpPr>
          <p:cNvPr id="10" name="object 10"/>
          <p:cNvSpPr/>
          <p:nvPr/>
        </p:nvSpPr>
        <p:spPr>
          <a:xfrm>
            <a:off x="10783030" y="5262188"/>
            <a:ext cx="5325110" cy="3386512"/>
          </a:xfrm>
          <a:custGeom>
            <a:avLst/>
            <a:gdLst/>
            <a:ahLst/>
            <a:cxnLst/>
            <a:rect l="l" t="t" r="r" b="b"/>
            <a:pathLst>
              <a:path w="5325109" h="3600450">
                <a:moveTo>
                  <a:pt x="5324483" y="2890849"/>
                </a:moveTo>
                <a:lnTo>
                  <a:pt x="5320319" y="2935385"/>
                </a:lnTo>
                <a:lnTo>
                  <a:pt x="5313031" y="2981893"/>
                </a:lnTo>
                <a:lnTo>
                  <a:pt x="5302983" y="3027425"/>
                </a:lnTo>
                <a:lnTo>
                  <a:pt x="5290263" y="3071893"/>
                </a:lnTo>
                <a:lnTo>
                  <a:pt x="5274962" y="3115207"/>
                </a:lnTo>
                <a:lnTo>
                  <a:pt x="5257169" y="3157278"/>
                </a:lnTo>
                <a:lnTo>
                  <a:pt x="5236972" y="3198017"/>
                </a:lnTo>
                <a:lnTo>
                  <a:pt x="5214462" y="3237335"/>
                </a:lnTo>
                <a:lnTo>
                  <a:pt x="5189728" y="3275142"/>
                </a:lnTo>
                <a:lnTo>
                  <a:pt x="5162858" y="3311350"/>
                </a:lnTo>
                <a:lnTo>
                  <a:pt x="5133942" y="3345868"/>
                </a:lnTo>
                <a:lnTo>
                  <a:pt x="5103069" y="3378608"/>
                </a:lnTo>
                <a:lnTo>
                  <a:pt x="5070329" y="3409480"/>
                </a:lnTo>
                <a:lnTo>
                  <a:pt x="5035810" y="3438396"/>
                </a:lnTo>
                <a:lnTo>
                  <a:pt x="4999603" y="3465265"/>
                </a:lnTo>
                <a:lnTo>
                  <a:pt x="4961796" y="3489999"/>
                </a:lnTo>
                <a:lnTo>
                  <a:pt x="4922478" y="3512509"/>
                </a:lnTo>
                <a:lnTo>
                  <a:pt x="4881739" y="3532705"/>
                </a:lnTo>
                <a:lnTo>
                  <a:pt x="4839669" y="3550497"/>
                </a:lnTo>
                <a:lnTo>
                  <a:pt x="4796355" y="3565798"/>
                </a:lnTo>
                <a:lnTo>
                  <a:pt x="4751888" y="3578517"/>
                </a:lnTo>
                <a:lnTo>
                  <a:pt x="4706356" y="3588565"/>
                </a:lnTo>
                <a:lnTo>
                  <a:pt x="4659850" y="3595853"/>
                </a:lnTo>
                <a:lnTo>
                  <a:pt x="4612457" y="3600291"/>
                </a:lnTo>
                <a:lnTo>
                  <a:pt x="4607368" y="3600450"/>
                </a:lnTo>
              </a:path>
              <a:path w="5325109" h="3600450">
                <a:moveTo>
                  <a:pt x="718921" y="3600452"/>
                </a:moveTo>
                <a:lnTo>
                  <a:pt x="666437" y="3595852"/>
                </a:lnTo>
                <a:lnTo>
                  <a:pt x="619930" y="3588564"/>
                </a:lnTo>
                <a:lnTo>
                  <a:pt x="574399" y="3578516"/>
                </a:lnTo>
                <a:lnTo>
                  <a:pt x="529931" y="3565797"/>
                </a:lnTo>
                <a:lnTo>
                  <a:pt x="486618" y="3550496"/>
                </a:lnTo>
                <a:lnTo>
                  <a:pt x="444547" y="3532703"/>
                </a:lnTo>
                <a:lnTo>
                  <a:pt x="403808" y="3512507"/>
                </a:lnTo>
                <a:lnTo>
                  <a:pt x="364490" y="3489997"/>
                </a:lnTo>
                <a:lnTo>
                  <a:pt x="326683" y="3465263"/>
                </a:lnTo>
                <a:lnTo>
                  <a:pt x="290476" y="3438393"/>
                </a:lnTo>
                <a:lnTo>
                  <a:pt x="255957" y="3409478"/>
                </a:lnTo>
                <a:lnTo>
                  <a:pt x="223217" y="3378605"/>
                </a:lnTo>
                <a:lnTo>
                  <a:pt x="192344" y="3345865"/>
                </a:lnTo>
                <a:lnTo>
                  <a:pt x="163429" y="3311347"/>
                </a:lnTo>
                <a:lnTo>
                  <a:pt x="136559" y="3275140"/>
                </a:lnTo>
                <a:lnTo>
                  <a:pt x="111824" y="3237332"/>
                </a:lnTo>
                <a:lnTo>
                  <a:pt x="89314" y="3198015"/>
                </a:lnTo>
                <a:lnTo>
                  <a:pt x="69118" y="3157276"/>
                </a:lnTo>
                <a:lnTo>
                  <a:pt x="51325" y="3115204"/>
                </a:lnTo>
                <a:lnTo>
                  <a:pt x="36024" y="3071890"/>
                </a:lnTo>
                <a:lnTo>
                  <a:pt x="23305" y="3027423"/>
                </a:lnTo>
                <a:lnTo>
                  <a:pt x="13257" y="2981891"/>
                </a:lnTo>
                <a:lnTo>
                  <a:pt x="5969" y="2935384"/>
                </a:lnTo>
                <a:lnTo>
                  <a:pt x="1530" y="2887991"/>
                </a:lnTo>
                <a:lnTo>
                  <a:pt x="0" y="2839802"/>
                </a:lnTo>
                <a:lnTo>
                  <a:pt x="0" y="761986"/>
                </a:lnTo>
                <a:lnTo>
                  <a:pt x="1528" y="713798"/>
                </a:lnTo>
                <a:lnTo>
                  <a:pt x="5965" y="666405"/>
                </a:lnTo>
                <a:lnTo>
                  <a:pt x="13251" y="619897"/>
                </a:lnTo>
                <a:lnTo>
                  <a:pt x="23298" y="574365"/>
                </a:lnTo>
                <a:lnTo>
                  <a:pt x="36016" y="529897"/>
                </a:lnTo>
                <a:lnTo>
                  <a:pt x="51316" y="486582"/>
                </a:lnTo>
                <a:lnTo>
                  <a:pt x="69108" y="444510"/>
                </a:lnTo>
                <a:lnTo>
                  <a:pt x="89304" y="403770"/>
                </a:lnTo>
                <a:lnTo>
                  <a:pt x="111814" y="364452"/>
                </a:lnTo>
                <a:lnTo>
                  <a:pt x="136549" y="326644"/>
                </a:lnTo>
                <a:lnTo>
                  <a:pt x="163419" y="290436"/>
                </a:lnTo>
                <a:lnTo>
                  <a:pt x="192335" y="255918"/>
                </a:lnTo>
                <a:lnTo>
                  <a:pt x="223209" y="223177"/>
                </a:lnTo>
                <a:lnTo>
                  <a:pt x="255950" y="192305"/>
                </a:lnTo>
                <a:lnTo>
                  <a:pt x="290469" y="163390"/>
                </a:lnTo>
                <a:lnTo>
                  <a:pt x="326677" y="136520"/>
                </a:lnTo>
                <a:lnTo>
                  <a:pt x="364485" y="111787"/>
                </a:lnTo>
                <a:lnTo>
                  <a:pt x="403804" y="89278"/>
                </a:lnTo>
                <a:lnTo>
                  <a:pt x="444544" y="69082"/>
                </a:lnTo>
                <a:lnTo>
                  <a:pt x="486615" y="51290"/>
                </a:lnTo>
                <a:lnTo>
                  <a:pt x="529930" y="35990"/>
                </a:lnTo>
                <a:lnTo>
                  <a:pt x="574398" y="23272"/>
                </a:lnTo>
                <a:lnTo>
                  <a:pt x="619930" y="13225"/>
                </a:lnTo>
                <a:lnTo>
                  <a:pt x="666436" y="5937"/>
                </a:lnTo>
                <a:lnTo>
                  <a:pt x="713829" y="1499"/>
                </a:lnTo>
                <a:lnTo>
                  <a:pt x="762018" y="0"/>
                </a:lnTo>
                <a:lnTo>
                  <a:pt x="4564268" y="0"/>
                </a:lnTo>
                <a:lnTo>
                  <a:pt x="4612457" y="1499"/>
                </a:lnTo>
                <a:lnTo>
                  <a:pt x="4659850" y="5937"/>
                </a:lnTo>
                <a:lnTo>
                  <a:pt x="4706357" y="13225"/>
                </a:lnTo>
                <a:lnTo>
                  <a:pt x="4751888" y="23272"/>
                </a:lnTo>
                <a:lnTo>
                  <a:pt x="4796356" y="35990"/>
                </a:lnTo>
                <a:lnTo>
                  <a:pt x="4839670" y="51290"/>
                </a:lnTo>
                <a:lnTo>
                  <a:pt x="4881742" y="69081"/>
                </a:lnTo>
                <a:lnTo>
                  <a:pt x="4922482" y="89276"/>
                </a:lnTo>
                <a:lnTo>
                  <a:pt x="4961800" y="111785"/>
                </a:lnTo>
                <a:lnTo>
                  <a:pt x="4999608" y="136519"/>
                </a:lnTo>
                <a:lnTo>
                  <a:pt x="5035817" y="163388"/>
                </a:lnTo>
                <a:lnTo>
                  <a:pt x="5070336" y="192303"/>
                </a:lnTo>
                <a:lnTo>
                  <a:pt x="5103077" y="223175"/>
                </a:lnTo>
                <a:lnTo>
                  <a:pt x="5133950" y="255915"/>
                </a:lnTo>
                <a:lnTo>
                  <a:pt x="5162867" y="290434"/>
                </a:lnTo>
                <a:lnTo>
                  <a:pt x="5189737" y="326642"/>
                </a:lnTo>
                <a:lnTo>
                  <a:pt x="5214472" y="364449"/>
                </a:lnTo>
                <a:lnTo>
                  <a:pt x="5236982" y="403768"/>
                </a:lnTo>
                <a:lnTo>
                  <a:pt x="5257178" y="444508"/>
                </a:lnTo>
                <a:lnTo>
                  <a:pt x="5274971" y="486580"/>
                </a:lnTo>
                <a:lnTo>
                  <a:pt x="5290271" y="529895"/>
                </a:lnTo>
                <a:lnTo>
                  <a:pt x="5302989" y="574364"/>
                </a:lnTo>
                <a:lnTo>
                  <a:pt x="5313036" y="619896"/>
                </a:lnTo>
                <a:lnTo>
                  <a:pt x="5320323" y="666404"/>
                </a:lnTo>
                <a:lnTo>
                  <a:pt x="5324480" y="710911"/>
                </a:lnTo>
              </a:path>
            </a:pathLst>
          </a:custGeom>
          <a:ln w="57150">
            <a:solidFill>
              <a:srgbClr val="BA9977"/>
            </a:solidFill>
          </a:ln>
        </p:spPr>
        <p:txBody>
          <a:bodyPr wrap="square" lIns="0" tIns="0" rIns="0" bIns="0" rtlCol="0"/>
          <a:lstStyle/>
          <a:p>
            <a:endParaRPr/>
          </a:p>
        </p:txBody>
      </p:sp>
      <p:sp>
        <p:nvSpPr>
          <p:cNvPr id="11" name="object 11"/>
          <p:cNvSpPr txBox="1">
            <a:spLocks noGrp="1"/>
          </p:cNvSpPr>
          <p:nvPr>
            <p:ph type="title"/>
          </p:nvPr>
        </p:nvSpPr>
        <p:spPr>
          <a:xfrm>
            <a:off x="3336093" y="292901"/>
            <a:ext cx="12385040" cy="1775161"/>
          </a:xfrm>
          <a:prstGeom prst="rect">
            <a:avLst/>
          </a:prstGeom>
        </p:spPr>
        <p:txBody>
          <a:bodyPr vert="horz" wrap="square" lIns="0" tIns="116835" rIns="0" bIns="0" rtlCol="0">
            <a:spAutoFit/>
          </a:bodyPr>
          <a:lstStyle/>
          <a:p>
            <a:pPr marL="3900170" marR="5080" indent="-2665095">
              <a:lnSpc>
                <a:spcPct val="115900"/>
              </a:lnSpc>
              <a:spcBef>
                <a:spcPts val="100"/>
              </a:spcBef>
            </a:pPr>
            <a:r>
              <a:rPr sz="4800" spc="285" dirty="0"/>
              <a:t>Q1</a:t>
            </a:r>
            <a:r>
              <a:rPr sz="4800" spc="130" dirty="0"/>
              <a:t> </a:t>
            </a:r>
            <a:r>
              <a:rPr sz="4800" spc="795" dirty="0"/>
              <a:t>-</a:t>
            </a:r>
            <a:r>
              <a:rPr sz="4800" spc="135" dirty="0"/>
              <a:t> </a:t>
            </a:r>
            <a:r>
              <a:rPr lang="en-US" sz="4800" spc="320" dirty="0"/>
              <a:t>What is the total revenue generated?</a:t>
            </a:r>
            <a:endParaRPr sz="4800" dirty="0">
              <a:latin typeface="Arial"/>
              <a:cs typeface="Arial"/>
            </a:endParaRPr>
          </a:p>
        </p:txBody>
      </p:sp>
      <p:sp>
        <p:nvSpPr>
          <p:cNvPr id="12" name="object 12"/>
          <p:cNvSpPr txBox="1"/>
          <p:nvPr/>
        </p:nvSpPr>
        <p:spPr>
          <a:xfrm>
            <a:off x="1524000" y="6210300"/>
            <a:ext cx="8777912" cy="1603644"/>
          </a:xfrm>
          <a:prstGeom prst="rect">
            <a:avLst/>
          </a:prstGeom>
        </p:spPr>
        <p:txBody>
          <a:bodyPr vert="horz" wrap="square" lIns="0" tIns="94615" rIns="0" bIns="0" rtlCol="0">
            <a:spAutoFit/>
          </a:bodyPr>
          <a:lstStyle/>
          <a:p>
            <a:pPr marL="12700">
              <a:lnSpc>
                <a:spcPct val="100000"/>
              </a:lnSpc>
              <a:spcBef>
                <a:spcPts val="745"/>
              </a:spcBef>
            </a:pPr>
            <a:r>
              <a:rPr sz="3400" spc="-130" dirty="0">
                <a:solidFill>
                  <a:srgbClr val="672912"/>
                </a:solidFill>
                <a:latin typeface="Verdana"/>
                <a:cs typeface="Verdana"/>
              </a:rPr>
              <a:t>Insight</a:t>
            </a:r>
            <a:r>
              <a:rPr sz="3400" spc="-720" dirty="0">
                <a:solidFill>
                  <a:srgbClr val="672912"/>
                </a:solidFill>
                <a:latin typeface="Verdana"/>
                <a:cs typeface="Verdana"/>
              </a:rPr>
              <a:t>:</a:t>
            </a:r>
            <a:r>
              <a:rPr lang="en-US" sz="3400" spc="-720" dirty="0">
                <a:solidFill>
                  <a:srgbClr val="672912"/>
                </a:solidFill>
                <a:latin typeface="Verdana"/>
                <a:cs typeface="Verdana"/>
              </a:rPr>
              <a:t> </a:t>
            </a:r>
            <a:r>
              <a:rPr lang="en-US" sz="3200" dirty="0">
                <a:solidFill>
                  <a:schemeClr val="accent2">
                    <a:lumMod val="50000"/>
                  </a:schemeClr>
                </a:solidFill>
              </a:rPr>
              <a:t>The business generated a total revenue of ₹817,860.05 from pizza sales during the analyzed period.</a:t>
            </a:r>
            <a:endParaRPr sz="3400" dirty="0">
              <a:solidFill>
                <a:schemeClr val="accent2">
                  <a:lumMod val="50000"/>
                </a:schemeClr>
              </a:solidFill>
              <a:latin typeface="Verdana"/>
              <a:cs typeface="Verdana"/>
            </a:endParaRPr>
          </a:p>
        </p:txBody>
      </p:sp>
      <p:sp>
        <p:nvSpPr>
          <p:cNvPr id="13" name="object 13"/>
          <p:cNvSpPr/>
          <p:nvPr/>
        </p:nvSpPr>
        <p:spPr>
          <a:xfrm>
            <a:off x="1262841" y="5973165"/>
            <a:ext cx="9144000" cy="2179955"/>
          </a:xfrm>
          <a:custGeom>
            <a:avLst/>
            <a:gdLst/>
            <a:ahLst/>
            <a:cxnLst/>
            <a:rect l="l" t="t" r="r" b="b"/>
            <a:pathLst>
              <a:path w="9144000" h="2179954">
                <a:moveTo>
                  <a:pt x="9143988" y="1427861"/>
                </a:moveTo>
                <a:lnTo>
                  <a:pt x="9142809" y="1466082"/>
                </a:lnTo>
                <a:lnTo>
                  <a:pt x="9138370" y="1513475"/>
                </a:lnTo>
                <a:lnTo>
                  <a:pt x="9131081" y="1559982"/>
                </a:lnTo>
                <a:lnTo>
                  <a:pt x="9121031" y="1605515"/>
                </a:lnTo>
                <a:lnTo>
                  <a:pt x="9108311" y="1649983"/>
                </a:lnTo>
                <a:lnTo>
                  <a:pt x="9093009" y="1693297"/>
                </a:lnTo>
                <a:lnTo>
                  <a:pt x="9075215" y="1735368"/>
                </a:lnTo>
                <a:lnTo>
                  <a:pt x="9055018" y="1776107"/>
                </a:lnTo>
                <a:lnTo>
                  <a:pt x="9032507" y="1815425"/>
                </a:lnTo>
                <a:lnTo>
                  <a:pt x="9007771" y="1853232"/>
                </a:lnTo>
                <a:lnTo>
                  <a:pt x="8980900" y="1889439"/>
                </a:lnTo>
                <a:lnTo>
                  <a:pt x="8951983" y="1923957"/>
                </a:lnTo>
                <a:lnTo>
                  <a:pt x="8921110" y="1956696"/>
                </a:lnTo>
                <a:lnTo>
                  <a:pt x="8888369" y="1987568"/>
                </a:lnTo>
                <a:lnTo>
                  <a:pt x="8853849" y="2016483"/>
                </a:lnTo>
                <a:lnTo>
                  <a:pt x="8817641" y="2043352"/>
                </a:lnTo>
                <a:lnTo>
                  <a:pt x="8779833" y="2068085"/>
                </a:lnTo>
                <a:lnTo>
                  <a:pt x="8740515" y="2090594"/>
                </a:lnTo>
                <a:lnTo>
                  <a:pt x="8699776" y="2110789"/>
                </a:lnTo>
                <a:lnTo>
                  <a:pt x="8657704" y="2128581"/>
                </a:lnTo>
                <a:lnTo>
                  <a:pt x="8614391" y="2143880"/>
                </a:lnTo>
                <a:lnTo>
                  <a:pt x="8569923" y="2156598"/>
                </a:lnTo>
                <a:lnTo>
                  <a:pt x="8524392" y="2166645"/>
                </a:lnTo>
                <a:lnTo>
                  <a:pt x="8477885" y="2173932"/>
                </a:lnTo>
                <a:lnTo>
                  <a:pt x="8430493" y="2178369"/>
                </a:lnTo>
                <a:lnTo>
                  <a:pt x="8382305" y="2179868"/>
                </a:lnTo>
                <a:lnTo>
                  <a:pt x="761994" y="2179868"/>
                </a:lnTo>
                <a:lnTo>
                  <a:pt x="713805" y="2178369"/>
                </a:lnTo>
                <a:lnTo>
                  <a:pt x="666413" y="2173931"/>
                </a:lnTo>
                <a:lnTo>
                  <a:pt x="619906" y="2166644"/>
                </a:lnTo>
                <a:lnTo>
                  <a:pt x="574375" y="2156597"/>
                </a:lnTo>
                <a:lnTo>
                  <a:pt x="529907" y="2143879"/>
                </a:lnTo>
                <a:lnTo>
                  <a:pt x="486593" y="2128579"/>
                </a:lnTo>
                <a:lnTo>
                  <a:pt x="444522" y="2110786"/>
                </a:lnTo>
                <a:lnTo>
                  <a:pt x="403783" y="2090591"/>
                </a:lnTo>
                <a:lnTo>
                  <a:pt x="364465" y="2068082"/>
                </a:lnTo>
                <a:lnTo>
                  <a:pt x="326658" y="2043348"/>
                </a:lnTo>
                <a:lnTo>
                  <a:pt x="290450" y="2016479"/>
                </a:lnTo>
                <a:lnTo>
                  <a:pt x="255931" y="1987563"/>
                </a:lnTo>
                <a:lnTo>
                  <a:pt x="223191" y="1956691"/>
                </a:lnTo>
                <a:lnTo>
                  <a:pt x="192318" y="1923952"/>
                </a:lnTo>
                <a:lnTo>
                  <a:pt x="163402" y="1889433"/>
                </a:lnTo>
                <a:lnTo>
                  <a:pt x="136532" y="1853226"/>
                </a:lnTo>
                <a:lnTo>
                  <a:pt x="111797" y="1815420"/>
                </a:lnTo>
                <a:lnTo>
                  <a:pt x="89287" y="1776102"/>
                </a:lnTo>
                <a:lnTo>
                  <a:pt x="69090" y="1735363"/>
                </a:lnTo>
                <a:lnTo>
                  <a:pt x="51297" y="1693292"/>
                </a:lnTo>
                <a:lnTo>
                  <a:pt x="35996" y="1649979"/>
                </a:lnTo>
                <a:lnTo>
                  <a:pt x="23276" y="1605511"/>
                </a:lnTo>
                <a:lnTo>
                  <a:pt x="13227" y="1559980"/>
                </a:lnTo>
                <a:lnTo>
                  <a:pt x="5939" y="1513473"/>
                </a:lnTo>
                <a:lnTo>
                  <a:pt x="1499" y="1466080"/>
                </a:lnTo>
                <a:lnTo>
                  <a:pt x="0" y="1417891"/>
                </a:lnTo>
                <a:lnTo>
                  <a:pt x="0" y="761994"/>
                </a:lnTo>
                <a:lnTo>
                  <a:pt x="1499" y="713804"/>
                </a:lnTo>
                <a:lnTo>
                  <a:pt x="5937" y="666411"/>
                </a:lnTo>
                <a:lnTo>
                  <a:pt x="13225" y="619904"/>
                </a:lnTo>
                <a:lnTo>
                  <a:pt x="23273" y="574372"/>
                </a:lnTo>
                <a:lnTo>
                  <a:pt x="35992" y="529904"/>
                </a:lnTo>
                <a:lnTo>
                  <a:pt x="51292" y="486589"/>
                </a:lnTo>
                <a:lnTo>
                  <a:pt x="69085" y="444517"/>
                </a:lnTo>
                <a:lnTo>
                  <a:pt x="89281" y="403778"/>
                </a:lnTo>
                <a:lnTo>
                  <a:pt x="111791" y="364459"/>
                </a:lnTo>
                <a:lnTo>
                  <a:pt x="136525" y="326652"/>
                </a:lnTo>
                <a:lnTo>
                  <a:pt x="163395" y="290444"/>
                </a:lnTo>
                <a:lnTo>
                  <a:pt x="192311" y="255925"/>
                </a:lnTo>
                <a:lnTo>
                  <a:pt x="223184" y="223184"/>
                </a:lnTo>
                <a:lnTo>
                  <a:pt x="255924" y="192311"/>
                </a:lnTo>
                <a:lnTo>
                  <a:pt x="290443" y="163395"/>
                </a:lnTo>
                <a:lnTo>
                  <a:pt x="326651" y="136525"/>
                </a:lnTo>
                <a:lnTo>
                  <a:pt x="364459" y="111790"/>
                </a:lnTo>
                <a:lnTo>
                  <a:pt x="403777" y="89280"/>
                </a:lnTo>
                <a:lnTo>
                  <a:pt x="444517" y="69084"/>
                </a:lnTo>
                <a:lnTo>
                  <a:pt x="486588" y="51291"/>
                </a:lnTo>
                <a:lnTo>
                  <a:pt x="529903" y="35991"/>
                </a:lnTo>
                <a:lnTo>
                  <a:pt x="574371" y="23272"/>
                </a:lnTo>
                <a:lnTo>
                  <a:pt x="619904" y="13224"/>
                </a:lnTo>
                <a:lnTo>
                  <a:pt x="666411" y="5937"/>
                </a:lnTo>
                <a:lnTo>
                  <a:pt x="713804" y="1499"/>
                </a:lnTo>
                <a:lnTo>
                  <a:pt x="761994" y="0"/>
                </a:lnTo>
                <a:lnTo>
                  <a:pt x="8382305" y="0"/>
                </a:lnTo>
                <a:lnTo>
                  <a:pt x="8430494" y="1498"/>
                </a:lnTo>
                <a:lnTo>
                  <a:pt x="8477887" y="5936"/>
                </a:lnTo>
                <a:lnTo>
                  <a:pt x="8524394" y="13223"/>
                </a:lnTo>
                <a:lnTo>
                  <a:pt x="8569926" y="23270"/>
                </a:lnTo>
                <a:lnTo>
                  <a:pt x="8614394" y="35988"/>
                </a:lnTo>
                <a:lnTo>
                  <a:pt x="8657709" y="51288"/>
                </a:lnTo>
                <a:lnTo>
                  <a:pt x="8699781" y="69080"/>
                </a:lnTo>
                <a:lnTo>
                  <a:pt x="8740521" y="89276"/>
                </a:lnTo>
                <a:lnTo>
                  <a:pt x="8779840" y="111786"/>
                </a:lnTo>
                <a:lnTo>
                  <a:pt x="8817648" y="136520"/>
                </a:lnTo>
                <a:lnTo>
                  <a:pt x="8853857" y="163389"/>
                </a:lnTo>
                <a:lnTo>
                  <a:pt x="8888376" y="192305"/>
                </a:lnTo>
                <a:lnTo>
                  <a:pt x="8921117" y="223178"/>
                </a:lnTo>
                <a:lnTo>
                  <a:pt x="8951991" y="255918"/>
                </a:lnTo>
                <a:lnTo>
                  <a:pt x="8980908" y="290437"/>
                </a:lnTo>
                <a:lnTo>
                  <a:pt x="9007779" y="326645"/>
                </a:lnTo>
                <a:lnTo>
                  <a:pt x="9032514" y="364453"/>
                </a:lnTo>
                <a:lnTo>
                  <a:pt x="9055025" y="403772"/>
                </a:lnTo>
                <a:lnTo>
                  <a:pt x="9075222" y="444512"/>
                </a:lnTo>
                <a:lnTo>
                  <a:pt x="9093016" y="486584"/>
                </a:lnTo>
                <a:lnTo>
                  <a:pt x="9108317" y="529900"/>
                </a:lnTo>
                <a:lnTo>
                  <a:pt x="9121036" y="574368"/>
                </a:lnTo>
                <a:lnTo>
                  <a:pt x="9131085" y="619901"/>
                </a:lnTo>
                <a:lnTo>
                  <a:pt x="9138373" y="666410"/>
                </a:lnTo>
                <a:lnTo>
                  <a:pt x="9142811" y="713804"/>
                </a:lnTo>
                <a:lnTo>
                  <a:pt x="9143984" y="752006"/>
                </a:lnTo>
              </a:path>
            </a:pathLst>
          </a:custGeom>
          <a:ln w="57150">
            <a:solidFill>
              <a:srgbClr val="BA9977"/>
            </a:solidFill>
          </a:ln>
        </p:spPr>
        <p:txBody>
          <a:bodyPr wrap="square" lIns="0" tIns="0" rIns="0" bIns="0" rtlCol="0"/>
          <a:lstStyle/>
          <a:p>
            <a:endParaRPr/>
          </a:p>
        </p:txBody>
      </p:sp>
      <p:sp>
        <p:nvSpPr>
          <p:cNvPr id="14" name="object 14"/>
          <p:cNvSpPr/>
          <p:nvPr/>
        </p:nvSpPr>
        <p:spPr>
          <a:xfrm>
            <a:off x="310859" y="2773874"/>
            <a:ext cx="11048365" cy="2179955"/>
          </a:xfrm>
          <a:custGeom>
            <a:avLst/>
            <a:gdLst/>
            <a:ahLst/>
            <a:cxnLst/>
            <a:rect l="l" t="t" r="r" b="b"/>
            <a:pathLst>
              <a:path w="11048365" h="2179954">
                <a:moveTo>
                  <a:pt x="761995" y="0"/>
                </a:moveTo>
                <a:lnTo>
                  <a:pt x="10286238" y="0"/>
                </a:lnTo>
                <a:lnTo>
                  <a:pt x="10334426" y="1495"/>
                </a:lnTo>
                <a:lnTo>
                  <a:pt x="10381817" y="5930"/>
                </a:lnTo>
                <a:lnTo>
                  <a:pt x="10428324" y="13215"/>
                </a:lnTo>
                <a:lnTo>
                  <a:pt x="10473857" y="23260"/>
                </a:lnTo>
                <a:lnTo>
                  <a:pt x="10518326" y="35976"/>
                </a:lnTo>
                <a:lnTo>
                  <a:pt x="10561642" y="51275"/>
                </a:lnTo>
                <a:lnTo>
                  <a:pt x="10603715" y="69066"/>
                </a:lnTo>
                <a:lnTo>
                  <a:pt x="10644457" y="89261"/>
                </a:lnTo>
                <a:lnTo>
                  <a:pt x="10683777" y="111770"/>
                </a:lnTo>
                <a:lnTo>
                  <a:pt x="10721587" y="136505"/>
                </a:lnTo>
                <a:lnTo>
                  <a:pt x="10757798" y="163375"/>
                </a:lnTo>
                <a:lnTo>
                  <a:pt x="10792319" y="192292"/>
                </a:lnTo>
                <a:lnTo>
                  <a:pt x="10825061" y="223166"/>
                </a:lnTo>
                <a:lnTo>
                  <a:pt x="10855935" y="255909"/>
                </a:lnTo>
                <a:lnTo>
                  <a:pt x="10884853" y="290429"/>
                </a:lnTo>
                <a:lnTo>
                  <a:pt x="10911723" y="326639"/>
                </a:lnTo>
                <a:lnTo>
                  <a:pt x="10936459" y="364449"/>
                </a:lnTo>
                <a:lnTo>
                  <a:pt x="10958969" y="403769"/>
                </a:lnTo>
                <a:lnTo>
                  <a:pt x="10979164" y="444511"/>
                </a:lnTo>
                <a:lnTo>
                  <a:pt x="10996957" y="486584"/>
                </a:lnTo>
                <a:lnTo>
                  <a:pt x="11012257" y="529900"/>
                </a:lnTo>
                <a:lnTo>
                  <a:pt x="11024974" y="574370"/>
                </a:lnTo>
                <a:lnTo>
                  <a:pt x="11035021" y="619903"/>
                </a:lnTo>
                <a:lnTo>
                  <a:pt x="11042308" y="666411"/>
                </a:lnTo>
                <a:lnTo>
                  <a:pt x="11046745" y="713805"/>
                </a:lnTo>
                <a:lnTo>
                  <a:pt x="11048244" y="761995"/>
                </a:lnTo>
                <a:lnTo>
                  <a:pt x="11048244" y="1417891"/>
                </a:lnTo>
                <a:lnTo>
                  <a:pt x="11046744" y="1466081"/>
                </a:lnTo>
                <a:lnTo>
                  <a:pt x="11042307" y="1513474"/>
                </a:lnTo>
                <a:lnTo>
                  <a:pt x="11035019" y="1559982"/>
                </a:lnTo>
                <a:lnTo>
                  <a:pt x="11024972" y="1605515"/>
                </a:lnTo>
                <a:lnTo>
                  <a:pt x="11012254" y="1649983"/>
                </a:lnTo>
                <a:lnTo>
                  <a:pt x="10996954" y="1693299"/>
                </a:lnTo>
                <a:lnTo>
                  <a:pt x="10979161" y="1735372"/>
                </a:lnTo>
                <a:lnTo>
                  <a:pt x="10958965" y="1776113"/>
                </a:lnTo>
                <a:lnTo>
                  <a:pt x="10936455" y="1815433"/>
                </a:lnTo>
                <a:lnTo>
                  <a:pt x="10911720" y="1853242"/>
                </a:lnTo>
                <a:lnTo>
                  <a:pt x="10884850" y="1889452"/>
                </a:lnTo>
                <a:lnTo>
                  <a:pt x="10855932" y="1923973"/>
                </a:lnTo>
                <a:lnTo>
                  <a:pt x="10825058" y="1956715"/>
                </a:lnTo>
                <a:lnTo>
                  <a:pt x="10792316" y="1987589"/>
                </a:lnTo>
                <a:lnTo>
                  <a:pt x="10757795" y="2016506"/>
                </a:lnTo>
                <a:lnTo>
                  <a:pt x="10721586" y="2043376"/>
                </a:lnTo>
                <a:lnTo>
                  <a:pt x="10683776" y="2068111"/>
                </a:lnTo>
                <a:lnTo>
                  <a:pt x="10644456" y="2090621"/>
                </a:lnTo>
                <a:lnTo>
                  <a:pt x="10603714" y="2110816"/>
                </a:lnTo>
                <a:lnTo>
                  <a:pt x="10561641" y="2128607"/>
                </a:lnTo>
                <a:lnTo>
                  <a:pt x="10518325" y="2143906"/>
                </a:lnTo>
                <a:lnTo>
                  <a:pt x="10473856" y="2156623"/>
                </a:lnTo>
                <a:lnTo>
                  <a:pt x="10428324" y="2166668"/>
                </a:lnTo>
                <a:lnTo>
                  <a:pt x="10381817" y="2173953"/>
                </a:lnTo>
                <a:lnTo>
                  <a:pt x="10334425" y="2178389"/>
                </a:lnTo>
                <a:lnTo>
                  <a:pt x="10286238" y="2179886"/>
                </a:lnTo>
                <a:lnTo>
                  <a:pt x="761995" y="2179887"/>
                </a:lnTo>
                <a:lnTo>
                  <a:pt x="713805" y="2178387"/>
                </a:lnTo>
                <a:lnTo>
                  <a:pt x="666411" y="2173949"/>
                </a:lnTo>
                <a:lnTo>
                  <a:pt x="619903" y="2166662"/>
                </a:lnTo>
                <a:lnTo>
                  <a:pt x="574371" y="2156614"/>
                </a:lnTo>
                <a:lnTo>
                  <a:pt x="529902" y="2143895"/>
                </a:lnTo>
                <a:lnTo>
                  <a:pt x="486587" y="2128594"/>
                </a:lnTo>
                <a:lnTo>
                  <a:pt x="444515" y="2110801"/>
                </a:lnTo>
                <a:lnTo>
                  <a:pt x="403776" y="2090605"/>
                </a:lnTo>
                <a:lnTo>
                  <a:pt x="364457" y="2068095"/>
                </a:lnTo>
                <a:lnTo>
                  <a:pt x="326649" y="2043360"/>
                </a:lnTo>
                <a:lnTo>
                  <a:pt x="290441" y="2016489"/>
                </a:lnTo>
                <a:lnTo>
                  <a:pt x="255922" y="1987573"/>
                </a:lnTo>
                <a:lnTo>
                  <a:pt x="223182" y="1956700"/>
                </a:lnTo>
                <a:lnTo>
                  <a:pt x="192309" y="1923959"/>
                </a:lnTo>
                <a:lnTo>
                  <a:pt x="163393" y="1889440"/>
                </a:lnTo>
                <a:lnTo>
                  <a:pt x="136524" y="1853232"/>
                </a:lnTo>
                <a:lnTo>
                  <a:pt x="111789" y="1815424"/>
                </a:lnTo>
                <a:lnTo>
                  <a:pt x="89280" y="1776106"/>
                </a:lnTo>
                <a:lnTo>
                  <a:pt x="69084" y="1735366"/>
                </a:lnTo>
                <a:lnTo>
                  <a:pt x="51291" y="1693294"/>
                </a:lnTo>
                <a:lnTo>
                  <a:pt x="35991" y="1649980"/>
                </a:lnTo>
                <a:lnTo>
                  <a:pt x="23272" y="1605512"/>
                </a:lnTo>
                <a:lnTo>
                  <a:pt x="13225" y="1559980"/>
                </a:lnTo>
                <a:lnTo>
                  <a:pt x="5937" y="1513473"/>
                </a:lnTo>
                <a:lnTo>
                  <a:pt x="1499" y="1466080"/>
                </a:lnTo>
                <a:lnTo>
                  <a:pt x="0" y="1417891"/>
                </a:lnTo>
                <a:lnTo>
                  <a:pt x="0" y="761995"/>
                </a:lnTo>
                <a:lnTo>
                  <a:pt x="1498" y="713805"/>
                </a:lnTo>
                <a:lnTo>
                  <a:pt x="5936" y="666412"/>
                </a:lnTo>
                <a:lnTo>
                  <a:pt x="13223" y="619904"/>
                </a:lnTo>
                <a:lnTo>
                  <a:pt x="23270" y="574371"/>
                </a:lnTo>
                <a:lnTo>
                  <a:pt x="35988" y="529903"/>
                </a:lnTo>
                <a:lnTo>
                  <a:pt x="51288" y="486588"/>
                </a:lnTo>
                <a:lnTo>
                  <a:pt x="69081" y="444516"/>
                </a:lnTo>
                <a:lnTo>
                  <a:pt x="89277" y="403776"/>
                </a:lnTo>
                <a:lnTo>
                  <a:pt x="111787" y="364457"/>
                </a:lnTo>
                <a:lnTo>
                  <a:pt x="136522" y="326649"/>
                </a:lnTo>
                <a:lnTo>
                  <a:pt x="163392" y="290441"/>
                </a:lnTo>
                <a:lnTo>
                  <a:pt x="192308" y="255922"/>
                </a:lnTo>
                <a:lnTo>
                  <a:pt x="223181" y="223181"/>
                </a:lnTo>
                <a:lnTo>
                  <a:pt x="255922" y="192308"/>
                </a:lnTo>
                <a:lnTo>
                  <a:pt x="290441" y="163392"/>
                </a:lnTo>
                <a:lnTo>
                  <a:pt x="326650" y="136522"/>
                </a:lnTo>
                <a:lnTo>
                  <a:pt x="364458" y="111788"/>
                </a:lnTo>
                <a:lnTo>
                  <a:pt x="403776" y="89278"/>
                </a:lnTo>
                <a:lnTo>
                  <a:pt x="444516" y="69082"/>
                </a:lnTo>
                <a:lnTo>
                  <a:pt x="486589" y="51289"/>
                </a:lnTo>
                <a:lnTo>
                  <a:pt x="529903" y="35989"/>
                </a:lnTo>
                <a:lnTo>
                  <a:pt x="574372" y="23271"/>
                </a:lnTo>
                <a:lnTo>
                  <a:pt x="619904" y="13224"/>
                </a:lnTo>
                <a:lnTo>
                  <a:pt x="666412" y="5936"/>
                </a:lnTo>
                <a:lnTo>
                  <a:pt x="713805" y="1499"/>
                </a:lnTo>
                <a:lnTo>
                  <a:pt x="761995" y="0"/>
                </a:lnTo>
              </a:path>
            </a:pathLst>
          </a:custGeom>
          <a:ln w="57150">
            <a:solidFill>
              <a:srgbClr val="BA9977"/>
            </a:solidFill>
          </a:ln>
        </p:spPr>
        <p:txBody>
          <a:bodyPr wrap="square" lIns="0" tIns="0" rIns="0" bIns="0" rtlCol="0"/>
          <a:lstStyle/>
          <a:p>
            <a:endParaRPr/>
          </a:p>
        </p:txBody>
      </p:sp>
      <p:pic>
        <p:nvPicPr>
          <p:cNvPr id="16" name="Picture 15">
            <a:extLst>
              <a:ext uri="{FF2B5EF4-FFF2-40B4-BE49-F238E27FC236}">
                <a16:creationId xmlns:a16="http://schemas.microsoft.com/office/drawing/2014/main" id="{EF31F6BA-2B7D-408B-9BF1-31528760324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 y="2958668"/>
            <a:ext cx="10448755" cy="1785000"/>
          </a:xfrm>
          <a:prstGeom prst="rect">
            <a:avLst/>
          </a:prstGeom>
        </p:spPr>
      </p:pic>
      <p:pic>
        <p:nvPicPr>
          <p:cNvPr id="18" name="Picture 17">
            <a:extLst>
              <a:ext uri="{FF2B5EF4-FFF2-40B4-BE49-F238E27FC236}">
                <a16:creationId xmlns:a16="http://schemas.microsoft.com/office/drawing/2014/main" id="{003BCE1C-6E3D-42C5-A21E-9C249DE3B8E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125200" y="5529264"/>
            <a:ext cx="4572000" cy="289083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997"/>
            <a:ext cx="2988147" cy="2641599"/>
          </a:xfrm>
          <a:prstGeom prst="rect">
            <a:avLst/>
          </a:prstGeom>
        </p:spPr>
      </p:pic>
      <p:pic>
        <p:nvPicPr>
          <p:cNvPr id="3" name="object 3"/>
          <p:cNvPicPr/>
          <p:nvPr/>
        </p:nvPicPr>
        <p:blipFill>
          <a:blip r:embed="rId3" cstate="print"/>
          <a:stretch>
            <a:fillRect/>
          </a:stretch>
        </p:blipFill>
        <p:spPr>
          <a:xfrm>
            <a:off x="14396418" y="1312837"/>
            <a:ext cx="3612813" cy="3733799"/>
          </a:xfrm>
          <a:prstGeom prst="rect">
            <a:avLst/>
          </a:prstGeom>
        </p:spPr>
      </p:pic>
      <p:pic>
        <p:nvPicPr>
          <p:cNvPr id="4" name="object 4"/>
          <p:cNvPicPr/>
          <p:nvPr/>
        </p:nvPicPr>
        <p:blipFill>
          <a:blip r:embed="rId4" cstate="print"/>
          <a:stretch>
            <a:fillRect/>
          </a:stretch>
        </p:blipFill>
        <p:spPr>
          <a:xfrm>
            <a:off x="392855" y="7488466"/>
            <a:ext cx="3551892" cy="2798492"/>
          </a:xfrm>
          <a:prstGeom prst="rect">
            <a:avLst/>
          </a:prstGeom>
        </p:spPr>
      </p:pic>
      <p:pic>
        <p:nvPicPr>
          <p:cNvPr id="5" name="object 5"/>
          <p:cNvPicPr/>
          <p:nvPr/>
        </p:nvPicPr>
        <p:blipFill>
          <a:blip r:embed="rId5" cstate="print"/>
          <a:stretch>
            <a:fillRect/>
          </a:stretch>
        </p:blipFill>
        <p:spPr>
          <a:xfrm>
            <a:off x="15082279" y="6946898"/>
            <a:ext cx="3216583" cy="3234137"/>
          </a:xfrm>
          <a:prstGeom prst="rect">
            <a:avLst/>
          </a:prstGeom>
        </p:spPr>
      </p:pic>
      <p:sp>
        <p:nvSpPr>
          <p:cNvPr id="7" name="object 7"/>
          <p:cNvSpPr/>
          <p:nvPr/>
        </p:nvSpPr>
        <p:spPr>
          <a:xfrm>
            <a:off x="4096661" y="439679"/>
            <a:ext cx="10765155" cy="1739900"/>
          </a:xfrm>
          <a:custGeom>
            <a:avLst/>
            <a:gdLst/>
            <a:ahLst/>
            <a:cxnLst/>
            <a:rect l="l" t="t" r="r" b="b"/>
            <a:pathLst>
              <a:path w="10765155" h="1739900">
                <a:moveTo>
                  <a:pt x="10567021" y="1739800"/>
                </a:moveTo>
                <a:lnTo>
                  <a:pt x="200025" y="1739800"/>
                </a:lnTo>
                <a:lnTo>
                  <a:pt x="154161" y="1734518"/>
                </a:lnTo>
                <a:lnTo>
                  <a:pt x="112059" y="1719470"/>
                </a:lnTo>
                <a:lnTo>
                  <a:pt x="74919" y="1695857"/>
                </a:lnTo>
                <a:lnTo>
                  <a:pt x="43943" y="1664881"/>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5" y="0"/>
                </a:lnTo>
                <a:lnTo>
                  <a:pt x="10567021" y="0"/>
                </a:lnTo>
                <a:lnTo>
                  <a:pt x="10612881" y="5282"/>
                </a:lnTo>
                <a:lnTo>
                  <a:pt x="10654979" y="20330"/>
                </a:lnTo>
                <a:lnTo>
                  <a:pt x="10692116" y="43943"/>
                </a:lnTo>
                <a:lnTo>
                  <a:pt x="10723090" y="74919"/>
                </a:lnTo>
                <a:lnTo>
                  <a:pt x="10746701" y="112059"/>
                </a:lnTo>
                <a:lnTo>
                  <a:pt x="10761749" y="154161"/>
                </a:lnTo>
                <a:lnTo>
                  <a:pt x="10765014" y="182514"/>
                </a:lnTo>
                <a:lnTo>
                  <a:pt x="10765014" y="1557286"/>
                </a:lnTo>
                <a:lnTo>
                  <a:pt x="10746701" y="1627741"/>
                </a:lnTo>
                <a:lnTo>
                  <a:pt x="10723090" y="1664881"/>
                </a:lnTo>
                <a:lnTo>
                  <a:pt x="10692116" y="1695857"/>
                </a:lnTo>
                <a:lnTo>
                  <a:pt x="10654979" y="1719470"/>
                </a:lnTo>
                <a:lnTo>
                  <a:pt x="10612881" y="1734518"/>
                </a:lnTo>
                <a:lnTo>
                  <a:pt x="10567021" y="1739800"/>
                </a:lnTo>
                <a:close/>
              </a:path>
            </a:pathLst>
          </a:custGeom>
          <a:solidFill>
            <a:srgbClr val="DABD9D">
              <a:alpha val="78999"/>
            </a:srgbClr>
          </a:solidFill>
        </p:spPr>
        <p:txBody>
          <a:bodyPr wrap="square" lIns="0" tIns="0" rIns="0" bIns="0" rtlCol="0"/>
          <a:lstStyle/>
          <a:p>
            <a:endParaRPr/>
          </a:p>
        </p:txBody>
      </p:sp>
      <p:sp>
        <p:nvSpPr>
          <p:cNvPr id="10" name="object 10"/>
          <p:cNvSpPr/>
          <p:nvPr/>
        </p:nvSpPr>
        <p:spPr>
          <a:xfrm>
            <a:off x="10783030" y="5262188"/>
            <a:ext cx="5325110" cy="3386512"/>
          </a:xfrm>
          <a:custGeom>
            <a:avLst/>
            <a:gdLst/>
            <a:ahLst/>
            <a:cxnLst/>
            <a:rect l="l" t="t" r="r" b="b"/>
            <a:pathLst>
              <a:path w="5325109" h="3600450">
                <a:moveTo>
                  <a:pt x="5324483" y="2890849"/>
                </a:moveTo>
                <a:lnTo>
                  <a:pt x="5320319" y="2935385"/>
                </a:lnTo>
                <a:lnTo>
                  <a:pt x="5313031" y="2981893"/>
                </a:lnTo>
                <a:lnTo>
                  <a:pt x="5302983" y="3027425"/>
                </a:lnTo>
                <a:lnTo>
                  <a:pt x="5290263" y="3071893"/>
                </a:lnTo>
                <a:lnTo>
                  <a:pt x="5274962" y="3115207"/>
                </a:lnTo>
                <a:lnTo>
                  <a:pt x="5257169" y="3157278"/>
                </a:lnTo>
                <a:lnTo>
                  <a:pt x="5236972" y="3198017"/>
                </a:lnTo>
                <a:lnTo>
                  <a:pt x="5214462" y="3237335"/>
                </a:lnTo>
                <a:lnTo>
                  <a:pt x="5189728" y="3275142"/>
                </a:lnTo>
                <a:lnTo>
                  <a:pt x="5162858" y="3311350"/>
                </a:lnTo>
                <a:lnTo>
                  <a:pt x="5133942" y="3345868"/>
                </a:lnTo>
                <a:lnTo>
                  <a:pt x="5103069" y="3378608"/>
                </a:lnTo>
                <a:lnTo>
                  <a:pt x="5070329" y="3409480"/>
                </a:lnTo>
                <a:lnTo>
                  <a:pt x="5035810" y="3438396"/>
                </a:lnTo>
                <a:lnTo>
                  <a:pt x="4999603" y="3465265"/>
                </a:lnTo>
                <a:lnTo>
                  <a:pt x="4961796" y="3489999"/>
                </a:lnTo>
                <a:lnTo>
                  <a:pt x="4922478" y="3512509"/>
                </a:lnTo>
                <a:lnTo>
                  <a:pt x="4881739" y="3532705"/>
                </a:lnTo>
                <a:lnTo>
                  <a:pt x="4839669" y="3550497"/>
                </a:lnTo>
                <a:lnTo>
                  <a:pt x="4796355" y="3565798"/>
                </a:lnTo>
                <a:lnTo>
                  <a:pt x="4751888" y="3578517"/>
                </a:lnTo>
                <a:lnTo>
                  <a:pt x="4706356" y="3588565"/>
                </a:lnTo>
                <a:lnTo>
                  <a:pt x="4659850" y="3595853"/>
                </a:lnTo>
                <a:lnTo>
                  <a:pt x="4612457" y="3600291"/>
                </a:lnTo>
                <a:lnTo>
                  <a:pt x="4607368" y="3600450"/>
                </a:lnTo>
              </a:path>
              <a:path w="5325109" h="3600450">
                <a:moveTo>
                  <a:pt x="718921" y="3600452"/>
                </a:moveTo>
                <a:lnTo>
                  <a:pt x="666437" y="3595852"/>
                </a:lnTo>
                <a:lnTo>
                  <a:pt x="619930" y="3588564"/>
                </a:lnTo>
                <a:lnTo>
                  <a:pt x="574399" y="3578516"/>
                </a:lnTo>
                <a:lnTo>
                  <a:pt x="529931" y="3565797"/>
                </a:lnTo>
                <a:lnTo>
                  <a:pt x="486618" y="3550496"/>
                </a:lnTo>
                <a:lnTo>
                  <a:pt x="444547" y="3532703"/>
                </a:lnTo>
                <a:lnTo>
                  <a:pt x="403808" y="3512507"/>
                </a:lnTo>
                <a:lnTo>
                  <a:pt x="364490" y="3489997"/>
                </a:lnTo>
                <a:lnTo>
                  <a:pt x="326683" y="3465263"/>
                </a:lnTo>
                <a:lnTo>
                  <a:pt x="290476" y="3438393"/>
                </a:lnTo>
                <a:lnTo>
                  <a:pt x="255957" y="3409478"/>
                </a:lnTo>
                <a:lnTo>
                  <a:pt x="223217" y="3378605"/>
                </a:lnTo>
                <a:lnTo>
                  <a:pt x="192344" y="3345865"/>
                </a:lnTo>
                <a:lnTo>
                  <a:pt x="163429" y="3311347"/>
                </a:lnTo>
                <a:lnTo>
                  <a:pt x="136559" y="3275140"/>
                </a:lnTo>
                <a:lnTo>
                  <a:pt x="111824" y="3237332"/>
                </a:lnTo>
                <a:lnTo>
                  <a:pt x="89314" y="3198015"/>
                </a:lnTo>
                <a:lnTo>
                  <a:pt x="69118" y="3157276"/>
                </a:lnTo>
                <a:lnTo>
                  <a:pt x="51325" y="3115204"/>
                </a:lnTo>
                <a:lnTo>
                  <a:pt x="36024" y="3071890"/>
                </a:lnTo>
                <a:lnTo>
                  <a:pt x="23305" y="3027423"/>
                </a:lnTo>
                <a:lnTo>
                  <a:pt x="13257" y="2981891"/>
                </a:lnTo>
                <a:lnTo>
                  <a:pt x="5969" y="2935384"/>
                </a:lnTo>
                <a:lnTo>
                  <a:pt x="1530" y="2887991"/>
                </a:lnTo>
                <a:lnTo>
                  <a:pt x="0" y="2839802"/>
                </a:lnTo>
                <a:lnTo>
                  <a:pt x="0" y="761986"/>
                </a:lnTo>
                <a:lnTo>
                  <a:pt x="1528" y="713798"/>
                </a:lnTo>
                <a:lnTo>
                  <a:pt x="5965" y="666405"/>
                </a:lnTo>
                <a:lnTo>
                  <a:pt x="13251" y="619897"/>
                </a:lnTo>
                <a:lnTo>
                  <a:pt x="23298" y="574365"/>
                </a:lnTo>
                <a:lnTo>
                  <a:pt x="36016" y="529897"/>
                </a:lnTo>
                <a:lnTo>
                  <a:pt x="51316" y="486582"/>
                </a:lnTo>
                <a:lnTo>
                  <a:pt x="69108" y="444510"/>
                </a:lnTo>
                <a:lnTo>
                  <a:pt x="89304" y="403770"/>
                </a:lnTo>
                <a:lnTo>
                  <a:pt x="111814" y="364452"/>
                </a:lnTo>
                <a:lnTo>
                  <a:pt x="136549" y="326644"/>
                </a:lnTo>
                <a:lnTo>
                  <a:pt x="163419" y="290436"/>
                </a:lnTo>
                <a:lnTo>
                  <a:pt x="192335" y="255918"/>
                </a:lnTo>
                <a:lnTo>
                  <a:pt x="223209" y="223177"/>
                </a:lnTo>
                <a:lnTo>
                  <a:pt x="255950" y="192305"/>
                </a:lnTo>
                <a:lnTo>
                  <a:pt x="290469" y="163390"/>
                </a:lnTo>
                <a:lnTo>
                  <a:pt x="326677" y="136520"/>
                </a:lnTo>
                <a:lnTo>
                  <a:pt x="364485" y="111787"/>
                </a:lnTo>
                <a:lnTo>
                  <a:pt x="403804" y="89278"/>
                </a:lnTo>
                <a:lnTo>
                  <a:pt x="444544" y="69082"/>
                </a:lnTo>
                <a:lnTo>
                  <a:pt x="486615" y="51290"/>
                </a:lnTo>
                <a:lnTo>
                  <a:pt x="529930" y="35990"/>
                </a:lnTo>
                <a:lnTo>
                  <a:pt x="574398" y="23272"/>
                </a:lnTo>
                <a:lnTo>
                  <a:pt x="619930" y="13225"/>
                </a:lnTo>
                <a:lnTo>
                  <a:pt x="666436" y="5937"/>
                </a:lnTo>
                <a:lnTo>
                  <a:pt x="713829" y="1499"/>
                </a:lnTo>
                <a:lnTo>
                  <a:pt x="762018" y="0"/>
                </a:lnTo>
                <a:lnTo>
                  <a:pt x="4564268" y="0"/>
                </a:lnTo>
                <a:lnTo>
                  <a:pt x="4612457" y="1499"/>
                </a:lnTo>
                <a:lnTo>
                  <a:pt x="4659850" y="5937"/>
                </a:lnTo>
                <a:lnTo>
                  <a:pt x="4706357" y="13225"/>
                </a:lnTo>
                <a:lnTo>
                  <a:pt x="4751888" y="23272"/>
                </a:lnTo>
                <a:lnTo>
                  <a:pt x="4796356" y="35990"/>
                </a:lnTo>
                <a:lnTo>
                  <a:pt x="4839670" y="51290"/>
                </a:lnTo>
                <a:lnTo>
                  <a:pt x="4881742" y="69081"/>
                </a:lnTo>
                <a:lnTo>
                  <a:pt x="4922482" y="89276"/>
                </a:lnTo>
                <a:lnTo>
                  <a:pt x="4961800" y="111785"/>
                </a:lnTo>
                <a:lnTo>
                  <a:pt x="4999608" y="136519"/>
                </a:lnTo>
                <a:lnTo>
                  <a:pt x="5035817" y="163388"/>
                </a:lnTo>
                <a:lnTo>
                  <a:pt x="5070336" y="192303"/>
                </a:lnTo>
                <a:lnTo>
                  <a:pt x="5103077" y="223175"/>
                </a:lnTo>
                <a:lnTo>
                  <a:pt x="5133950" y="255915"/>
                </a:lnTo>
                <a:lnTo>
                  <a:pt x="5162867" y="290434"/>
                </a:lnTo>
                <a:lnTo>
                  <a:pt x="5189737" y="326642"/>
                </a:lnTo>
                <a:lnTo>
                  <a:pt x="5214472" y="364449"/>
                </a:lnTo>
                <a:lnTo>
                  <a:pt x="5236982" y="403768"/>
                </a:lnTo>
                <a:lnTo>
                  <a:pt x="5257178" y="444508"/>
                </a:lnTo>
                <a:lnTo>
                  <a:pt x="5274971" y="486580"/>
                </a:lnTo>
                <a:lnTo>
                  <a:pt x="5290271" y="529895"/>
                </a:lnTo>
                <a:lnTo>
                  <a:pt x="5302989" y="574364"/>
                </a:lnTo>
                <a:lnTo>
                  <a:pt x="5313036" y="619896"/>
                </a:lnTo>
                <a:lnTo>
                  <a:pt x="5320323" y="666404"/>
                </a:lnTo>
                <a:lnTo>
                  <a:pt x="5324480" y="710911"/>
                </a:lnTo>
              </a:path>
            </a:pathLst>
          </a:custGeom>
          <a:ln w="57150">
            <a:solidFill>
              <a:srgbClr val="BA9977"/>
            </a:solidFill>
          </a:ln>
        </p:spPr>
        <p:txBody>
          <a:bodyPr wrap="square" lIns="0" tIns="0" rIns="0" bIns="0" rtlCol="0"/>
          <a:lstStyle/>
          <a:p>
            <a:endParaRPr/>
          </a:p>
        </p:txBody>
      </p:sp>
      <p:sp>
        <p:nvSpPr>
          <p:cNvPr id="11" name="object 11"/>
          <p:cNvSpPr txBox="1">
            <a:spLocks noGrp="1"/>
          </p:cNvSpPr>
          <p:nvPr>
            <p:ph type="title"/>
          </p:nvPr>
        </p:nvSpPr>
        <p:spPr>
          <a:xfrm>
            <a:off x="3336093" y="292901"/>
            <a:ext cx="12385040" cy="1775161"/>
          </a:xfrm>
          <a:prstGeom prst="rect">
            <a:avLst/>
          </a:prstGeom>
        </p:spPr>
        <p:txBody>
          <a:bodyPr vert="horz" wrap="square" lIns="0" tIns="116835" rIns="0" bIns="0" rtlCol="0">
            <a:spAutoFit/>
          </a:bodyPr>
          <a:lstStyle/>
          <a:p>
            <a:pPr marL="3900170" marR="5080" indent="-2665095">
              <a:lnSpc>
                <a:spcPct val="115900"/>
              </a:lnSpc>
              <a:spcBef>
                <a:spcPts val="100"/>
              </a:spcBef>
            </a:pPr>
            <a:r>
              <a:rPr sz="4800" spc="285" dirty="0"/>
              <a:t>Q</a:t>
            </a:r>
            <a:r>
              <a:rPr lang="en-US" sz="4800" spc="285" dirty="0"/>
              <a:t>2</a:t>
            </a:r>
            <a:r>
              <a:rPr sz="4800" spc="130" dirty="0"/>
              <a:t> </a:t>
            </a:r>
            <a:r>
              <a:rPr sz="4800" spc="795" dirty="0"/>
              <a:t>-</a:t>
            </a:r>
            <a:r>
              <a:rPr sz="4800" spc="135" dirty="0"/>
              <a:t> </a:t>
            </a:r>
            <a:r>
              <a:rPr lang="en-US" sz="4800" spc="320" dirty="0"/>
              <a:t>How many total orders were placed?</a:t>
            </a:r>
            <a:endParaRPr sz="4800" dirty="0">
              <a:latin typeface="Arial"/>
              <a:cs typeface="Arial"/>
            </a:endParaRPr>
          </a:p>
        </p:txBody>
      </p:sp>
      <p:sp>
        <p:nvSpPr>
          <p:cNvPr id="12" name="object 12"/>
          <p:cNvSpPr txBox="1"/>
          <p:nvPr/>
        </p:nvSpPr>
        <p:spPr>
          <a:xfrm>
            <a:off x="1524000" y="6210300"/>
            <a:ext cx="8777912" cy="618759"/>
          </a:xfrm>
          <a:prstGeom prst="rect">
            <a:avLst/>
          </a:prstGeom>
        </p:spPr>
        <p:txBody>
          <a:bodyPr vert="horz" wrap="square" lIns="0" tIns="94615" rIns="0" bIns="0" rtlCol="0">
            <a:spAutoFit/>
          </a:bodyPr>
          <a:lstStyle/>
          <a:p>
            <a:pPr marL="12700">
              <a:lnSpc>
                <a:spcPct val="100000"/>
              </a:lnSpc>
              <a:spcBef>
                <a:spcPts val="745"/>
              </a:spcBef>
            </a:pPr>
            <a:r>
              <a:rPr sz="3400" spc="-130" dirty="0">
                <a:solidFill>
                  <a:srgbClr val="672912"/>
                </a:solidFill>
                <a:latin typeface="Verdana"/>
                <a:cs typeface="Verdana"/>
              </a:rPr>
              <a:t>Insight</a:t>
            </a:r>
            <a:r>
              <a:rPr sz="3400" spc="-720" dirty="0">
                <a:solidFill>
                  <a:srgbClr val="672912"/>
                </a:solidFill>
                <a:latin typeface="Verdana"/>
                <a:cs typeface="Verdana"/>
              </a:rPr>
              <a:t>:</a:t>
            </a:r>
            <a:r>
              <a:rPr lang="en-US" sz="3400" spc="-720" dirty="0">
                <a:solidFill>
                  <a:srgbClr val="672912"/>
                </a:solidFill>
                <a:latin typeface="Verdana"/>
                <a:cs typeface="Verdana"/>
              </a:rPr>
              <a:t>  </a:t>
            </a:r>
            <a:endParaRPr sz="3400" dirty="0">
              <a:solidFill>
                <a:schemeClr val="accent2">
                  <a:lumMod val="50000"/>
                </a:schemeClr>
              </a:solidFill>
              <a:latin typeface="Verdana"/>
              <a:cs typeface="Verdana"/>
            </a:endParaRPr>
          </a:p>
        </p:txBody>
      </p:sp>
      <p:sp>
        <p:nvSpPr>
          <p:cNvPr id="13" name="object 13"/>
          <p:cNvSpPr/>
          <p:nvPr/>
        </p:nvSpPr>
        <p:spPr>
          <a:xfrm>
            <a:off x="1262841" y="5973165"/>
            <a:ext cx="9144000" cy="2179955"/>
          </a:xfrm>
          <a:custGeom>
            <a:avLst/>
            <a:gdLst/>
            <a:ahLst/>
            <a:cxnLst/>
            <a:rect l="l" t="t" r="r" b="b"/>
            <a:pathLst>
              <a:path w="9144000" h="2179954">
                <a:moveTo>
                  <a:pt x="9143988" y="1427861"/>
                </a:moveTo>
                <a:lnTo>
                  <a:pt x="9142809" y="1466082"/>
                </a:lnTo>
                <a:lnTo>
                  <a:pt x="9138370" y="1513475"/>
                </a:lnTo>
                <a:lnTo>
                  <a:pt x="9131081" y="1559982"/>
                </a:lnTo>
                <a:lnTo>
                  <a:pt x="9121031" y="1605515"/>
                </a:lnTo>
                <a:lnTo>
                  <a:pt x="9108311" y="1649983"/>
                </a:lnTo>
                <a:lnTo>
                  <a:pt x="9093009" y="1693297"/>
                </a:lnTo>
                <a:lnTo>
                  <a:pt x="9075215" y="1735368"/>
                </a:lnTo>
                <a:lnTo>
                  <a:pt x="9055018" y="1776107"/>
                </a:lnTo>
                <a:lnTo>
                  <a:pt x="9032507" y="1815425"/>
                </a:lnTo>
                <a:lnTo>
                  <a:pt x="9007771" y="1853232"/>
                </a:lnTo>
                <a:lnTo>
                  <a:pt x="8980900" y="1889439"/>
                </a:lnTo>
                <a:lnTo>
                  <a:pt x="8951983" y="1923957"/>
                </a:lnTo>
                <a:lnTo>
                  <a:pt x="8921110" y="1956696"/>
                </a:lnTo>
                <a:lnTo>
                  <a:pt x="8888369" y="1987568"/>
                </a:lnTo>
                <a:lnTo>
                  <a:pt x="8853849" y="2016483"/>
                </a:lnTo>
                <a:lnTo>
                  <a:pt x="8817641" y="2043352"/>
                </a:lnTo>
                <a:lnTo>
                  <a:pt x="8779833" y="2068085"/>
                </a:lnTo>
                <a:lnTo>
                  <a:pt x="8740515" y="2090594"/>
                </a:lnTo>
                <a:lnTo>
                  <a:pt x="8699776" y="2110789"/>
                </a:lnTo>
                <a:lnTo>
                  <a:pt x="8657704" y="2128581"/>
                </a:lnTo>
                <a:lnTo>
                  <a:pt x="8614391" y="2143880"/>
                </a:lnTo>
                <a:lnTo>
                  <a:pt x="8569923" y="2156598"/>
                </a:lnTo>
                <a:lnTo>
                  <a:pt x="8524392" y="2166645"/>
                </a:lnTo>
                <a:lnTo>
                  <a:pt x="8477885" y="2173932"/>
                </a:lnTo>
                <a:lnTo>
                  <a:pt x="8430493" y="2178369"/>
                </a:lnTo>
                <a:lnTo>
                  <a:pt x="8382305" y="2179868"/>
                </a:lnTo>
                <a:lnTo>
                  <a:pt x="761994" y="2179868"/>
                </a:lnTo>
                <a:lnTo>
                  <a:pt x="713805" y="2178369"/>
                </a:lnTo>
                <a:lnTo>
                  <a:pt x="666413" y="2173931"/>
                </a:lnTo>
                <a:lnTo>
                  <a:pt x="619906" y="2166644"/>
                </a:lnTo>
                <a:lnTo>
                  <a:pt x="574375" y="2156597"/>
                </a:lnTo>
                <a:lnTo>
                  <a:pt x="529907" y="2143879"/>
                </a:lnTo>
                <a:lnTo>
                  <a:pt x="486593" y="2128579"/>
                </a:lnTo>
                <a:lnTo>
                  <a:pt x="444522" y="2110786"/>
                </a:lnTo>
                <a:lnTo>
                  <a:pt x="403783" y="2090591"/>
                </a:lnTo>
                <a:lnTo>
                  <a:pt x="364465" y="2068082"/>
                </a:lnTo>
                <a:lnTo>
                  <a:pt x="326658" y="2043348"/>
                </a:lnTo>
                <a:lnTo>
                  <a:pt x="290450" y="2016479"/>
                </a:lnTo>
                <a:lnTo>
                  <a:pt x="255931" y="1987563"/>
                </a:lnTo>
                <a:lnTo>
                  <a:pt x="223191" y="1956691"/>
                </a:lnTo>
                <a:lnTo>
                  <a:pt x="192318" y="1923952"/>
                </a:lnTo>
                <a:lnTo>
                  <a:pt x="163402" y="1889433"/>
                </a:lnTo>
                <a:lnTo>
                  <a:pt x="136532" y="1853226"/>
                </a:lnTo>
                <a:lnTo>
                  <a:pt x="111797" y="1815420"/>
                </a:lnTo>
                <a:lnTo>
                  <a:pt x="89287" y="1776102"/>
                </a:lnTo>
                <a:lnTo>
                  <a:pt x="69090" y="1735363"/>
                </a:lnTo>
                <a:lnTo>
                  <a:pt x="51297" y="1693292"/>
                </a:lnTo>
                <a:lnTo>
                  <a:pt x="35996" y="1649979"/>
                </a:lnTo>
                <a:lnTo>
                  <a:pt x="23276" y="1605511"/>
                </a:lnTo>
                <a:lnTo>
                  <a:pt x="13227" y="1559980"/>
                </a:lnTo>
                <a:lnTo>
                  <a:pt x="5939" y="1513473"/>
                </a:lnTo>
                <a:lnTo>
                  <a:pt x="1499" y="1466080"/>
                </a:lnTo>
                <a:lnTo>
                  <a:pt x="0" y="1417891"/>
                </a:lnTo>
                <a:lnTo>
                  <a:pt x="0" y="761994"/>
                </a:lnTo>
                <a:lnTo>
                  <a:pt x="1499" y="713804"/>
                </a:lnTo>
                <a:lnTo>
                  <a:pt x="5937" y="666411"/>
                </a:lnTo>
                <a:lnTo>
                  <a:pt x="13225" y="619904"/>
                </a:lnTo>
                <a:lnTo>
                  <a:pt x="23273" y="574372"/>
                </a:lnTo>
                <a:lnTo>
                  <a:pt x="35992" y="529904"/>
                </a:lnTo>
                <a:lnTo>
                  <a:pt x="51292" y="486589"/>
                </a:lnTo>
                <a:lnTo>
                  <a:pt x="69085" y="444517"/>
                </a:lnTo>
                <a:lnTo>
                  <a:pt x="89281" y="403778"/>
                </a:lnTo>
                <a:lnTo>
                  <a:pt x="111791" y="364459"/>
                </a:lnTo>
                <a:lnTo>
                  <a:pt x="136525" y="326652"/>
                </a:lnTo>
                <a:lnTo>
                  <a:pt x="163395" y="290444"/>
                </a:lnTo>
                <a:lnTo>
                  <a:pt x="192311" y="255925"/>
                </a:lnTo>
                <a:lnTo>
                  <a:pt x="223184" y="223184"/>
                </a:lnTo>
                <a:lnTo>
                  <a:pt x="255924" y="192311"/>
                </a:lnTo>
                <a:lnTo>
                  <a:pt x="290443" y="163395"/>
                </a:lnTo>
                <a:lnTo>
                  <a:pt x="326651" y="136525"/>
                </a:lnTo>
                <a:lnTo>
                  <a:pt x="364459" y="111790"/>
                </a:lnTo>
                <a:lnTo>
                  <a:pt x="403777" y="89280"/>
                </a:lnTo>
                <a:lnTo>
                  <a:pt x="444517" y="69084"/>
                </a:lnTo>
                <a:lnTo>
                  <a:pt x="486588" y="51291"/>
                </a:lnTo>
                <a:lnTo>
                  <a:pt x="529903" y="35991"/>
                </a:lnTo>
                <a:lnTo>
                  <a:pt x="574371" y="23272"/>
                </a:lnTo>
                <a:lnTo>
                  <a:pt x="619904" y="13224"/>
                </a:lnTo>
                <a:lnTo>
                  <a:pt x="666411" y="5937"/>
                </a:lnTo>
                <a:lnTo>
                  <a:pt x="713804" y="1499"/>
                </a:lnTo>
                <a:lnTo>
                  <a:pt x="761994" y="0"/>
                </a:lnTo>
                <a:lnTo>
                  <a:pt x="8382305" y="0"/>
                </a:lnTo>
                <a:lnTo>
                  <a:pt x="8430494" y="1498"/>
                </a:lnTo>
                <a:lnTo>
                  <a:pt x="8477887" y="5936"/>
                </a:lnTo>
                <a:lnTo>
                  <a:pt x="8524394" y="13223"/>
                </a:lnTo>
                <a:lnTo>
                  <a:pt x="8569926" y="23270"/>
                </a:lnTo>
                <a:lnTo>
                  <a:pt x="8614394" y="35988"/>
                </a:lnTo>
                <a:lnTo>
                  <a:pt x="8657709" y="51288"/>
                </a:lnTo>
                <a:lnTo>
                  <a:pt x="8699781" y="69080"/>
                </a:lnTo>
                <a:lnTo>
                  <a:pt x="8740521" y="89276"/>
                </a:lnTo>
                <a:lnTo>
                  <a:pt x="8779840" y="111786"/>
                </a:lnTo>
                <a:lnTo>
                  <a:pt x="8817648" y="136520"/>
                </a:lnTo>
                <a:lnTo>
                  <a:pt x="8853857" y="163389"/>
                </a:lnTo>
                <a:lnTo>
                  <a:pt x="8888376" y="192305"/>
                </a:lnTo>
                <a:lnTo>
                  <a:pt x="8921117" y="223178"/>
                </a:lnTo>
                <a:lnTo>
                  <a:pt x="8951991" y="255918"/>
                </a:lnTo>
                <a:lnTo>
                  <a:pt x="8980908" y="290437"/>
                </a:lnTo>
                <a:lnTo>
                  <a:pt x="9007779" y="326645"/>
                </a:lnTo>
                <a:lnTo>
                  <a:pt x="9032514" y="364453"/>
                </a:lnTo>
                <a:lnTo>
                  <a:pt x="9055025" y="403772"/>
                </a:lnTo>
                <a:lnTo>
                  <a:pt x="9075222" y="444512"/>
                </a:lnTo>
                <a:lnTo>
                  <a:pt x="9093016" y="486584"/>
                </a:lnTo>
                <a:lnTo>
                  <a:pt x="9108317" y="529900"/>
                </a:lnTo>
                <a:lnTo>
                  <a:pt x="9121036" y="574368"/>
                </a:lnTo>
                <a:lnTo>
                  <a:pt x="9131085" y="619901"/>
                </a:lnTo>
                <a:lnTo>
                  <a:pt x="9138373" y="666410"/>
                </a:lnTo>
                <a:lnTo>
                  <a:pt x="9142811" y="713804"/>
                </a:lnTo>
                <a:lnTo>
                  <a:pt x="9143984" y="752006"/>
                </a:lnTo>
              </a:path>
            </a:pathLst>
          </a:custGeom>
          <a:ln w="57150">
            <a:solidFill>
              <a:srgbClr val="BA9977"/>
            </a:solidFill>
          </a:ln>
        </p:spPr>
        <p:txBody>
          <a:bodyPr wrap="square" lIns="0" tIns="0" rIns="0" bIns="0" rtlCol="0"/>
          <a:lstStyle/>
          <a:p>
            <a:endParaRPr/>
          </a:p>
        </p:txBody>
      </p:sp>
      <p:sp>
        <p:nvSpPr>
          <p:cNvPr id="14" name="object 14"/>
          <p:cNvSpPr/>
          <p:nvPr/>
        </p:nvSpPr>
        <p:spPr>
          <a:xfrm>
            <a:off x="310859" y="2773874"/>
            <a:ext cx="11048365" cy="2179955"/>
          </a:xfrm>
          <a:custGeom>
            <a:avLst/>
            <a:gdLst/>
            <a:ahLst/>
            <a:cxnLst/>
            <a:rect l="l" t="t" r="r" b="b"/>
            <a:pathLst>
              <a:path w="11048365" h="2179954">
                <a:moveTo>
                  <a:pt x="761995" y="0"/>
                </a:moveTo>
                <a:lnTo>
                  <a:pt x="10286238" y="0"/>
                </a:lnTo>
                <a:lnTo>
                  <a:pt x="10334426" y="1495"/>
                </a:lnTo>
                <a:lnTo>
                  <a:pt x="10381817" y="5930"/>
                </a:lnTo>
                <a:lnTo>
                  <a:pt x="10428324" y="13215"/>
                </a:lnTo>
                <a:lnTo>
                  <a:pt x="10473857" y="23260"/>
                </a:lnTo>
                <a:lnTo>
                  <a:pt x="10518326" y="35976"/>
                </a:lnTo>
                <a:lnTo>
                  <a:pt x="10561642" y="51275"/>
                </a:lnTo>
                <a:lnTo>
                  <a:pt x="10603715" y="69066"/>
                </a:lnTo>
                <a:lnTo>
                  <a:pt x="10644457" y="89261"/>
                </a:lnTo>
                <a:lnTo>
                  <a:pt x="10683777" y="111770"/>
                </a:lnTo>
                <a:lnTo>
                  <a:pt x="10721587" y="136505"/>
                </a:lnTo>
                <a:lnTo>
                  <a:pt x="10757798" y="163375"/>
                </a:lnTo>
                <a:lnTo>
                  <a:pt x="10792319" y="192292"/>
                </a:lnTo>
                <a:lnTo>
                  <a:pt x="10825061" y="223166"/>
                </a:lnTo>
                <a:lnTo>
                  <a:pt x="10855935" y="255909"/>
                </a:lnTo>
                <a:lnTo>
                  <a:pt x="10884853" y="290429"/>
                </a:lnTo>
                <a:lnTo>
                  <a:pt x="10911723" y="326639"/>
                </a:lnTo>
                <a:lnTo>
                  <a:pt x="10936459" y="364449"/>
                </a:lnTo>
                <a:lnTo>
                  <a:pt x="10958969" y="403769"/>
                </a:lnTo>
                <a:lnTo>
                  <a:pt x="10979164" y="444511"/>
                </a:lnTo>
                <a:lnTo>
                  <a:pt x="10996957" y="486584"/>
                </a:lnTo>
                <a:lnTo>
                  <a:pt x="11012257" y="529900"/>
                </a:lnTo>
                <a:lnTo>
                  <a:pt x="11024974" y="574370"/>
                </a:lnTo>
                <a:lnTo>
                  <a:pt x="11035021" y="619903"/>
                </a:lnTo>
                <a:lnTo>
                  <a:pt x="11042308" y="666411"/>
                </a:lnTo>
                <a:lnTo>
                  <a:pt x="11046745" y="713805"/>
                </a:lnTo>
                <a:lnTo>
                  <a:pt x="11048244" y="761995"/>
                </a:lnTo>
                <a:lnTo>
                  <a:pt x="11048244" y="1417891"/>
                </a:lnTo>
                <a:lnTo>
                  <a:pt x="11046744" y="1466081"/>
                </a:lnTo>
                <a:lnTo>
                  <a:pt x="11042307" y="1513474"/>
                </a:lnTo>
                <a:lnTo>
                  <a:pt x="11035019" y="1559982"/>
                </a:lnTo>
                <a:lnTo>
                  <a:pt x="11024972" y="1605515"/>
                </a:lnTo>
                <a:lnTo>
                  <a:pt x="11012254" y="1649983"/>
                </a:lnTo>
                <a:lnTo>
                  <a:pt x="10996954" y="1693299"/>
                </a:lnTo>
                <a:lnTo>
                  <a:pt x="10979161" y="1735372"/>
                </a:lnTo>
                <a:lnTo>
                  <a:pt x="10958965" y="1776113"/>
                </a:lnTo>
                <a:lnTo>
                  <a:pt x="10936455" y="1815433"/>
                </a:lnTo>
                <a:lnTo>
                  <a:pt x="10911720" y="1853242"/>
                </a:lnTo>
                <a:lnTo>
                  <a:pt x="10884850" y="1889452"/>
                </a:lnTo>
                <a:lnTo>
                  <a:pt x="10855932" y="1923973"/>
                </a:lnTo>
                <a:lnTo>
                  <a:pt x="10825058" y="1956715"/>
                </a:lnTo>
                <a:lnTo>
                  <a:pt x="10792316" y="1987589"/>
                </a:lnTo>
                <a:lnTo>
                  <a:pt x="10757795" y="2016506"/>
                </a:lnTo>
                <a:lnTo>
                  <a:pt x="10721586" y="2043376"/>
                </a:lnTo>
                <a:lnTo>
                  <a:pt x="10683776" y="2068111"/>
                </a:lnTo>
                <a:lnTo>
                  <a:pt x="10644456" y="2090621"/>
                </a:lnTo>
                <a:lnTo>
                  <a:pt x="10603714" y="2110816"/>
                </a:lnTo>
                <a:lnTo>
                  <a:pt x="10561641" y="2128607"/>
                </a:lnTo>
                <a:lnTo>
                  <a:pt x="10518325" y="2143906"/>
                </a:lnTo>
                <a:lnTo>
                  <a:pt x="10473856" y="2156623"/>
                </a:lnTo>
                <a:lnTo>
                  <a:pt x="10428324" y="2166668"/>
                </a:lnTo>
                <a:lnTo>
                  <a:pt x="10381817" y="2173953"/>
                </a:lnTo>
                <a:lnTo>
                  <a:pt x="10334425" y="2178389"/>
                </a:lnTo>
                <a:lnTo>
                  <a:pt x="10286238" y="2179886"/>
                </a:lnTo>
                <a:lnTo>
                  <a:pt x="761995" y="2179887"/>
                </a:lnTo>
                <a:lnTo>
                  <a:pt x="713805" y="2178387"/>
                </a:lnTo>
                <a:lnTo>
                  <a:pt x="666411" y="2173949"/>
                </a:lnTo>
                <a:lnTo>
                  <a:pt x="619903" y="2166662"/>
                </a:lnTo>
                <a:lnTo>
                  <a:pt x="574371" y="2156614"/>
                </a:lnTo>
                <a:lnTo>
                  <a:pt x="529902" y="2143895"/>
                </a:lnTo>
                <a:lnTo>
                  <a:pt x="486587" y="2128594"/>
                </a:lnTo>
                <a:lnTo>
                  <a:pt x="444515" y="2110801"/>
                </a:lnTo>
                <a:lnTo>
                  <a:pt x="403776" y="2090605"/>
                </a:lnTo>
                <a:lnTo>
                  <a:pt x="364457" y="2068095"/>
                </a:lnTo>
                <a:lnTo>
                  <a:pt x="326649" y="2043360"/>
                </a:lnTo>
                <a:lnTo>
                  <a:pt x="290441" y="2016489"/>
                </a:lnTo>
                <a:lnTo>
                  <a:pt x="255922" y="1987573"/>
                </a:lnTo>
                <a:lnTo>
                  <a:pt x="223182" y="1956700"/>
                </a:lnTo>
                <a:lnTo>
                  <a:pt x="192309" y="1923959"/>
                </a:lnTo>
                <a:lnTo>
                  <a:pt x="163393" y="1889440"/>
                </a:lnTo>
                <a:lnTo>
                  <a:pt x="136524" y="1853232"/>
                </a:lnTo>
                <a:lnTo>
                  <a:pt x="111789" y="1815424"/>
                </a:lnTo>
                <a:lnTo>
                  <a:pt x="89280" y="1776106"/>
                </a:lnTo>
                <a:lnTo>
                  <a:pt x="69084" y="1735366"/>
                </a:lnTo>
                <a:lnTo>
                  <a:pt x="51291" y="1693294"/>
                </a:lnTo>
                <a:lnTo>
                  <a:pt x="35991" y="1649980"/>
                </a:lnTo>
                <a:lnTo>
                  <a:pt x="23272" y="1605512"/>
                </a:lnTo>
                <a:lnTo>
                  <a:pt x="13225" y="1559980"/>
                </a:lnTo>
                <a:lnTo>
                  <a:pt x="5937" y="1513473"/>
                </a:lnTo>
                <a:lnTo>
                  <a:pt x="1499" y="1466080"/>
                </a:lnTo>
                <a:lnTo>
                  <a:pt x="0" y="1417891"/>
                </a:lnTo>
                <a:lnTo>
                  <a:pt x="0" y="761995"/>
                </a:lnTo>
                <a:lnTo>
                  <a:pt x="1498" y="713805"/>
                </a:lnTo>
                <a:lnTo>
                  <a:pt x="5936" y="666412"/>
                </a:lnTo>
                <a:lnTo>
                  <a:pt x="13223" y="619904"/>
                </a:lnTo>
                <a:lnTo>
                  <a:pt x="23270" y="574371"/>
                </a:lnTo>
                <a:lnTo>
                  <a:pt x="35988" y="529903"/>
                </a:lnTo>
                <a:lnTo>
                  <a:pt x="51288" y="486588"/>
                </a:lnTo>
                <a:lnTo>
                  <a:pt x="69081" y="444516"/>
                </a:lnTo>
                <a:lnTo>
                  <a:pt x="89277" y="403776"/>
                </a:lnTo>
                <a:lnTo>
                  <a:pt x="111787" y="364457"/>
                </a:lnTo>
                <a:lnTo>
                  <a:pt x="136522" y="326649"/>
                </a:lnTo>
                <a:lnTo>
                  <a:pt x="163392" y="290441"/>
                </a:lnTo>
                <a:lnTo>
                  <a:pt x="192308" y="255922"/>
                </a:lnTo>
                <a:lnTo>
                  <a:pt x="223181" y="223181"/>
                </a:lnTo>
                <a:lnTo>
                  <a:pt x="255922" y="192308"/>
                </a:lnTo>
                <a:lnTo>
                  <a:pt x="290441" y="163392"/>
                </a:lnTo>
                <a:lnTo>
                  <a:pt x="326650" y="136522"/>
                </a:lnTo>
                <a:lnTo>
                  <a:pt x="364458" y="111788"/>
                </a:lnTo>
                <a:lnTo>
                  <a:pt x="403776" y="89278"/>
                </a:lnTo>
                <a:lnTo>
                  <a:pt x="444516" y="69082"/>
                </a:lnTo>
                <a:lnTo>
                  <a:pt x="486589" y="51289"/>
                </a:lnTo>
                <a:lnTo>
                  <a:pt x="529903" y="35989"/>
                </a:lnTo>
                <a:lnTo>
                  <a:pt x="574372" y="23271"/>
                </a:lnTo>
                <a:lnTo>
                  <a:pt x="619904" y="13224"/>
                </a:lnTo>
                <a:lnTo>
                  <a:pt x="666412" y="5936"/>
                </a:lnTo>
                <a:lnTo>
                  <a:pt x="713805" y="1499"/>
                </a:lnTo>
                <a:lnTo>
                  <a:pt x="761995" y="0"/>
                </a:lnTo>
              </a:path>
            </a:pathLst>
          </a:custGeom>
          <a:ln w="57150">
            <a:solidFill>
              <a:srgbClr val="BA9977"/>
            </a:solidFill>
          </a:ln>
        </p:spPr>
        <p:txBody>
          <a:bodyPr wrap="square" lIns="0" tIns="0" rIns="0" bIns="0" rtlCol="0"/>
          <a:lstStyle/>
          <a:p>
            <a:endParaRPr/>
          </a:p>
        </p:txBody>
      </p:sp>
      <p:pic>
        <p:nvPicPr>
          <p:cNvPr id="8" name="Picture 7">
            <a:extLst>
              <a:ext uri="{FF2B5EF4-FFF2-40B4-BE49-F238E27FC236}">
                <a16:creationId xmlns:a16="http://schemas.microsoft.com/office/drawing/2014/main" id="{FD24B142-B20D-41CA-97C4-08407A3E1B6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 y="3009900"/>
            <a:ext cx="10515600" cy="1660363"/>
          </a:xfrm>
          <a:prstGeom prst="rect">
            <a:avLst/>
          </a:prstGeom>
        </p:spPr>
      </p:pic>
      <p:pic>
        <p:nvPicPr>
          <p:cNvPr id="15" name="Picture 14">
            <a:extLst>
              <a:ext uri="{FF2B5EF4-FFF2-40B4-BE49-F238E27FC236}">
                <a16:creationId xmlns:a16="http://schemas.microsoft.com/office/drawing/2014/main" id="{3F26BC21-BA19-440D-86ED-4A38ED68E12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01399" y="5524500"/>
            <a:ext cx="4519733" cy="2895599"/>
          </a:xfrm>
          <a:prstGeom prst="rect">
            <a:avLst/>
          </a:prstGeom>
        </p:spPr>
      </p:pic>
      <p:sp>
        <p:nvSpPr>
          <p:cNvPr id="24" name="Rectangle 7">
            <a:extLst>
              <a:ext uri="{FF2B5EF4-FFF2-40B4-BE49-F238E27FC236}">
                <a16:creationId xmlns:a16="http://schemas.microsoft.com/office/drawing/2014/main" id="{1F384FE0-B647-4344-A482-4E60682D7F84}"/>
              </a:ext>
            </a:extLst>
          </p:cNvPr>
          <p:cNvSpPr>
            <a:spLocks noChangeArrowheads="1"/>
          </p:cNvSpPr>
          <p:nvPr/>
        </p:nvSpPr>
        <p:spPr bwMode="auto">
          <a:xfrm>
            <a:off x="3124200" y="6254978"/>
            <a:ext cx="647004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i="0" u="none" strike="noStrike" cap="none" normalizeH="0" baseline="0" dirty="0">
                <a:ln>
                  <a:noFill/>
                </a:ln>
                <a:solidFill>
                  <a:schemeClr val="accent2">
                    <a:lumMod val="50000"/>
                  </a:schemeClr>
                </a:solidFill>
                <a:effectLst/>
                <a:latin typeface="Arial" panose="020B0604020202020204" pitchFamily="34" charset="0"/>
              </a:rPr>
              <a:t>A total of 21,350 distinct customer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i="0" u="none" strike="noStrike" cap="none" normalizeH="0" baseline="0" dirty="0">
                <a:ln>
                  <a:noFill/>
                </a:ln>
                <a:solidFill>
                  <a:schemeClr val="accent2">
                    <a:lumMod val="50000"/>
                  </a:schemeClr>
                </a:solidFill>
                <a:effectLst/>
                <a:latin typeface="Arial" panose="020B0604020202020204" pitchFamily="34" charset="0"/>
              </a:rPr>
              <a:t>orders were placed during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i="0" u="none" strike="noStrike" cap="none" normalizeH="0" baseline="0" dirty="0">
                <a:ln>
                  <a:noFill/>
                </a:ln>
                <a:solidFill>
                  <a:schemeClr val="accent2">
                    <a:lumMod val="50000"/>
                  </a:schemeClr>
                </a:solidFill>
                <a:effectLst/>
                <a:latin typeface="Arial" panose="020B0604020202020204" pitchFamily="34" charset="0"/>
              </a:rPr>
              <a:t>the analyzed period.</a:t>
            </a:r>
          </a:p>
        </p:txBody>
      </p:sp>
    </p:spTree>
    <p:extLst>
      <p:ext uri="{BB962C8B-B14F-4D97-AF65-F5344CB8AC3E}">
        <p14:creationId xmlns:p14="http://schemas.microsoft.com/office/powerpoint/2010/main" val="2520265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997"/>
            <a:ext cx="2988147" cy="2641599"/>
          </a:xfrm>
          <a:prstGeom prst="rect">
            <a:avLst/>
          </a:prstGeom>
        </p:spPr>
      </p:pic>
      <p:pic>
        <p:nvPicPr>
          <p:cNvPr id="3" name="object 3"/>
          <p:cNvPicPr/>
          <p:nvPr/>
        </p:nvPicPr>
        <p:blipFill>
          <a:blip r:embed="rId3" cstate="print"/>
          <a:stretch>
            <a:fillRect/>
          </a:stretch>
        </p:blipFill>
        <p:spPr>
          <a:xfrm>
            <a:off x="14396418" y="1312837"/>
            <a:ext cx="3612813" cy="3733799"/>
          </a:xfrm>
          <a:prstGeom prst="rect">
            <a:avLst/>
          </a:prstGeom>
        </p:spPr>
      </p:pic>
      <p:pic>
        <p:nvPicPr>
          <p:cNvPr id="4" name="object 4"/>
          <p:cNvPicPr/>
          <p:nvPr/>
        </p:nvPicPr>
        <p:blipFill>
          <a:blip r:embed="rId4" cstate="print"/>
          <a:stretch>
            <a:fillRect/>
          </a:stretch>
        </p:blipFill>
        <p:spPr>
          <a:xfrm>
            <a:off x="392855" y="7488466"/>
            <a:ext cx="3551892" cy="2798492"/>
          </a:xfrm>
          <a:prstGeom prst="rect">
            <a:avLst/>
          </a:prstGeom>
        </p:spPr>
      </p:pic>
      <p:pic>
        <p:nvPicPr>
          <p:cNvPr id="5" name="object 5"/>
          <p:cNvPicPr/>
          <p:nvPr/>
        </p:nvPicPr>
        <p:blipFill>
          <a:blip r:embed="rId5" cstate="print"/>
          <a:stretch>
            <a:fillRect/>
          </a:stretch>
        </p:blipFill>
        <p:spPr>
          <a:xfrm>
            <a:off x="15082279" y="6946898"/>
            <a:ext cx="3216583" cy="3234137"/>
          </a:xfrm>
          <a:prstGeom prst="rect">
            <a:avLst/>
          </a:prstGeom>
        </p:spPr>
      </p:pic>
      <p:sp>
        <p:nvSpPr>
          <p:cNvPr id="7" name="object 7"/>
          <p:cNvSpPr/>
          <p:nvPr/>
        </p:nvSpPr>
        <p:spPr>
          <a:xfrm>
            <a:off x="4096661" y="439679"/>
            <a:ext cx="10765155" cy="1739900"/>
          </a:xfrm>
          <a:custGeom>
            <a:avLst/>
            <a:gdLst/>
            <a:ahLst/>
            <a:cxnLst/>
            <a:rect l="l" t="t" r="r" b="b"/>
            <a:pathLst>
              <a:path w="10765155" h="1739900">
                <a:moveTo>
                  <a:pt x="10567021" y="1739800"/>
                </a:moveTo>
                <a:lnTo>
                  <a:pt x="200025" y="1739800"/>
                </a:lnTo>
                <a:lnTo>
                  <a:pt x="154161" y="1734518"/>
                </a:lnTo>
                <a:lnTo>
                  <a:pt x="112059" y="1719470"/>
                </a:lnTo>
                <a:lnTo>
                  <a:pt x="74919" y="1695857"/>
                </a:lnTo>
                <a:lnTo>
                  <a:pt x="43943" y="1664881"/>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5" y="0"/>
                </a:lnTo>
                <a:lnTo>
                  <a:pt x="10567021" y="0"/>
                </a:lnTo>
                <a:lnTo>
                  <a:pt x="10612881" y="5282"/>
                </a:lnTo>
                <a:lnTo>
                  <a:pt x="10654979" y="20330"/>
                </a:lnTo>
                <a:lnTo>
                  <a:pt x="10692116" y="43943"/>
                </a:lnTo>
                <a:lnTo>
                  <a:pt x="10723090" y="74919"/>
                </a:lnTo>
                <a:lnTo>
                  <a:pt x="10746701" y="112059"/>
                </a:lnTo>
                <a:lnTo>
                  <a:pt x="10761749" y="154161"/>
                </a:lnTo>
                <a:lnTo>
                  <a:pt x="10765014" y="182514"/>
                </a:lnTo>
                <a:lnTo>
                  <a:pt x="10765014" y="1557286"/>
                </a:lnTo>
                <a:lnTo>
                  <a:pt x="10746701" y="1627741"/>
                </a:lnTo>
                <a:lnTo>
                  <a:pt x="10723090" y="1664881"/>
                </a:lnTo>
                <a:lnTo>
                  <a:pt x="10692116" y="1695857"/>
                </a:lnTo>
                <a:lnTo>
                  <a:pt x="10654979" y="1719470"/>
                </a:lnTo>
                <a:lnTo>
                  <a:pt x="10612881" y="1734518"/>
                </a:lnTo>
                <a:lnTo>
                  <a:pt x="10567021" y="1739800"/>
                </a:lnTo>
                <a:close/>
              </a:path>
            </a:pathLst>
          </a:custGeom>
          <a:solidFill>
            <a:srgbClr val="DABD9D">
              <a:alpha val="78999"/>
            </a:srgbClr>
          </a:solidFill>
        </p:spPr>
        <p:txBody>
          <a:bodyPr wrap="square" lIns="0" tIns="0" rIns="0" bIns="0" rtlCol="0"/>
          <a:lstStyle/>
          <a:p>
            <a:endParaRPr/>
          </a:p>
        </p:txBody>
      </p:sp>
      <p:sp>
        <p:nvSpPr>
          <p:cNvPr id="10" name="object 10"/>
          <p:cNvSpPr/>
          <p:nvPr/>
        </p:nvSpPr>
        <p:spPr>
          <a:xfrm>
            <a:off x="10783030" y="5262188"/>
            <a:ext cx="5325110" cy="3386512"/>
          </a:xfrm>
          <a:custGeom>
            <a:avLst/>
            <a:gdLst/>
            <a:ahLst/>
            <a:cxnLst/>
            <a:rect l="l" t="t" r="r" b="b"/>
            <a:pathLst>
              <a:path w="5325109" h="3600450">
                <a:moveTo>
                  <a:pt x="5324483" y="2890849"/>
                </a:moveTo>
                <a:lnTo>
                  <a:pt x="5320319" y="2935385"/>
                </a:lnTo>
                <a:lnTo>
                  <a:pt x="5313031" y="2981893"/>
                </a:lnTo>
                <a:lnTo>
                  <a:pt x="5302983" y="3027425"/>
                </a:lnTo>
                <a:lnTo>
                  <a:pt x="5290263" y="3071893"/>
                </a:lnTo>
                <a:lnTo>
                  <a:pt x="5274962" y="3115207"/>
                </a:lnTo>
                <a:lnTo>
                  <a:pt x="5257169" y="3157278"/>
                </a:lnTo>
                <a:lnTo>
                  <a:pt x="5236972" y="3198017"/>
                </a:lnTo>
                <a:lnTo>
                  <a:pt x="5214462" y="3237335"/>
                </a:lnTo>
                <a:lnTo>
                  <a:pt x="5189728" y="3275142"/>
                </a:lnTo>
                <a:lnTo>
                  <a:pt x="5162858" y="3311350"/>
                </a:lnTo>
                <a:lnTo>
                  <a:pt x="5133942" y="3345868"/>
                </a:lnTo>
                <a:lnTo>
                  <a:pt x="5103069" y="3378608"/>
                </a:lnTo>
                <a:lnTo>
                  <a:pt x="5070329" y="3409480"/>
                </a:lnTo>
                <a:lnTo>
                  <a:pt x="5035810" y="3438396"/>
                </a:lnTo>
                <a:lnTo>
                  <a:pt x="4999603" y="3465265"/>
                </a:lnTo>
                <a:lnTo>
                  <a:pt x="4961796" y="3489999"/>
                </a:lnTo>
                <a:lnTo>
                  <a:pt x="4922478" y="3512509"/>
                </a:lnTo>
                <a:lnTo>
                  <a:pt x="4881739" y="3532705"/>
                </a:lnTo>
                <a:lnTo>
                  <a:pt x="4839669" y="3550497"/>
                </a:lnTo>
                <a:lnTo>
                  <a:pt x="4796355" y="3565798"/>
                </a:lnTo>
                <a:lnTo>
                  <a:pt x="4751888" y="3578517"/>
                </a:lnTo>
                <a:lnTo>
                  <a:pt x="4706356" y="3588565"/>
                </a:lnTo>
                <a:lnTo>
                  <a:pt x="4659850" y="3595853"/>
                </a:lnTo>
                <a:lnTo>
                  <a:pt x="4612457" y="3600291"/>
                </a:lnTo>
                <a:lnTo>
                  <a:pt x="4607368" y="3600450"/>
                </a:lnTo>
              </a:path>
              <a:path w="5325109" h="3600450">
                <a:moveTo>
                  <a:pt x="718921" y="3600452"/>
                </a:moveTo>
                <a:lnTo>
                  <a:pt x="666437" y="3595852"/>
                </a:lnTo>
                <a:lnTo>
                  <a:pt x="619930" y="3588564"/>
                </a:lnTo>
                <a:lnTo>
                  <a:pt x="574399" y="3578516"/>
                </a:lnTo>
                <a:lnTo>
                  <a:pt x="529931" y="3565797"/>
                </a:lnTo>
                <a:lnTo>
                  <a:pt x="486618" y="3550496"/>
                </a:lnTo>
                <a:lnTo>
                  <a:pt x="444547" y="3532703"/>
                </a:lnTo>
                <a:lnTo>
                  <a:pt x="403808" y="3512507"/>
                </a:lnTo>
                <a:lnTo>
                  <a:pt x="364490" y="3489997"/>
                </a:lnTo>
                <a:lnTo>
                  <a:pt x="326683" y="3465263"/>
                </a:lnTo>
                <a:lnTo>
                  <a:pt x="290476" y="3438393"/>
                </a:lnTo>
                <a:lnTo>
                  <a:pt x="255957" y="3409478"/>
                </a:lnTo>
                <a:lnTo>
                  <a:pt x="223217" y="3378605"/>
                </a:lnTo>
                <a:lnTo>
                  <a:pt x="192344" y="3345865"/>
                </a:lnTo>
                <a:lnTo>
                  <a:pt x="163429" y="3311347"/>
                </a:lnTo>
                <a:lnTo>
                  <a:pt x="136559" y="3275140"/>
                </a:lnTo>
                <a:lnTo>
                  <a:pt x="111824" y="3237332"/>
                </a:lnTo>
                <a:lnTo>
                  <a:pt x="89314" y="3198015"/>
                </a:lnTo>
                <a:lnTo>
                  <a:pt x="69118" y="3157276"/>
                </a:lnTo>
                <a:lnTo>
                  <a:pt x="51325" y="3115204"/>
                </a:lnTo>
                <a:lnTo>
                  <a:pt x="36024" y="3071890"/>
                </a:lnTo>
                <a:lnTo>
                  <a:pt x="23305" y="3027423"/>
                </a:lnTo>
                <a:lnTo>
                  <a:pt x="13257" y="2981891"/>
                </a:lnTo>
                <a:lnTo>
                  <a:pt x="5969" y="2935384"/>
                </a:lnTo>
                <a:lnTo>
                  <a:pt x="1530" y="2887991"/>
                </a:lnTo>
                <a:lnTo>
                  <a:pt x="0" y="2839802"/>
                </a:lnTo>
                <a:lnTo>
                  <a:pt x="0" y="761986"/>
                </a:lnTo>
                <a:lnTo>
                  <a:pt x="1528" y="713798"/>
                </a:lnTo>
                <a:lnTo>
                  <a:pt x="5965" y="666405"/>
                </a:lnTo>
                <a:lnTo>
                  <a:pt x="13251" y="619897"/>
                </a:lnTo>
                <a:lnTo>
                  <a:pt x="23298" y="574365"/>
                </a:lnTo>
                <a:lnTo>
                  <a:pt x="36016" y="529897"/>
                </a:lnTo>
                <a:lnTo>
                  <a:pt x="51316" y="486582"/>
                </a:lnTo>
                <a:lnTo>
                  <a:pt x="69108" y="444510"/>
                </a:lnTo>
                <a:lnTo>
                  <a:pt x="89304" y="403770"/>
                </a:lnTo>
                <a:lnTo>
                  <a:pt x="111814" y="364452"/>
                </a:lnTo>
                <a:lnTo>
                  <a:pt x="136549" y="326644"/>
                </a:lnTo>
                <a:lnTo>
                  <a:pt x="163419" y="290436"/>
                </a:lnTo>
                <a:lnTo>
                  <a:pt x="192335" y="255918"/>
                </a:lnTo>
                <a:lnTo>
                  <a:pt x="223209" y="223177"/>
                </a:lnTo>
                <a:lnTo>
                  <a:pt x="255950" y="192305"/>
                </a:lnTo>
                <a:lnTo>
                  <a:pt x="290469" y="163390"/>
                </a:lnTo>
                <a:lnTo>
                  <a:pt x="326677" y="136520"/>
                </a:lnTo>
                <a:lnTo>
                  <a:pt x="364485" y="111787"/>
                </a:lnTo>
                <a:lnTo>
                  <a:pt x="403804" y="89278"/>
                </a:lnTo>
                <a:lnTo>
                  <a:pt x="444544" y="69082"/>
                </a:lnTo>
                <a:lnTo>
                  <a:pt x="486615" y="51290"/>
                </a:lnTo>
                <a:lnTo>
                  <a:pt x="529930" y="35990"/>
                </a:lnTo>
                <a:lnTo>
                  <a:pt x="574398" y="23272"/>
                </a:lnTo>
                <a:lnTo>
                  <a:pt x="619930" y="13225"/>
                </a:lnTo>
                <a:lnTo>
                  <a:pt x="666436" y="5937"/>
                </a:lnTo>
                <a:lnTo>
                  <a:pt x="713829" y="1499"/>
                </a:lnTo>
                <a:lnTo>
                  <a:pt x="762018" y="0"/>
                </a:lnTo>
                <a:lnTo>
                  <a:pt x="4564268" y="0"/>
                </a:lnTo>
                <a:lnTo>
                  <a:pt x="4612457" y="1499"/>
                </a:lnTo>
                <a:lnTo>
                  <a:pt x="4659850" y="5937"/>
                </a:lnTo>
                <a:lnTo>
                  <a:pt x="4706357" y="13225"/>
                </a:lnTo>
                <a:lnTo>
                  <a:pt x="4751888" y="23272"/>
                </a:lnTo>
                <a:lnTo>
                  <a:pt x="4796356" y="35990"/>
                </a:lnTo>
                <a:lnTo>
                  <a:pt x="4839670" y="51290"/>
                </a:lnTo>
                <a:lnTo>
                  <a:pt x="4881742" y="69081"/>
                </a:lnTo>
                <a:lnTo>
                  <a:pt x="4922482" y="89276"/>
                </a:lnTo>
                <a:lnTo>
                  <a:pt x="4961800" y="111785"/>
                </a:lnTo>
                <a:lnTo>
                  <a:pt x="4999608" y="136519"/>
                </a:lnTo>
                <a:lnTo>
                  <a:pt x="5035817" y="163388"/>
                </a:lnTo>
                <a:lnTo>
                  <a:pt x="5070336" y="192303"/>
                </a:lnTo>
                <a:lnTo>
                  <a:pt x="5103077" y="223175"/>
                </a:lnTo>
                <a:lnTo>
                  <a:pt x="5133950" y="255915"/>
                </a:lnTo>
                <a:lnTo>
                  <a:pt x="5162867" y="290434"/>
                </a:lnTo>
                <a:lnTo>
                  <a:pt x="5189737" y="326642"/>
                </a:lnTo>
                <a:lnTo>
                  <a:pt x="5214472" y="364449"/>
                </a:lnTo>
                <a:lnTo>
                  <a:pt x="5236982" y="403768"/>
                </a:lnTo>
                <a:lnTo>
                  <a:pt x="5257178" y="444508"/>
                </a:lnTo>
                <a:lnTo>
                  <a:pt x="5274971" y="486580"/>
                </a:lnTo>
                <a:lnTo>
                  <a:pt x="5290271" y="529895"/>
                </a:lnTo>
                <a:lnTo>
                  <a:pt x="5302989" y="574364"/>
                </a:lnTo>
                <a:lnTo>
                  <a:pt x="5313036" y="619896"/>
                </a:lnTo>
                <a:lnTo>
                  <a:pt x="5320323" y="666404"/>
                </a:lnTo>
                <a:lnTo>
                  <a:pt x="5324480" y="710911"/>
                </a:lnTo>
              </a:path>
            </a:pathLst>
          </a:custGeom>
          <a:ln w="57150">
            <a:solidFill>
              <a:srgbClr val="BA9977"/>
            </a:solidFill>
          </a:ln>
        </p:spPr>
        <p:txBody>
          <a:bodyPr wrap="square" lIns="0" tIns="0" rIns="0" bIns="0" rtlCol="0"/>
          <a:lstStyle/>
          <a:p>
            <a:endParaRPr/>
          </a:p>
        </p:txBody>
      </p:sp>
      <p:sp>
        <p:nvSpPr>
          <p:cNvPr id="11" name="object 11"/>
          <p:cNvSpPr txBox="1">
            <a:spLocks noGrp="1"/>
          </p:cNvSpPr>
          <p:nvPr>
            <p:ph type="title"/>
          </p:nvPr>
        </p:nvSpPr>
        <p:spPr>
          <a:xfrm>
            <a:off x="3336093" y="292901"/>
            <a:ext cx="12385040" cy="1775161"/>
          </a:xfrm>
          <a:prstGeom prst="rect">
            <a:avLst/>
          </a:prstGeom>
        </p:spPr>
        <p:txBody>
          <a:bodyPr vert="horz" wrap="square" lIns="0" tIns="116835" rIns="0" bIns="0" rtlCol="0">
            <a:spAutoFit/>
          </a:bodyPr>
          <a:lstStyle/>
          <a:p>
            <a:pPr marL="3900170" marR="5080" indent="-2665095">
              <a:lnSpc>
                <a:spcPct val="115900"/>
              </a:lnSpc>
              <a:spcBef>
                <a:spcPts val="100"/>
              </a:spcBef>
            </a:pPr>
            <a:r>
              <a:rPr sz="4800" spc="285" dirty="0"/>
              <a:t>Q</a:t>
            </a:r>
            <a:r>
              <a:rPr lang="en-US" sz="4800" spc="285" dirty="0"/>
              <a:t>3</a:t>
            </a:r>
            <a:r>
              <a:rPr sz="4800" spc="130" dirty="0"/>
              <a:t> </a:t>
            </a:r>
            <a:r>
              <a:rPr sz="4800" spc="795" dirty="0"/>
              <a:t>-</a:t>
            </a:r>
            <a:r>
              <a:rPr sz="4800" spc="135" dirty="0"/>
              <a:t> </a:t>
            </a:r>
            <a:r>
              <a:rPr lang="en-US" sz="4800" spc="320" dirty="0"/>
              <a:t>How many pizzas were sold in total?</a:t>
            </a:r>
            <a:endParaRPr sz="4800" dirty="0">
              <a:latin typeface="Arial"/>
              <a:cs typeface="Arial"/>
            </a:endParaRPr>
          </a:p>
        </p:txBody>
      </p:sp>
      <p:sp>
        <p:nvSpPr>
          <p:cNvPr id="12" name="object 12"/>
          <p:cNvSpPr txBox="1"/>
          <p:nvPr/>
        </p:nvSpPr>
        <p:spPr>
          <a:xfrm>
            <a:off x="1524000" y="6210300"/>
            <a:ext cx="8777912" cy="618759"/>
          </a:xfrm>
          <a:prstGeom prst="rect">
            <a:avLst/>
          </a:prstGeom>
        </p:spPr>
        <p:txBody>
          <a:bodyPr vert="horz" wrap="square" lIns="0" tIns="94615" rIns="0" bIns="0" rtlCol="0">
            <a:spAutoFit/>
          </a:bodyPr>
          <a:lstStyle/>
          <a:p>
            <a:pPr marL="12700">
              <a:lnSpc>
                <a:spcPct val="100000"/>
              </a:lnSpc>
              <a:spcBef>
                <a:spcPts val="745"/>
              </a:spcBef>
            </a:pPr>
            <a:r>
              <a:rPr sz="3400" spc="-130" dirty="0">
                <a:solidFill>
                  <a:srgbClr val="672912"/>
                </a:solidFill>
                <a:latin typeface="Verdana"/>
                <a:cs typeface="Verdana"/>
              </a:rPr>
              <a:t>Insight</a:t>
            </a:r>
            <a:r>
              <a:rPr sz="3400" spc="-720" dirty="0">
                <a:solidFill>
                  <a:srgbClr val="672912"/>
                </a:solidFill>
                <a:latin typeface="Verdana"/>
                <a:cs typeface="Verdana"/>
              </a:rPr>
              <a:t>:</a:t>
            </a:r>
            <a:r>
              <a:rPr lang="en-US" sz="3400" spc="-720" dirty="0">
                <a:solidFill>
                  <a:srgbClr val="672912"/>
                </a:solidFill>
                <a:latin typeface="Verdana"/>
                <a:cs typeface="Verdana"/>
              </a:rPr>
              <a:t>  </a:t>
            </a:r>
            <a:endParaRPr sz="3400" dirty="0">
              <a:solidFill>
                <a:schemeClr val="accent2">
                  <a:lumMod val="50000"/>
                </a:schemeClr>
              </a:solidFill>
              <a:latin typeface="Verdana"/>
              <a:cs typeface="Verdana"/>
            </a:endParaRPr>
          </a:p>
        </p:txBody>
      </p:sp>
      <p:sp>
        <p:nvSpPr>
          <p:cNvPr id="13" name="object 13"/>
          <p:cNvSpPr/>
          <p:nvPr/>
        </p:nvSpPr>
        <p:spPr>
          <a:xfrm>
            <a:off x="1262841" y="5973165"/>
            <a:ext cx="9144000" cy="2179955"/>
          </a:xfrm>
          <a:custGeom>
            <a:avLst/>
            <a:gdLst/>
            <a:ahLst/>
            <a:cxnLst/>
            <a:rect l="l" t="t" r="r" b="b"/>
            <a:pathLst>
              <a:path w="9144000" h="2179954">
                <a:moveTo>
                  <a:pt x="9143988" y="1427861"/>
                </a:moveTo>
                <a:lnTo>
                  <a:pt x="9142809" y="1466082"/>
                </a:lnTo>
                <a:lnTo>
                  <a:pt x="9138370" y="1513475"/>
                </a:lnTo>
                <a:lnTo>
                  <a:pt x="9131081" y="1559982"/>
                </a:lnTo>
                <a:lnTo>
                  <a:pt x="9121031" y="1605515"/>
                </a:lnTo>
                <a:lnTo>
                  <a:pt x="9108311" y="1649983"/>
                </a:lnTo>
                <a:lnTo>
                  <a:pt x="9093009" y="1693297"/>
                </a:lnTo>
                <a:lnTo>
                  <a:pt x="9075215" y="1735368"/>
                </a:lnTo>
                <a:lnTo>
                  <a:pt x="9055018" y="1776107"/>
                </a:lnTo>
                <a:lnTo>
                  <a:pt x="9032507" y="1815425"/>
                </a:lnTo>
                <a:lnTo>
                  <a:pt x="9007771" y="1853232"/>
                </a:lnTo>
                <a:lnTo>
                  <a:pt x="8980900" y="1889439"/>
                </a:lnTo>
                <a:lnTo>
                  <a:pt x="8951983" y="1923957"/>
                </a:lnTo>
                <a:lnTo>
                  <a:pt x="8921110" y="1956696"/>
                </a:lnTo>
                <a:lnTo>
                  <a:pt x="8888369" y="1987568"/>
                </a:lnTo>
                <a:lnTo>
                  <a:pt x="8853849" y="2016483"/>
                </a:lnTo>
                <a:lnTo>
                  <a:pt x="8817641" y="2043352"/>
                </a:lnTo>
                <a:lnTo>
                  <a:pt x="8779833" y="2068085"/>
                </a:lnTo>
                <a:lnTo>
                  <a:pt x="8740515" y="2090594"/>
                </a:lnTo>
                <a:lnTo>
                  <a:pt x="8699776" y="2110789"/>
                </a:lnTo>
                <a:lnTo>
                  <a:pt x="8657704" y="2128581"/>
                </a:lnTo>
                <a:lnTo>
                  <a:pt x="8614391" y="2143880"/>
                </a:lnTo>
                <a:lnTo>
                  <a:pt x="8569923" y="2156598"/>
                </a:lnTo>
                <a:lnTo>
                  <a:pt x="8524392" y="2166645"/>
                </a:lnTo>
                <a:lnTo>
                  <a:pt x="8477885" y="2173932"/>
                </a:lnTo>
                <a:lnTo>
                  <a:pt x="8430493" y="2178369"/>
                </a:lnTo>
                <a:lnTo>
                  <a:pt x="8382305" y="2179868"/>
                </a:lnTo>
                <a:lnTo>
                  <a:pt x="761994" y="2179868"/>
                </a:lnTo>
                <a:lnTo>
                  <a:pt x="713805" y="2178369"/>
                </a:lnTo>
                <a:lnTo>
                  <a:pt x="666413" y="2173931"/>
                </a:lnTo>
                <a:lnTo>
                  <a:pt x="619906" y="2166644"/>
                </a:lnTo>
                <a:lnTo>
                  <a:pt x="574375" y="2156597"/>
                </a:lnTo>
                <a:lnTo>
                  <a:pt x="529907" y="2143879"/>
                </a:lnTo>
                <a:lnTo>
                  <a:pt x="486593" y="2128579"/>
                </a:lnTo>
                <a:lnTo>
                  <a:pt x="444522" y="2110786"/>
                </a:lnTo>
                <a:lnTo>
                  <a:pt x="403783" y="2090591"/>
                </a:lnTo>
                <a:lnTo>
                  <a:pt x="364465" y="2068082"/>
                </a:lnTo>
                <a:lnTo>
                  <a:pt x="326658" y="2043348"/>
                </a:lnTo>
                <a:lnTo>
                  <a:pt x="290450" y="2016479"/>
                </a:lnTo>
                <a:lnTo>
                  <a:pt x="255931" y="1987563"/>
                </a:lnTo>
                <a:lnTo>
                  <a:pt x="223191" y="1956691"/>
                </a:lnTo>
                <a:lnTo>
                  <a:pt x="192318" y="1923952"/>
                </a:lnTo>
                <a:lnTo>
                  <a:pt x="163402" y="1889433"/>
                </a:lnTo>
                <a:lnTo>
                  <a:pt x="136532" y="1853226"/>
                </a:lnTo>
                <a:lnTo>
                  <a:pt x="111797" y="1815420"/>
                </a:lnTo>
                <a:lnTo>
                  <a:pt x="89287" y="1776102"/>
                </a:lnTo>
                <a:lnTo>
                  <a:pt x="69090" y="1735363"/>
                </a:lnTo>
                <a:lnTo>
                  <a:pt x="51297" y="1693292"/>
                </a:lnTo>
                <a:lnTo>
                  <a:pt x="35996" y="1649979"/>
                </a:lnTo>
                <a:lnTo>
                  <a:pt x="23276" y="1605511"/>
                </a:lnTo>
                <a:lnTo>
                  <a:pt x="13227" y="1559980"/>
                </a:lnTo>
                <a:lnTo>
                  <a:pt x="5939" y="1513473"/>
                </a:lnTo>
                <a:lnTo>
                  <a:pt x="1499" y="1466080"/>
                </a:lnTo>
                <a:lnTo>
                  <a:pt x="0" y="1417891"/>
                </a:lnTo>
                <a:lnTo>
                  <a:pt x="0" y="761994"/>
                </a:lnTo>
                <a:lnTo>
                  <a:pt x="1499" y="713804"/>
                </a:lnTo>
                <a:lnTo>
                  <a:pt x="5937" y="666411"/>
                </a:lnTo>
                <a:lnTo>
                  <a:pt x="13225" y="619904"/>
                </a:lnTo>
                <a:lnTo>
                  <a:pt x="23273" y="574372"/>
                </a:lnTo>
                <a:lnTo>
                  <a:pt x="35992" y="529904"/>
                </a:lnTo>
                <a:lnTo>
                  <a:pt x="51292" y="486589"/>
                </a:lnTo>
                <a:lnTo>
                  <a:pt x="69085" y="444517"/>
                </a:lnTo>
                <a:lnTo>
                  <a:pt x="89281" y="403778"/>
                </a:lnTo>
                <a:lnTo>
                  <a:pt x="111791" y="364459"/>
                </a:lnTo>
                <a:lnTo>
                  <a:pt x="136525" y="326652"/>
                </a:lnTo>
                <a:lnTo>
                  <a:pt x="163395" y="290444"/>
                </a:lnTo>
                <a:lnTo>
                  <a:pt x="192311" y="255925"/>
                </a:lnTo>
                <a:lnTo>
                  <a:pt x="223184" y="223184"/>
                </a:lnTo>
                <a:lnTo>
                  <a:pt x="255924" y="192311"/>
                </a:lnTo>
                <a:lnTo>
                  <a:pt x="290443" y="163395"/>
                </a:lnTo>
                <a:lnTo>
                  <a:pt x="326651" y="136525"/>
                </a:lnTo>
                <a:lnTo>
                  <a:pt x="364459" y="111790"/>
                </a:lnTo>
                <a:lnTo>
                  <a:pt x="403777" y="89280"/>
                </a:lnTo>
                <a:lnTo>
                  <a:pt x="444517" y="69084"/>
                </a:lnTo>
                <a:lnTo>
                  <a:pt x="486588" y="51291"/>
                </a:lnTo>
                <a:lnTo>
                  <a:pt x="529903" y="35991"/>
                </a:lnTo>
                <a:lnTo>
                  <a:pt x="574371" y="23272"/>
                </a:lnTo>
                <a:lnTo>
                  <a:pt x="619904" y="13224"/>
                </a:lnTo>
                <a:lnTo>
                  <a:pt x="666411" y="5937"/>
                </a:lnTo>
                <a:lnTo>
                  <a:pt x="713804" y="1499"/>
                </a:lnTo>
                <a:lnTo>
                  <a:pt x="761994" y="0"/>
                </a:lnTo>
                <a:lnTo>
                  <a:pt x="8382305" y="0"/>
                </a:lnTo>
                <a:lnTo>
                  <a:pt x="8430494" y="1498"/>
                </a:lnTo>
                <a:lnTo>
                  <a:pt x="8477887" y="5936"/>
                </a:lnTo>
                <a:lnTo>
                  <a:pt x="8524394" y="13223"/>
                </a:lnTo>
                <a:lnTo>
                  <a:pt x="8569926" y="23270"/>
                </a:lnTo>
                <a:lnTo>
                  <a:pt x="8614394" y="35988"/>
                </a:lnTo>
                <a:lnTo>
                  <a:pt x="8657709" y="51288"/>
                </a:lnTo>
                <a:lnTo>
                  <a:pt x="8699781" y="69080"/>
                </a:lnTo>
                <a:lnTo>
                  <a:pt x="8740521" y="89276"/>
                </a:lnTo>
                <a:lnTo>
                  <a:pt x="8779840" y="111786"/>
                </a:lnTo>
                <a:lnTo>
                  <a:pt x="8817648" y="136520"/>
                </a:lnTo>
                <a:lnTo>
                  <a:pt x="8853857" y="163389"/>
                </a:lnTo>
                <a:lnTo>
                  <a:pt x="8888376" y="192305"/>
                </a:lnTo>
                <a:lnTo>
                  <a:pt x="8921117" y="223178"/>
                </a:lnTo>
                <a:lnTo>
                  <a:pt x="8951991" y="255918"/>
                </a:lnTo>
                <a:lnTo>
                  <a:pt x="8980908" y="290437"/>
                </a:lnTo>
                <a:lnTo>
                  <a:pt x="9007779" y="326645"/>
                </a:lnTo>
                <a:lnTo>
                  <a:pt x="9032514" y="364453"/>
                </a:lnTo>
                <a:lnTo>
                  <a:pt x="9055025" y="403772"/>
                </a:lnTo>
                <a:lnTo>
                  <a:pt x="9075222" y="444512"/>
                </a:lnTo>
                <a:lnTo>
                  <a:pt x="9093016" y="486584"/>
                </a:lnTo>
                <a:lnTo>
                  <a:pt x="9108317" y="529900"/>
                </a:lnTo>
                <a:lnTo>
                  <a:pt x="9121036" y="574368"/>
                </a:lnTo>
                <a:lnTo>
                  <a:pt x="9131085" y="619901"/>
                </a:lnTo>
                <a:lnTo>
                  <a:pt x="9138373" y="666410"/>
                </a:lnTo>
                <a:lnTo>
                  <a:pt x="9142811" y="713804"/>
                </a:lnTo>
                <a:lnTo>
                  <a:pt x="9143984" y="752006"/>
                </a:lnTo>
              </a:path>
            </a:pathLst>
          </a:custGeom>
          <a:ln w="57150">
            <a:solidFill>
              <a:srgbClr val="BA9977"/>
            </a:solidFill>
          </a:ln>
        </p:spPr>
        <p:txBody>
          <a:bodyPr wrap="square" lIns="0" tIns="0" rIns="0" bIns="0" rtlCol="0"/>
          <a:lstStyle/>
          <a:p>
            <a:endParaRPr/>
          </a:p>
        </p:txBody>
      </p:sp>
      <p:sp>
        <p:nvSpPr>
          <p:cNvPr id="14" name="object 14"/>
          <p:cNvSpPr/>
          <p:nvPr/>
        </p:nvSpPr>
        <p:spPr>
          <a:xfrm>
            <a:off x="310859" y="2773874"/>
            <a:ext cx="11048365" cy="2179955"/>
          </a:xfrm>
          <a:custGeom>
            <a:avLst/>
            <a:gdLst/>
            <a:ahLst/>
            <a:cxnLst/>
            <a:rect l="l" t="t" r="r" b="b"/>
            <a:pathLst>
              <a:path w="11048365" h="2179954">
                <a:moveTo>
                  <a:pt x="761995" y="0"/>
                </a:moveTo>
                <a:lnTo>
                  <a:pt x="10286238" y="0"/>
                </a:lnTo>
                <a:lnTo>
                  <a:pt x="10334426" y="1495"/>
                </a:lnTo>
                <a:lnTo>
                  <a:pt x="10381817" y="5930"/>
                </a:lnTo>
                <a:lnTo>
                  <a:pt x="10428324" y="13215"/>
                </a:lnTo>
                <a:lnTo>
                  <a:pt x="10473857" y="23260"/>
                </a:lnTo>
                <a:lnTo>
                  <a:pt x="10518326" y="35976"/>
                </a:lnTo>
                <a:lnTo>
                  <a:pt x="10561642" y="51275"/>
                </a:lnTo>
                <a:lnTo>
                  <a:pt x="10603715" y="69066"/>
                </a:lnTo>
                <a:lnTo>
                  <a:pt x="10644457" y="89261"/>
                </a:lnTo>
                <a:lnTo>
                  <a:pt x="10683777" y="111770"/>
                </a:lnTo>
                <a:lnTo>
                  <a:pt x="10721587" y="136505"/>
                </a:lnTo>
                <a:lnTo>
                  <a:pt x="10757798" y="163375"/>
                </a:lnTo>
                <a:lnTo>
                  <a:pt x="10792319" y="192292"/>
                </a:lnTo>
                <a:lnTo>
                  <a:pt x="10825061" y="223166"/>
                </a:lnTo>
                <a:lnTo>
                  <a:pt x="10855935" y="255909"/>
                </a:lnTo>
                <a:lnTo>
                  <a:pt x="10884853" y="290429"/>
                </a:lnTo>
                <a:lnTo>
                  <a:pt x="10911723" y="326639"/>
                </a:lnTo>
                <a:lnTo>
                  <a:pt x="10936459" y="364449"/>
                </a:lnTo>
                <a:lnTo>
                  <a:pt x="10958969" y="403769"/>
                </a:lnTo>
                <a:lnTo>
                  <a:pt x="10979164" y="444511"/>
                </a:lnTo>
                <a:lnTo>
                  <a:pt x="10996957" y="486584"/>
                </a:lnTo>
                <a:lnTo>
                  <a:pt x="11012257" y="529900"/>
                </a:lnTo>
                <a:lnTo>
                  <a:pt x="11024974" y="574370"/>
                </a:lnTo>
                <a:lnTo>
                  <a:pt x="11035021" y="619903"/>
                </a:lnTo>
                <a:lnTo>
                  <a:pt x="11042308" y="666411"/>
                </a:lnTo>
                <a:lnTo>
                  <a:pt x="11046745" y="713805"/>
                </a:lnTo>
                <a:lnTo>
                  <a:pt x="11048244" y="761995"/>
                </a:lnTo>
                <a:lnTo>
                  <a:pt x="11048244" y="1417891"/>
                </a:lnTo>
                <a:lnTo>
                  <a:pt x="11046744" y="1466081"/>
                </a:lnTo>
                <a:lnTo>
                  <a:pt x="11042307" y="1513474"/>
                </a:lnTo>
                <a:lnTo>
                  <a:pt x="11035019" y="1559982"/>
                </a:lnTo>
                <a:lnTo>
                  <a:pt x="11024972" y="1605515"/>
                </a:lnTo>
                <a:lnTo>
                  <a:pt x="11012254" y="1649983"/>
                </a:lnTo>
                <a:lnTo>
                  <a:pt x="10996954" y="1693299"/>
                </a:lnTo>
                <a:lnTo>
                  <a:pt x="10979161" y="1735372"/>
                </a:lnTo>
                <a:lnTo>
                  <a:pt x="10958965" y="1776113"/>
                </a:lnTo>
                <a:lnTo>
                  <a:pt x="10936455" y="1815433"/>
                </a:lnTo>
                <a:lnTo>
                  <a:pt x="10911720" y="1853242"/>
                </a:lnTo>
                <a:lnTo>
                  <a:pt x="10884850" y="1889452"/>
                </a:lnTo>
                <a:lnTo>
                  <a:pt x="10855932" y="1923973"/>
                </a:lnTo>
                <a:lnTo>
                  <a:pt x="10825058" y="1956715"/>
                </a:lnTo>
                <a:lnTo>
                  <a:pt x="10792316" y="1987589"/>
                </a:lnTo>
                <a:lnTo>
                  <a:pt x="10757795" y="2016506"/>
                </a:lnTo>
                <a:lnTo>
                  <a:pt x="10721586" y="2043376"/>
                </a:lnTo>
                <a:lnTo>
                  <a:pt x="10683776" y="2068111"/>
                </a:lnTo>
                <a:lnTo>
                  <a:pt x="10644456" y="2090621"/>
                </a:lnTo>
                <a:lnTo>
                  <a:pt x="10603714" y="2110816"/>
                </a:lnTo>
                <a:lnTo>
                  <a:pt x="10561641" y="2128607"/>
                </a:lnTo>
                <a:lnTo>
                  <a:pt x="10518325" y="2143906"/>
                </a:lnTo>
                <a:lnTo>
                  <a:pt x="10473856" y="2156623"/>
                </a:lnTo>
                <a:lnTo>
                  <a:pt x="10428324" y="2166668"/>
                </a:lnTo>
                <a:lnTo>
                  <a:pt x="10381817" y="2173953"/>
                </a:lnTo>
                <a:lnTo>
                  <a:pt x="10334425" y="2178389"/>
                </a:lnTo>
                <a:lnTo>
                  <a:pt x="10286238" y="2179886"/>
                </a:lnTo>
                <a:lnTo>
                  <a:pt x="761995" y="2179887"/>
                </a:lnTo>
                <a:lnTo>
                  <a:pt x="713805" y="2178387"/>
                </a:lnTo>
                <a:lnTo>
                  <a:pt x="666411" y="2173949"/>
                </a:lnTo>
                <a:lnTo>
                  <a:pt x="619903" y="2166662"/>
                </a:lnTo>
                <a:lnTo>
                  <a:pt x="574371" y="2156614"/>
                </a:lnTo>
                <a:lnTo>
                  <a:pt x="529902" y="2143895"/>
                </a:lnTo>
                <a:lnTo>
                  <a:pt x="486587" y="2128594"/>
                </a:lnTo>
                <a:lnTo>
                  <a:pt x="444515" y="2110801"/>
                </a:lnTo>
                <a:lnTo>
                  <a:pt x="403776" y="2090605"/>
                </a:lnTo>
                <a:lnTo>
                  <a:pt x="364457" y="2068095"/>
                </a:lnTo>
                <a:lnTo>
                  <a:pt x="326649" y="2043360"/>
                </a:lnTo>
                <a:lnTo>
                  <a:pt x="290441" y="2016489"/>
                </a:lnTo>
                <a:lnTo>
                  <a:pt x="255922" y="1987573"/>
                </a:lnTo>
                <a:lnTo>
                  <a:pt x="223182" y="1956700"/>
                </a:lnTo>
                <a:lnTo>
                  <a:pt x="192309" y="1923959"/>
                </a:lnTo>
                <a:lnTo>
                  <a:pt x="163393" y="1889440"/>
                </a:lnTo>
                <a:lnTo>
                  <a:pt x="136524" y="1853232"/>
                </a:lnTo>
                <a:lnTo>
                  <a:pt x="111789" y="1815424"/>
                </a:lnTo>
                <a:lnTo>
                  <a:pt x="89280" y="1776106"/>
                </a:lnTo>
                <a:lnTo>
                  <a:pt x="69084" y="1735366"/>
                </a:lnTo>
                <a:lnTo>
                  <a:pt x="51291" y="1693294"/>
                </a:lnTo>
                <a:lnTo>
                  <a:pt x="35991" y="1649980"/>
                </a:lnTo>
                <a:lnTo>
                  <a:pt x="23272" y="1605512"/>
                </a:lnTo>
                <a:lnTo>
                  <a:pt x="13225" y="1559980"/>
                </a:lnTo>
                <a:lnTo>
                  <a:pt x="5937" y="1513473"/>
                </a:lnTo>
                <a:lnTo>
                  <a:pt x="1499" y="1466080"/>
                </a:lnTo>
                <a:lnTo>
                  <a:pt x="0" y="1417891"/>
                </a:lnTo>
                <a:lnTo>
                  <a:pt x="0" y="761995"/>
                </a:lnTo>
                <a:lnTo>
                  <a:pt x="1498" y="713805"/>
                </a:lnTo>
                <a:lnTo>
                  <a:pt x="5936" y="666412"/>
                </a:lnTo>
                <a:lnTo>
                  <a:pt x="13223" y="619904"/>
                </a:lnTo>
                <a:lnTo>
                  <a:pt x="23270" y="574371"/>
                </a:lnTo>
                <a:lnTo>
                  <a:pt x="35988" y="529903"/>
                </a:lnTo>
                <a:lnTo>
                  <a:pt x="51288" y="486588"/>
                </a:lnTo>
                <a:lnTo>
                  <a:pt x="69081" y="444516"/>
                </a:lnTo>
                <a:lnTo>
                  <a:pt x="89277" y="403776"/>
                </a:lnTo>
                <a:lnTo>
                  <a:pt x="111787" y="364457"/>
                </a:lnTo>
                <a:lnTo>
                  <a:pt x="136522" y="326649"/>
                </a:lnTo>
                <a:lnTo>
                  <a:pt x="163392" y="290441"/>
                </a:lnTo>
                <a:lnTo>
                  <a:pt x="192308" y="255922"/>
                </a:lnTo>
                <a:lnTo>
                  <a:pt x="223181" y="223181"/>
                </a:lnTo>
                <a:lnTo>
                  <a:pt x="255922" y="192308"/>
                </a:lnTo>
                <a:lnTo>
                  <a:pt x="290441" y="163392"/>
                </a:lnTo>
                <a:lnTo>
                  <a:pt x="326650" y="136522"/>
                </a:lnTo>
                <a:lnTo>
                  <a:pt x="364458" y="111788"/>
                </a:lnTo>
                <a:lnTo>
                  <a:pt x="403776" y="89278"/>
                </a:lnTo>
                <a:lnTo>
                  <a:pt x="444516" y="69082"/>
                </a:lnTo>
                <a:lnTo>
                  <a:pt x="486589" y="51289"/>
                </a:lnTo>
                <a:lnTo>
                  <a:pt x="529903" y="35989"/>
                </a:lnTo>
                <a:lnTo>
                  <a:pt x="574372" y="23271"/>
                </a:lnTo>
                <a:lnTo>
                  <a:pt x="619904" y="13224"/>
                </a:lnTo>
                <a:lnTo>
                  <a:pt x="666412" y="5936"/>
                </a:lnTo>
                <a:lnTo>
                  <a:pt x="713805" y="1499"/>
                </a:lnTo>
                <a:lnTo>
                  <a:pt x="761995" y="0"/>
                </a:lnTo>
              </a:path>
            </a:pathLst>
          </a:custGeom>
          <a:ln w="57150">
            <a:solidFill>
              <a:srgbClr val="BA9977"/>
            </a:solidFill>
          </a:ln>
        </p:spPr>
        <p:txBody>
          <a:bodyPr wrap="square" lIns="0" tIns="0" rIns="0" bIns="0" rtlCol="0"/>
          <a:lstStyle/>
          <a:p>
            <a:endParaRPr/>
          </a:p>
        </p:txBody>
      </p:sp>
      <p:sp>
        <p:nvSpPr>
          <p:cNvPr id="24" name="Rectangle 7">
            <a:extLst>
              <a:ext uri="{FF2B5EF4-FFF2-40B4-BE49-F238E27FC236}">
                <a16:creationId xmlns:a16="http://schemas.microsoft.com/office/drawing/2014/main" id="{1F384FE0-B647-4344-A482-4E60682D7F84}"/>
              </a:ext>
            </a:extLst>
          </p:cNvPr>
          <p:cNvSpPr>
            <a:spLocks noChangeArrowheads="1"/>
          </p:cNvSpPr>
          <p:nvPr/>
        </p:nvSpPr>
        <p:spPr bwMode="auto">
          <a:xfrm>
            <a:off x="3108218" y="6308726"/>
            <a:ext cx="6425157"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3200" dirty="0">
                <a:solidFill>
                  <a:schemeClr val="accent2">
                    <a:lumMod val="50000"/>
                  </a:schemeClr>
                </a:solidFill>
              </a:rPr>
              <a:t>A total of 49,574 pizzas were sold </a:t>
            </a:r>
          </a:p>
          <a:p>
            <a:pPr marL="0" marR="0" lvl="0" indent="0" algn="l" defTabSz="914400" rtl="0" eaLnBrk="0" fontAlgn="base" latinLnBrk="0" hangingPunct="0">
              <a:lnSpc>
                <a:spcPct val="100000"/>
              </a:lnSpc>
              <a:spcBef>
                <a:spcPct val="0"/>
              </a:spcBef>
              <a:spcAft>
                <a:spcPct val="0"/>
              </a:spcAft>
              <a:buClrTx/>
              <a:buSzTx/>
              <a:buFontTx/>
              <a:buNone/>
              <a:tabLst/>
            </a:pPr>
            <a:r>
              <a:rPr lang="en-US" sz="3200" dirty="0">
                <a:solidFill>
                  <a:schemeClr val="accent2">
                    <a:lumMod val="50000"/>
                  </a:schemeClr>
                </a:solidFill>
              </a:rPr>
              <a:t>during the analyzed period.</a:t>
            </a:r>
            <a:endParaRPr kumimoji="0" lang="en-US" altLang="en-US" sz="3200" i="0" u="none" strike="noStrike" cap="none" normalizeH="0" baseline="0" dirty="0">
              <a:ln>
                <a:noFill/>
              </a:ln>
              <a:solidFill>
                <a:schemeClr val="accent2">
                  <a:lumMod val="50000"/>
                </a:schemeClr>
              </a:solidFill>
              <a:effectLst/>
              <a:latin typeface="Arial" panose="020B0604020202020204" pitchFamily="34" charset="0"/>
            </a:endParaRPr>
          </a:p>
        </p:txBody>
      </p:sp>
      <p:pic>
        <p:nvPicPr>
          <p:cNvPr id="9" name="Picture 8">
            <a:extLst>
              <a:ext uri="{FF2B5EF4-FFF2-40B4-BE49-F238E27FC236}">
                <a16:creationId xmlns:a16="http://schemas.microsoft.com/office/drawing/2014/main" id="{39B9DF65-46A0-414E-B7C0-EDE738F3000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2499" y="3029195"/>
            <a:ext cx="10424683" cy="1648348"/>
          </a:xfrm>
          <a:prstGeom prst="rect">
            <a:avLst/>
          </a:prstGeom>
        </p:spPr>
      </p:pic>
      <p:pic>
        <p:nvPicPr>
          <p:cNvPr id="17" name="Picture 16">
            <a:extLst>
              <a:ext uri="{FF2B5EF4-FFF2-40B4-BE49-F238E27FC236}">
                <a16:creationId xmlns:a16="http://schemas.microsoft.com/office/drawing/2014/main" id="{3EB2C1B5-C054-4AFD-A01B-E2AF9BCD118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149740" y="5548124"/>
            <a:ext cx="4571393" cy="2871976"/>
          </a:xfrm>
          <a:prstGeom prst="rect">
            <a:avLst/>
          </a:prstGeom>
        </p:spPr>
      </p:pic>
    </p:spTree>
    <p:extLst>
      <p:ext uri="{BB962C8B-B14F-4D97-AF65-F5344CB8AC3E}">
        <p14:creationId xmlns:p14="http://schemas.microsoft.com/office/powerpoint/2010/main" val="3122681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997"/>
            <a:ext cx="2988147" cy="2641599"/>
          </a:xfrm>
          <a:prstGeom prst="rect">
            <a:avLst/>
          </a:prstGeom>
        </p:spPr>
      </p:pic>
      <p:pic>
        <p:nvPicPr>
          <p:cNvPr id="3" name="object 3"/>
          <p:cNvPicPr/>
          <p:nvPr/>
        </p:nvPicPr>
        <p:blipFill>
          <a:blip r:embed="rId3" cstate="print"/>
          <a:stretch>
            <a:fillRect/>
          </a:stretch>
        </p:blipFill>
        <p:spPr>
          <a:xfrm>
            <a:off x="14396418" y="1312837"/>
            <a:ext cx="3612813" cy="3733799"/>
          </a:xfrm>
          <a:prstGeom prst="rect">
            <a:avLst/>
          </a:prstGeom>
        </p:spPr>
      </p:pic>
      <p:pic>
        <p:nvPicPr>
          <p:cNvPr id="4" name="object 4"/>
          <p:cNvPicPr/>
          <p:nvPr/>
        </p:nvPicPr>
        <p:blipFill>
          <a:blip r:embed="rId4" cstate="print"/>
          <a:stretch>
            <a:fillRect/>
          </a:stretch>
        </p:blipFill>
        <p:spPr>
          <a:xfrm>
            <a:off x="392855" y="7488466"/>
            <a:ext cx="3551892" cy="2798492"/>
          </a:xfrm>
          <a:prstGeom prst="rect">
            <a:avLst/>
          </a:prstGeom>
        </p:spPr>
      </p:pic>
      <p:pic>
        <p:nvPicPr>
          <p:cNvPr id="5" name="object 5"/>
          <p:cNvPicPr/>
          <p:nvPr/>
        </p:nvPicPr>
        <p:blipFill>
          <a:blip r:embed="rId5" cstate="print"/>
          <a:stretch>
            <a:fillRect/>
          </a:stretch>
        </p:blipFill>
        <p:spPr>
          <a:xfrm>
            <a:off x="15082279" y="6946898"/>
            <a:ext cx="3216583" cy="3234137"/>
          </a:xfrm>
          <a:prstGeom prst="rect">
            <a:avLst/>
          </a:prstGeom>
        </p:spPr>
      </p:pic>
      <p:sp>
        <p:nvSpPr>
          <p:cNvPr id="7" name="object 7"/>
          <p:cNvSpPr/>
          <p:nvPr/>
        </p:nvSpPr>
        <p:spPr>
          <a:xfrm>
            <a:off x="4096661" y="439679"/>
            <a:ext cx="10765155" cy="1739900"/>
          </a:xfrm>
          <a:custGeom>
            <a:avLst/>
            <a:gdLst/>
            <a:ahLst/>
            <a:cxnLst/>
            <a:rect l="l" t="t" r="r" b="b"/>
            <a:pathLst>
              <a:path w="10765155" h="1739900">
                <a:moveTo>
                  <a:pt x="10567021" y="1739800"/>
                </a:moveTo>
                <a:lnTo>
                  <a:pt x="200025" y="1739800"/>
                </a:lnTo>
                <a:lnTo>
                  <a:pt x="154161" y="1734518"/>
                </a:lnTo>
                <a:lnTo>
                  <a:pt x="112059" y="1719470"/>
                </a:lnTo>
                <a:lnTo>
                  <a:pt x="74919" y="1695857"/>
                </a:lnTo>
                <a:lnTo>
                  <a:pt x="43943" y="1664881"/>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5" y="0"/>
                </a:lnTo>
                <a:lnTo>
                  <a:pt x="10567021" y="0"/>
                </a:lnTo>
                <a:lnTo>
                  <a:pt x="10612881" y="5282"/>
                </a:lnTo>
                <a:lnTo>
                  <a:pt x="10654979" y="20330"/>
                </a:lnTo>
                <a:lnTo>
                  <a:pt x="10692116" y="43943"/>
                </a:lnTo>
                <a:lnTo>
                  <a:pt x="10723090" y="74919"/>
                </a:lnTo>
                <a:lnTo>
                  <a:pt x="10746701" y="112059"/>
                </a:lnTo>
                <a:lnTo>
                  <a:pt x="10761749" y="154161"/>
                </a:lnTo>
                <a:lnTo>
                  <a:pt x="10765014" y="182514"/>
                </a:lnTo>
                <a:lnTo>
                  <a:pt x="10765014" y="1557286"/>
                </a:lnTo>
                <a:lnTo>
                  <a:pt x="10746701" y="1627741"/>
                </a:lnTo>
                <a:lnTo>
                  <a:pt x="10723090" y="1664881"/>
                </a:lnTo>
                <a:lnTo>
                  <a:pt x="10692116" y="1695857"/>
                </a:lnTo>
                <a:lnTo>
                  <a:pt x="10654979" y="1719470"/>
                </a:lnTo>
                <a:lnTo>
                  <a:pt x="10612881" y="1734518"/>
                </a:lnTo>
                <a:lnTo>
                  <a:pt x="10567021" y="1739800"/>
                </a:lnTo>
                <a:close/>
              </a:path>
            </a:pathLst>
          </a:custGeom>
          <a:solidFill>
            <a:srgbClr val="DABD9D">
              <a:alpha val="78999"/>
            </a:srgbClr>
          </a:solidFill>
        </p:spPr>
        <p:txBody>
          <a:bodyPr wrap="square" lIns="0" tIns="0" rIns="0" bIns="0" rtlCol="0"/>
          <a:lstStyle/>
          <a:p>
            <a:endParaRPr/>
          </a:p>
        </p:txBody>
      </p:sp>
      <p:sp>
        <p:nvSpPr>
          <p:cNvPr id="10" name="object 10"/>
          <p:cNvSpPr/>
          <p:nvPr/>
        </p:nvSpPr>
        <p:spPr>
          <a:xfrm>
            <a:off x="10783030" y="5262188"/>
            <a:ext cx="5325110" cy="3386512"/>
          </a:xfrm>
          <a:custGeom>
            <a:avLst/>
            <a:gdLst/>
            <a:ahLst/>
            <a:cxnLst/>
            <a:rect l="l" t="t" r="r" b="b"/>
            <a:pathLst>
              <a:path w="5325109" h="3600450">
                <a:moveTo>
                  <a:pt x="5324483" y="2890849"/>
                </a:moveTo>
                <a:lnTo>
                  <a:pt x="5320319" y="2935385"/>
                </a:lnTo>
                <a:lnTo>
                  <a:pt x="5313031" y="2981893"/>
                </a:lnTo>
                <a:lnTo>
                  <a:pt x="5302983" y="3027425"/>
                </a:lnTo>
                <a:lnTo>
                  <a:pt x="5290263" y="3071893"/>
                </a:lnTo>
                <a:lnTo>
                  <a:pt x="5274962" y="3115207"/>
                </a:lnTo>
                <a:lnTo>
                  <a:pt x="5257169" y="3157278"/>
                </a:lnTo>
                <a:lnTo>
                  <a:pt x="5236972" y="3198017"/>
                </a:lnTo>
                <a:lnTo>
                  <a:pt x="5214462" y="3237335"/>
                </a:lnTo>
                <a:lnTo>
                  <a:pt x="5189728" y="3275142"/>
                </a:lnTo>
                <a:lnTo>
                  <a:pt x="5162858" y="3311350"/>
                </a:lnTo>
                <a:lnTo>
                  <a:pt x="5133942" y="3345868"/>
                </a:lnTo>
                <a:lnTo>
                  <a:pt x="5103069" y="3378608"/>
                </a:lnTo>
                <a:lnTo>
                  <a:pt x="5070329" y="3409480"/>
                </a:lnTo>
                <a:lnTo>
                  <a:pt x="5035810" y="3438396"/>
                </a:lnTo>
                <a:lnTo>
                  <a:pt x="4999603" y="3465265"/>
                </a:lnTo>
                <a:lnTo>
                  <a:pt x="4961796" y="3489999"/>
                </a:lnTo>
                <a:lnTo>
                  <a:pt x="4922478" y="3512509"/>
                </a:lnTo>
                <a:lnTo>
                  <a:pt x="4881739" y="3532705"/>
                </a:lnTo>
                <a:lnTo>
                  <a:pt x="4839669" y="3550497"/>
                </a:lnTo>
                <a:lnTo>
                  <a:pt x="4796355" y="3565798"/>
                </a:lnTo>
                <a:lnTo>
                  <a:pt x="4751888" y="3578517"/>
                </a:lnTo>
                <a:lnTo>
                  <a:pt x="4706356" y="3588565"/>
                </a:lnTo>
                <a:lnTo>
                  <a:pt x="4659850" y="3595853"/>
                </a:lnTo>
                <a:lnTo>
                  <a:pt x="4612457" y="3600291"/>
                </a:lnTo>
                <a:lnTo>
                  <a:pt x="4607368" y="3600450"/>
                </a:lnTo>
              </a:path>
              <a:path w="5325109" h="3600450">
                <a:moveTo>
                  <a:pt x="718921" y="3600452"/>
                </a:moveTo>
                <a:lnTo>
                  <a:pt x="666437" y="3595852"/>
                </a:lnTo>
                <a:lnTo>
                  <a:pt x="619930" y="3588564"/>
                </a:lnTo>
                <a:lnTo>
                  <a:pt x="574399" y="3578516"/>
                </a:lnTo>
                <a:lnTo>
                  <a:pt x="529931" y="3565797"/>
                </a:lnTo>
                <a:lnTo>
                  <a:pt x="486618" y="3550496"/>
                </a:lnTo>
                <a:lnTo>
                  <a:pt x="444547" y="3532703"/>
                </a:lnTo>
                <a:lnTo>
                  <a:pt x="403808" y="3512507"/>
                </a:lnTo>
                <a:lnTo>
                  <a:pt x="364490" y="3489997"/>
                </a:lnTo>
                <a:lnTo>
                  <a:pt x="326683" y="3465263"/>
                </a:lnTo>
                <a:lnTo>
                  <a:pt x="290476" y="3438393"/>
                </a:lnTo>
                <a:lnTo>
                  <a:pt x="255957" y="3409478"/>
                </a:lnTo>
                <a:lnTo>
                  <a:pt x="223217" y="3378605"/>
                </a:lnTo>
                <a:lnTo>
                  <a:pt x="192344" y="3345865"/>
                </a:lnTo>
                <a:lnTo>
                  <a:pt x="163429" y="3311347"/>
                </a:lnTo>
                <a:lnTo>
                  <a:pt x="136559" y="3275140"/>
                </a:lnTo>
                <a:lnTo>
                  <a:pt x="111824" y="3237332"/>
                </a:lnTo>
                <a:lnTo>
                  <a:pt x="89314" y="3198015"/>
                </a:lnTo>
                <a:lnTo>
                  <a:pt x="69118" y="3157276"/>
                </a:lnTo>
                <a:lnTo>
                  <a:pt x="51325" y="3115204"/>
                </a:lnTo>
                <a:lnTo>
                  <a:pt x="36024" y="3071890"/>
                </a:lnTo>
                <a:lnTo>
                  <a:pt x="23305" y="3027423"/>
                </a:lnTo>
                <a:lnTo>
                  <a:pt x="13257" y="2981891"/>
                </a:lnTo>
                <a:lnTo>
                  <a:pt x="5969" y="2935384"/>
                </a:lnTo>
                <a:lnTo>
                  <a:pt x="1530" y="2887991"/>
                </a:lnTo>
                <a:lnTo>
                  <a:pt x="0" y="2839802"/>
                </a:lnTo>
                <a:lnTo>
                  <a:pt x="0" y="761986"/>
                </a:lnTo>
                <a:lnTo>
                  <a:pt x="1528" y="713798"/>
                </a:lnTo>
                <a:lnTo>
                  <a:pt x="5965" y="666405"/>
                </a:lnTo>
                <a:lnTo>
                  <a:pt x="13251" y="619897"/>
                </a:lnTo>
                <a:lnTo>
                  <a:pt x="23298" y="574365"/>
                </a:lnTo>
                <a:lnTo>
                  <a:pt x="36016" y="529897"/>
                </a:lnTo>
                <a:lnTo>
                  <a:pt x="51316" y="486582"/>
                </a:lnTo>
                <a:lnTo>
                  <a:pt x="69108" y="444510"/>
                </a:lnTo>
                <a:lnTo>
                  <a:pt x="89304" y="403770"/>
                </a:lnTo>
                <a:lnTo>
                  <a:pt x="111814" y="364452"/>
                </a:lnTo>
                <a:lnTo>
                  <a:pt x="136549" y="326644"/>
                </a:lnTo>
                <a:lnTo>
                  <a:pt x="163419" y="290436"/>
                </a:lnTo>
                <a:lnTo>
                  <a:pt x="192335" y="255918"/>
                </a:lnTo>
                <a:lnTo>
                  <a:pt x="223209" y="223177"/>
                </a:lnTo>
                <a:lnTo>
                  <a:pt x="255950" y="192305"/>
                </a:lnTo>
                <a:lnTo>
                  <a:pt x="290469" y="163390"/>
                </a:lnTo>
                <a:lnTo>
                  <a:pt x="326677" y="136520"/>
                </a:lnTo>
                <a:lnTo>
                  <a:pt x="364485" y="111787"/>
                </a:lnTo>
                <a:lnTo>
                  <a:pt x="403804" y="89278"/>
                </a:lnTo>
                <a:lnTo>
                  <a:pt x="444544" y="69082"/>
                </a:lnTo>
                <a:lnTo>
                  <a:pt x="486615" y="51290"/>
                </a:lnTo>
                <a:lnTo>
                  <a:pt x="529930" y="35990"/>
                </a:lnTo>
                <a:lnTo>
                  <a:pt x="574398" y="23272"/>
                </a:lnTo>
                <a:lnTo>
                  <a:pt x="619930" y="13225"/>
                </a:lnTo>
                <a:lnTo>
                  <a:pt x="666436" y="5937"/>
                </a:lnTo>
                <a:lnTo>
                  <a:pt x="713829" y="1499"/>
                </a:lnTo>
                <a:lnTo>
                  <a:pt x="762018" y="0"/>
                </a:lnTo>
                <a:lnTo>
                  <a:pt x="4564268" y="0"/>
                </a:lnTo>
                <a:lnTo>
                  <a:pt x="4612457" y="1499"/>
                </a:lnTo>
                <a:lnTo>
                  <a:pt x="4659850" y="5937"/>
                </a:lnTo>
                <a:lnTo>
                  <a:pt x="4706357" y="13225"/>
                </a:lnTo>
                <a:lnTo>
                  <a:pt x="4751888" y="23272"/>
                </a:lnTo>
                <a:lnTo>
                  <a:pt x="4796356" y="35990"/>
                </a:lnTo>
                <a:lnTo>
                  <a:pt x="4839670" y="51290"/>
                </a:lnTo>
                <a:lnTo>
                  <a:pt x="4881742" y="69081"/>
                </a:lnTo>
                <a:lnTo>
                  <a:pt x="4922482" y="89276"/>
                </a:lnTo>
                <a:lnTo>
                  <a:pt x="4961800" y="111785"/>
                </a:lnTo>
                <a:lnTo>
                  <a:pt x="4999608" y="136519"/>
                </a:lnTo>
                <a:lnTo>
                  <a:pt x="5035817" y="163388"/>
                </a:lnTo>
                <a:lnTo>
                  <a:pt x="5070336" y="192303"/>
                </a:lnTo>
                <a:lnTo>
                  <a:pt x="5103077" y="223175"/>
                </a:lnTo>
                <a:lnTo>
                  <a:pt x="5133950" y="255915"/>
                </a:lnTo>
                <a:lnTo>
                  <a:pt x="5162867" y="290434"/>
                </a:lnTo>
                <a:lnTo>
                  <a:pt x="5189737" y="326642"/>
                </a:lnTo>
                <a:lnTo>
                  <a:pt x="5214472" y="364449"/>
                </a:lnTo>
                <a:lnTo>
                  <a:pt x="5236982" y="403768"/>
                </a:lnTo>
                <a:lnTo>
                  <a:pt x="5257178" y="444508"/>
                </a:lnTo>
                <a:lnTo>
                  <a:pt x="5274971" y="486580"/>
                </a:lnTo>
                <a:lnTo>
                  <a:pt x="5290271" y="529895"/>
                </a:lnTo>
                <a:lnTo>
                  <a:pt x="5302989" y="574364"/>
                </a:lnTo>
                <a:lnTo>
                  <a:pt x="5313036" y="619896"/>
                </a:lnTo>
                <a:lnTo>
                  <a:pt x="5320323" y="666404"/>
                </a:lnTo>
                <a:lnTo>
                  <a:pt x="5324480" y="710911"/>
                </a:lnTo>
              </a:path>
            </a:pathLst>
          </a:custGeom>
          <a:ln w="57150">
            <a:solidFill>
              <a:srgbClr val="BA9977"/>
            </a:solidFill>
          </a:ln>
        </p:spPr>
        <p:txBody>
          <a:bodyPr wrap="square" lIns="0" tIns="0" rIns="0" bIns="0" rtlCol="0"/>
          <a:lstStyle/>
          <a:p>
            <a:endParaRPr/>
          </a:p>
        </p:txBody>
      </p:sp>
      <p:sp>
        <p:nvSpPr>
          <p:cNvPr id="11" name="object 11"/>
          <p:cNvSpPr txBox="1">
            <a:spLocks noGrp="1"/>
          </p:cNvSpPr>
          <p:nvPr>
            <p:ph type="title"/>
          </p:nvPr>
        </p:nvSpPr>
        <p:spPr>
          <a:xfrm>
            <a:off x="3336093" y="292901"/>
            <a:ext cx="11525723" cy="1775161"/>
          </a:xfrm>
          <a:prstGeom prst="rect">
            <a:avLst/>
          </a:prstGeom>
        </p:spPr>
        <p:txBody>
          <a:bodyPr vert="horz" wrap="square" lIns="0" tIns="116835" rIns="0" bIns="0" rtlCol="0">
            <a:spAutoFit/>
          </a:bodyPr>
          <a:lstStyle/>
          <a:p>
            <a:pPr marL="3900170" marR="5080" indent="-2665095">
              <a:lnSpc>
                <a:spcPct val="115900"/>
              </a:lnSpc>
              <a:spcBef>
                <a:spcPts val="100"/>
              </a:spcBef>
            </a:pPr>
            <a:r>
              <a:rPr sz="4800" spc="285" dirty="0"/>
              <a:t>Q</a:t>
            </a:r>
            <a:r>
              <a:rPr lang="en-US" sz="4800" spc="285" dirty="0"/>
              <a:t>4</a:t>
            </a:r>
            <a:r>
              <a:rPr sz="4800" spc="130" dirty="0"/>
              <a:t> </a:t>
            </a:r>
            <a:r>
              <a:rPr sz="4800" spc="795" dirty="0"/>
              <a:t>-</a:t>
            </a:r>
            <a:r>
              <a:rPr sz="4800" spc="135" dirty="0"/>
              <a:t> </a:t>
            </a:r>
            <a:r>
              <a:rPr lang="en-US" sz="4800" spc="320" dirty="0"/>
              <a:t>What is the average revenue per order?</a:t>
            </a:r>
            <a:endParaRPr sz="4800" dirty="0">
              <a:latin typeface="Arial"/>
              <a:cs typeface="Arial"/>
            </a:endParaRPr>
          </a:p>
        </p:txBody>
      </p:sp>
      <p:sp>
        <p:nvSpPr>
          <p:cNvPr id="12" name="object 12"/>
          <p:cNvSpPr txBox="1"/>
          <p:nvPr/>
        </p:nvSpPr>
        <p:spPr>
          <a:xfrm>
            <a:off x="1524000" y="6210300"/>
            <a:ext cx="8777912" cy="618759"/>
          </a:xfrm>
          <a:prstGeom prst="rect">
            <a:avLst/>
          </a:prstGeom>
        </p:spPr>
        <p:txBody>
          <a:bodyPr vert="horz" wrap="square" lIns="0" tIns="94615" rIns="0" bIns="0" rtlCol="0">
            <a:spAutoFit/>
          </a:bodyPr>
          <a:lstStyle/>
          <a:p>
            <a:pPr marL="12700">
              <a:lnSpc>
                <a:spcPct val="100000"/>
              </a:lnSpc>
              <a:spcBef>
                <a:spcPts val="745"/>
              </a:spcBef>
            </a:pPr>
            <a:r>
              <a:rPr sz="3400" spc="-130" dirty="0">
                <a:solidFill>
                  <a:srgbClr val="672912"/>
                </a:solidFill>
                <a:latin typeface="Verdana"/>
                <a:cs typeface="Verdana"/>
              </a:rPr>
              <a:t>Insight</a:t>
            </a:r>
            <a:r>
              <a:rPr sz="3400" spc="-720" dirty="0">
                <a:solidFill>
                  <a:srgbClr val="672912"/>
                </a:solidFill>
                <a:latin typeface="Verdana"/>
                <a:cs typeface="Verdana"/>
              </a:rPr>
              <a:t>:</a:t>
            </a:r>
            <a:r>
              <a:rPr lang="en-US" sz="3400" spc="-720" dirty="0">
                <a:solidFill>
                  <a:srgbClr val="672912"/>
                </a:solidFill>
                <a:latin typeface="Verdana"/>
                <a:cs typeface="Verdana"/>
              </a:rPr>
              <a:t>  </a:t>
            </a:r>
            <a:endParaRPr sz="3400" dirty="0">
              <a:solidFill>
                <a:schemeClr val="accent2">
                  <a:lumMod val="50000"/>
                </a:schemeClr>
              </a:solidFill>
              <a:latin typeface="Verdana"/>
              <a:cs typeface="Verdana"/>
            </a:endParaRPr>
          </a:p>
        </p:txBody>
      </p:sp>
      <p:sp>
        <p:nvSpPr>
          <p:cNvPr id="13" name="object 13"/>
          <p:cNvSpPr/>
          <p:nvPr/>
        </p:nvSpPr>
        <p:spPr>
          <a:xfrm>
            <a:off x="1262841" y="5973165"/>
            <a:ext cx="9144000" cy="2179955"/>
          </a:xfrm>
          <a:custGeom>
            <a:avLst/>
            <a:gdLst/>
            <a:ahLst/>
            <a:cxnLst/>
            <a:rect l="l" t="t" r="r" b="b"/>
            <a:pathLst>
              <a:path w="9144000" h="2179954">
                <a:moveTo>
                  <a:pt x="9143988" y="1427861"/>
                </a:moveTo>
                <a:lnTo>
                  <a:pt x="9142809" y="1466082"/>
                </a:lnTo>
                <a:lnTo>
                  <a:pt x="9138370" y="1513475"/>
                </a:lnTo>
                <a:lnTo>
                  <a:pt x="9131081" y="1559982"/>
                </a:lnTo>
                <a:lnTo>
                  <a:pt x="9121031" y="1605515"/>
                </a:lnTo>
                <a:lnTo>
                  <a:pt x="9108311" y="1649983"/>
                </a:lnTo>
                <a:lnTo>
                  <a:pt x="9093009" y="1693297"/>
                </a:lnTo>
                <a:lnTo>
                  <a:pt x="9075215" y="1735368"/>
                </a:lnTo>
                <a:lnTo>
                  <a:pt x="9055018" y="1776107"/>
                </a:lnTo>
                <a:lnTo>
                  <a:pt x="9032507" y="1815425"/>
                </a:lnTo>
                <a:lnTo>
                  <a:pt x="9007771" y="1853232"/>
                </a:lnTo>
                <a:lnTo>
                  <a:pt x="8980900" y="1889439"/>
                </a:lnTo>
                <a:lnTo>
                  <a:pt x="8951983" y="1923957"/>
                </a:lnTo>
                <a:lnTo>
                  <a:pt x="8921110" y="1956696"/>
                </a:lnTo>
                <a:lnTo>
                  <a:pt x="8888369" y="1987568"/>
                </a:lnTo>
                <a:lnTo>
                  <a:pt x="8853849" y="2016483"/>
                </a:lnTo>
                <a:lnTo>
                  <a:pt x="8817641" y="2043352"/>
                </a:lnTo>
                <a:lnTo>
                  <a:pt x="8779833" y="2068085"/>
                </a:lnTo>
                <a:lnTo>
                  <a:pt x="8740515" y="2090594"/>
                </a:lnTo>
                <a:lnTo>
                  <a:pt x="8699776" y="2110789"/>
                </a:lnTo>
                <a:lnTo>
                  <a:pt x="8657704" y="2128581"/>
                </a:lnTo>
                <a:lnTo>
                  <a:pt x="8614391" y="2143880"/>
                </a:lnTo>
                <a:lnTo>
                  <a:pt x="8569923" y="2156598"/>
                </a:lnTo>
                <a:lnTo>
                  <a:pt x="8524392" y="2166645"/>
                </a:lnTo>
                <a:lnTo>
                  <a:pt x="8477885" y="2173932"/>
                </a:lnTo>
                <a:lnTo>
                  <a:pt x="8430493" y="2178369"/>
                </a:lnTo>
                <a:lnTo>
                  <a:pt x="8382305" y="2179868"/>
                </a:lnTo>
                <a:lnTo>
                  <a:pt x="761994" y="2179868"/>
                </a:lnTo>
                <a:lnTo>
                  <a:pt x="713805" y="2178369"/>
                </a:lnTo>
                <a:lnTo>
                  <a:pt x="666413" y="2173931"/>
                </a:lnTo>
                <a:lnTo>
                  <a:pt x="619906" y="2166644"/>
                </a:lnTo>
                <a:lnTo>
                  <a:pt x="574375" y="2156597"/>
                </a:lnTo>
                <a:lnTo>
                  <a:pt x="529907" y="2143879"/>
                </a:lnTo>
                <a:lnTo>
                  <a:pt x="486593" y="2128579"/>
                </a:lnTo>
                <a:lnTo>
                  <a:pt x="444522" y="2110786"/>
                </a:lnTo>
                <a:lnTo>
                  <a:pt x="403783" y="2090591"/>
                </a:lnTo>
                <a:lnTo>
                  <a:pt x="364465" y="2068082"/>
                </a:lnTo>
                <a:lnTo>
                  <a:pt x="326658" y="2043348"/>
                </a:lnTo>
                <a:lnTo>
                  <a:pt x="290450" y="2016479"/>
                </a:lnTo>
                <a:lnTo>
                  <a:pt x="255931" y="1987563"/>
                </a:lnTo>
                <a:lnTo>
                  <a:pt x="223191" y="1956691"/>
                </a:lnTo>
                <a:lnTo>
                  <a:pt x="192318" y="1923952"/>
                </a:lnTo>
                <a:lnTo>
                  <a:pt x="163402" y="1889433"/>
                </a:lnTo>
                <a:lnTo>
                  <a:pt x="136532" y="1853226"/>
                </a:lnTo>
                <a:lnTo>
                  <a:pt x="111797" y="1815420"/>
                </a:lnTo>
                <a:lnTo>
                  <a:pt x="89287" y="1776102"/>
                </a:lnTo>
                <a:lnTo>
                  <a:pt x="69090" y="1735363"/>
                </a:lnTo>
                <a:lnTo>
                  <a:pt x="51297" y="1693292"/>
                </a:lnTo>
                <a:lnTo>
                  <a:pt x="35996" y="1649979"/>
                </a:lnTo>
                <a:lnTo>
                  <a:pt x="23276" y="1605511"/>
                </a:lnTo>
                <a:lnTo>
                  <a:pt x="13227" y="1559980"/>
                </a:lnTo>
                <a:lnTo>
                  <a:pt x="5939" y="1513473"/>
                </a:lnTo>
                <a:lnTo>
                  <a:pt x="1499" y="1466080"/>
                </a:lnTo>
                <a:lnTo>
                  <a:pt x="0" y="1417891"/>
                </a:lnTo>
                <a:lnTo>
                  <a:pt x="0" y="761994"/>
                </a:lnTo>
                <a:lnTo>
                  <a:pt x="1499" y="713804"/>
                </a:lnTo>
                <a:lnTo>
                  <a:pt x="5937" y="666411"/>
                </a:lnTo>
                <a:lnTo>
                  <a:pt x="13225" y="619904"/>
                </a:lnTo>
                <a:lnTo>
                  <a:pt x="23273" y="574372"/>
                </a:lnTo>
                <a:lnTo>
                  <a:pt x="35992" y="529904"/>
                </a:lnTo>
                <a:lnTo>
                  <a:pt x="51292" y="486589"/>
                </a:lnTo>
                <a:lnTo>
                  <a:pt x="69085" y="444517"/>
                </a:lnTo>
                <a:lnTo>
                  <a:pt x="89281" y="403778"/>
                </a:lnTo>
                <a:lnTo>
                  <a:pt x="111791" y="364459"/>
                </a:lnTo>
                <a:lnTo>
                  <a:pt x="136525" y="326652"/>
                </a:lnTo>
                <a:lnTo>
                  <a:pt x="163395" y="290444"/>
                </a:lnTo>
                <a:lnTo>
                  <a:pt x="192311" y="255925"/>
                </a:lnTo>
                <a:lnTo>
                  <a:pt x="223184" y="223184"/>
                </a:lnTo>
                <a:lnTo>
                  <a:pt x="255924" y="192311"/>
                </a:lnTo>
                <a:lnTo>
                  <a:pt x="290443" y="163395"/>
                </a:lnTo>
                <a:lnTo>
                  <a:pt x="326651" y="136525"/>
                </a:lnTo>
                <a:lnTo>
                  <a:pt x="364459" y="111790"/>
                </a:lnTo>
                <a:lnTo>
                  <a:pt x="403777" y="89280"/>
                </a:lnTo>
                <a:lnTo>
                  <a:pt x="444517" y="69084"/>
                </a:lnTo>
                <a:lnTo>
                  <a:pt x="486588" y="51291"/>
                </a:lnTo>
                <a:lnTo>
                  <a:pt x="529903" y="35991"/>
                </a:lnTo>
                <a:lnTo>
                  <a:pt x="574371" y="23272"/>
                </a:lnTo>
                <a:lnTo>
                  <a:pt x="619904" y="13224"/>
                </a:lnTo>
                <a:lnTo>
                  <a:pt x="666411" y="5937"/>
                </a:lnTo>
                <a:lnTo>
                  <a:pt x="713804" y="1499"/>
                </a:lnTo>
                <a:lnTo>
                  <a:pt x="761994" y="0"/>
                </a:lnTo>
                <a:lnTo>
                  <a:pt x="8382305" y="0"/>
                </a:lnTo>
                <a:lnTo>
                  <a:pt x="8430494" y="1498"/>
                </a:lnTo>
                <a:lnTo>
                  <a:pt x="8477887" y="5936"/>
                </a:lnTo>
                <a:lnTo>
                  <a:pt x="8524394" y="13223"/>
                </a:lnTo>
                <a:lnTo>
                  <a:pt x="8569926" y="23270"/>
                </a:lnTo>
                <a:lnTo>
                  <a:pt x="8614394" y="35988"/>
                </a:lnTo>
                <a:lnTo>
                  <a:pt x="8657709" y="51288"/>
                </a:lnTo>
                <a:lnTo>
                  <a:pt x="8699781" y="69080"/>
                </a:lnTo>
                <a:lnTo>
                  <a:pt x="8740521" y="89276"/>
                </a:lnTo>
                <a:lnTo>
                  <a:pt x="8779840" y="111786"/>
                </a:lnTo>
                <a:lnTo>
                  <a:pt x="8817648" y="136520"/>
                </a:lnTo>
                <a:lnTo>
                  <a:pt x="8853857" y="163389"/>
                </a:lnTo>
                <a:lnTo>
                  <a:pt x="8888376" y="192305"/>
                </a:lnTo>
                <a:lnTo>
                  <a:pt x="8921117" y="223178"/>
                </a:lnTo>
                <a:lnTo>
                  <a:pt x="8951991" y="255918"/>
                </a:lnTo>
                <a:lnTo>
                  <a:pt x="8980908" y="290437"/>
                </a:lnTo>
                <a:lnTo>
                  <a:pt x="9007779" y="326645"/>
                </a:lnTo>
                <a:lnTo>
                  <a:pt x="9032514" y="364453"/>
                </a:lnTo>
                <a:lnTo>
                  <a:pt x="9055025" y="403772"/>
                </a:lnTo>
                <a:lnTo>
                  <a:pt x="9075222" y="444512"/>
                </a:lnTo>
                <a:lnTo>
                  <a:pt x="9093016" y="486584"/>
                </a:lnTo>
                <a:lnTo>
                  <a:pt x="9108317" y="529900"/>
                </a:lnTo>
                <a:lnTo>
                  <a:pt x="9121036" y="574368"/>
                </a:lnTo>
                <a:lnTo>
                  <a:pt x="9131085" y="619901"/>
                </a:lnTo>
                <a:lnTo>
                  <a:pt x="9138373" y="666410"/>
                </a:lnTo>
                <a:lnTo>
                  <a:pt x="9142811" y="713804"/>
                </a:lnTo>
                <a:lnTo>
                  <a:pt x="9143984" y="752006"/>
                </a:lnTo>
              </a:path>
            </a:pathLst>
          </a:custGeom>
          <a:ln w="57150">
            <a:solidFill>
              <a:srgbClr val="BA9977"/>
            </a:solidFill>
          </a:ln>
        </p:spPr>
        <p:txBody>
          <a:bodyPr wrap="square" lIns="0" tIns="0" rIns="0" bIns="0" rtlCol="0"/>
          <a:lstStyle/>
          <a:p>
            <a:endParaRPr/>
          </a:p>
        </p:txBody>
      </p:sp>
      <p:sp>
        <p:nvSpPr>
          <p:cNvPr id="14" name="object 14"/>
          <p:cNvSpPr/>
          <p:nvPr/>
        </p:nvSpPr>
        <p:spPr>
          <a:xfrm>
            <a:off x="310859" y="2773874"/>
            <a:ext cx="11048365" cy="2179955"/>
          </a:xfrm>
          <a:custGeom>
            <a:avLst/>
            <a:gdLst/>
            <a:ahLst/>
            <a:cxnLst/>
            <a:rect l="l" t="t" r="r" b="b"/>
            <a:pathLst>
              <a:path w="11048365" h="2179954">
                <a:moveTo>
                  <a:pt x="761995" y="0"/>
                </a:moveTo>
                <a:lnTo>
                  <a:pt x="10286238" y="0"/>
                </a:lnTo>
                <a:lnTo>
                  <a:pt x="10334426" y="1495"/>
                </a:lnTo>
                <a:lnTo>
                  <a:pt x="10381817" y="5930"/>
                </a:lnTo>
                <a:lnTo>
                  <a:pt x="10428324" y="13215"/>
                </a:lnTo>
                <a:lnTo>
                  <a:pt x="10473857" y="23260"/>
                </a:lnTo>
                <a:lnTo>
                  <a:pt x="10518326" y="35976"/>
                </a:lnTo>
                <a:lnTo>
                  <a:pt x="10561642" y="51275"/>
                </a:lnTo>
                <a:lnTo>
                  <a:pt x="10603715" y="69066"/>
                </a:lnTo>
                <a:lnTo>
                  <a:pt x="10644457" y="89261"/>
                </a:lnTo>
                <a:lnTo>
                  <a:pt x="10683777" y="111770"/>
                </a:lnTo>
                <a:lnTo>
                  <a:pt x="10721587" y="136505"/>
                </a:lnTo>
                <a:lnTo>
                  <a:pt x="10757798" y="163375"/>
                </a:lnTo>
                <a:lnTo>
                  <a:pt x="10792319" y="192292"/>
                </a:lnTo>
                <a:lnTo>
                  <a:pt x="10825061" y="223166"/>
                </a:lnTo>
                <a:lnTo>
                  <a:pt x="10855935" y="255909"/>
                </a:lnTo>
                <a:lnTo>
                  <a:pt x="10884853" y="290429"/>
                </a:lnTo>
                <a:lnTo>
                  <a:pt x="10911723" y="326639"/>
                </a:lnTo>
                <a:lnTo>
                  <a:pt x="10936459" y="364449"/>
                </a:lnTo>
                <a:lnTo>
                  <a:pt x="10958969" y="403769"/>
                </a:lnTo>
                <a:lnTo>
                  <a:pt x="10979164" y="444511"/>
                </a:lnTo>
                <a:lnTo>
                  <a:pt x="10996957" y="486584"/>
                </a:lnTo>
                <a:lnTo>
                  <a:pt x="11012257" y="529900"/>
                </a:lnTo>
                <a:lnTo>
                  <a:pt x="11024974" y="574370"/>
                </a:lnTo>
                <a:lnTo>
                  <a:pt x="11035021" y="619903"/>
                </a:lnTo>
                <a:lnTo>
                  <a:pt x="11042308" y="666411"/>
                </a:lnTo>
                <a:lnTo>
                  <a:pt x="11046745" y="713805"/>
                </a:lnTo>
                <a:lnTo>
                  <a:pt x="11048244" y="761995"/>
                </a:lnTo>
                <a:lnTo>
                  <a:pt x="11048244" y="1417891"/>
                </a:lnTo>
                <a:lnTo>
                  <a:pt x="11046744" y="1466081"/>
                </a:lnTo>
                <a:lnTo>
                  <a:pt x="11042307" y="1513474"/>
                </a:lnTo>
                <a:lnTo>
                  <a:pt x="11035019" y="1559982"/>
                </a:lnTo>
                <a:lnTo>
                  <a:pt x="11024972" y="1605515"/>
                </a:lnTo>
                <a:lnTo>
                  <a:pt x="11012254" y="1649983"/>
                </a:lnTo>
                <a:lnTo>
                  <a:pt x="10996954" y="1693299"/>
                </a:lnTo>
                <a:lnTo>
                  <a:pt x="10979161" y="1735372"/>
                </a:lnTo>
                <a:lnTo>
                  <a:pt x="10958965" y="1776113"/>
                </a:lnTo>
                <a:lnTo>
                  <a:pt x="10936455" y="1815433"/>
                </a:lnTo>
                <a:lnTo>
                  <a:pt x="10911720" y="1853242"/>
                </a:lnTo>
                <a:lnTo>
                  <a:pt x="10884850" y="1889452"/>
                </a:lnTo>
                <a:lnTo>
                  <a:pt x="10855932" y="1923973"/>
                </a:lnTo>
                <a:lnTo>
                  <a:pt x="10825058" y="1956715"/>
                </a:lnTo>
                <a:lnTo>
                  <a:pt x="10792316" y="1987589"/>
                </a:lnTo>
                <a:lnTo>
                  <a:pt x="10757795" y="2016506"/>
                </a:lnTo>
                <a:lnTo>
                  <a:pt x="10721586" y="2043376"/>
                </a:lnTo>
                <a:lnTo>
                  <a:pt x="10683776" y="2068111"/>
                </a:lnTo>
                <a:lnTo>
                  <a:pt x="10644456" y="2090621"/>
                </a:lnTo>
                <a:lnTo>
                  <a:pt x="10603714" y="2110816"/>
                </a:lnTo>
                <a:lnTo>
                  <a:pt x="10561641" y="2128607"/>
                </a:lnTo>
                <a:lnTo>
                  <a:pt x="10518325" y="2143906"/>
                </a:lnTo>
                <a:lnTo>
                  <a:pt x="10473856" y="2156623"/>
                </a:lnTo>
                <a:lnTo>
                  <a:pt x="10428324" y="2166668"/>
                </a:lnTo>
                <a:lnTo>
                  <a:pt x="10381817" y="2173953"/>
                </a:lnTo>
                <a:lnTo>
                  <a:pt x="10334425" y="2178389"/>
                </a:lnTo>
                <a:lnTo>
                  <a:pt x="10286238" y="2179886"/>
                </a:lnTo>
                <a:lnTo>
                  <a:pt x="761995" y="2179887"/>
                </a:lnTo>
                <a:lnTo>
                  <a:pt x="713805" y="2178387"/>
                </a:lnTo>
                <a:lnTo>
                  <a:pt x="666411" y="2173949"/>
                </a:lnTo>
                <a:lnTo>
                  <a:pt x="619903" y="2166662"/>
                </a:lnTo>
                <a:lnTo>
                  <a:pt x="574371" y="2156614"/>
                </a:lnTo>
                <a:lnTo>
                  <a:pt x="529902" y="2143895"/>
                </a:lnTo>
                <a:lnTo>
                  <a:pt x="486587" y="2128594"/>
                </a:lnTo>
                <a:lnTo>
                  <a:pt x="444515" y="2110801"/>
                </a:lnTo>
                <a:lnTo>
                  <a:pt x="403776" y="2090605"/>
                </a:lnTo>
                <a:lnTo>
                  <a:pt x="364457" y="2068095"/>
                </a:lnTo>
                <a:lnTo>
                  <a:pt x="326649" y="2043360"/>
                </a:lnTo>
                <a:lnTo>
                  <a:pt x="290441" y="2016489"/>
                </a:lnTo>
                <a:lnTo>
                  <a:pt x="255922" y="1987573"/>
                </a:lnTo>
                <a:lnTo>
                  <a:pt x="223182" y="1956700"/>
                </a:lnTo>
                <a:lnTo>
                  <a:pt x="192309" y="1923959"/>
                </a:lnTo>
                <a:lnTo>
                  <a:pt x="163393" y="1889440"/>
                </a:lnTo>
                <a:lnTo>
                  <a:pt x="136524" y="1853232"/>
                </a:lnTo>
                <a:lnTo>
                  <a:pt x="111789" y="1815424"/>
                </a:lnTo>
                <a:lnTo>
                  <a:pt x="89280" y="1776106"/>
                </a:lnTo>
                <a:lnTo>
                  <a:pt x="69084" y="1735366"/>
                </a:lnTo>
                <a:lnTo>
                  <a:pt x="51291" y="1693294"/>
                </a:lnTo>
                <a:lnTo>
                  <a:pt x="35991" y="1649980"/>
                </a:lnTo>
                <a:lnTo>
                  <a:pt x="23272" y="1605512"/>
                </a:lnTo>
                <a:lnTo>
                  <a:pt x="13225" y="1559980"/>
                </a:lnTo>
                <a:lnTo>
                  <a:pt x="5937" y="1513473"/>
                </a:lnTo>
                <a:lnTo>
                  <a:pt x="1499" y="1466080"/>
                </a:lnTo>
                <a:lnTo>
                  <a:pt x="0" y="1417891"/>
                </a:lnTo>
                <a:lnTo>
                  <a:pt x="0" y="761995"/>
                </a:lnTo>
                <a:lnTo>
                  <a:pt x="1498" y="713805"/>
                </a:lnTo>
                <a:lnTo>
                  <a:pt x="5936" y="666412"/>
                </a:lnTo>
                <a:lnTo>
                  <a:pt x="13223" y="619904"/>
                </a:lnTo>
                <a:lnTo>
                  <a:pt x="23270" y="574371"/>
                </a:lnTo>
                <a:lnTo>
                  <a:pt x="35988" y="529903"/>
                </a:lnTo>
                <a:lnTo>
                  <a:pt x="51288" y="486588"/>
                </a:lnTo>
                <a:lnTo>
                  <a:pt x="69081" y="444516"/>
                </a:lnTo>
                <a:lnTo>
                  <a:pt x="89277" y="403776"/>
                </a:lnTo>
                <a:lnTo>
                  <a:pt x="111787" y="364457"/>
                </a:lnTo>
                <a:lnTo>
                  <a:pt x="136522" y="326649"/>
                </a:lnTo>
                <a:lnTo>
                  <a:pt x="163392" y="290441"/>
                </a:lnTo>
                <a:lnTo>
                  <a:pt x="192308" y="255922"/>
                </a:lnTo>
                <a:lnTo>
                  <a:pt x="223181" y="223181"/>
                </a:lnTo>
                <a:lnTo>
                  <a:pt x="255922" y="192308"/>
                </a:lnTo>
                <a:lnTo>
                  <a:pt x="290441" y="163392"/>
                </a:lnTo>
                <a:lnTo>
                  <a:pt x="326650" y="136522"/>
                </a:lnTo>
                <a:lnTo>
                  <a:pt x="364458" y="111788"/>
                </a:lnTo>
                <a:lnTo>
                  <a:pt x="403776" y="89278"/>
                </a:lnTo>
                <a:lnTo>
                  <a:pt x="444516" y="69082"/>
                </a:lnTo>
                <a:lnTo>
                  <a:pt x="486589" y="51289"/>
                </a:lnTo>
                <a:lnTo>
                  <a:pt x="529903" y="35989"/>
                </a:lnTo>
                <a:lnTo>
                  <a:pt x="574372" y="23271"/>
                </a:lnTo>
                <a:lnTo>
                  <a:pt x="619904" y="13224"/>
                </a:lnTo>
                <a:lnTo>
                  <a:pt x="666412" y="5936"/>
                </a:lnTo>
                <a:lnTo>
                  <a:pt x="713805" y="1499"/>
                </a:lnTo>
                <a:lnTo>
                  <a:pt x="761995" y="0"/>
                </a:lnTo>
              </a:path>
            </a:pathLst>
          </a:custGeom>
          <a:ln w="57150">
            <a:solidFill>
              <a:srgbClr val="BA9977"/>
            </a:solidFill>
          </a:ln>
        </p:spPr>
        <p:txBody>
          <a:bodyPr wrap="square" lIns="0" tIns="0" rIns="0" bIns="0" rtlCol="0"/>
          <a:lstStyle/>
          <a:p>
            <a:endParaRPr/>
          </a:p>
        </p:txBody>
      </p:sp>
      <p:sp>
        <p:nvSpPr>
          <p:cNvPr id="24" name="Rectangle 7">
            <a:extLst>
              <a:ext uri="{FF2B5EF4-FFF2-40B4-BE49-F238E27FC236}">
                <a16:creationId xmlns:a16="http://schemas.microsoft.com/office/drawing/2014/main" id="{1F384FE0-B647-4344-A482-4E60682D7F84}"/>
              </a:ext>
            </a:extLst>
          </p:cNvPr>
          <p:cNvSpPr>
            <a:spLocks noChangeArrowheads="1"/>
          </p:cNvSpPr>
          <p:nvPr/>
        </p:nvSpPr>
        <p:spPr bwMode="auto">
          <a:xfrm>
            <a:off x="3014943" y="6286500"/>
            <a:ext cx="7539243"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3200" dirty="0">
                <a:solidFill>
                  <a:schemeClr val="accent2">
                    <a:lumMod val="50000"/>
                  </a:schemeClr>
                </a:solidFill>
              </a:rPr>
              <a:t>The average order value is ₹38.31,</a:t>
            </a:r>
          </a:p>
          <a:p>
            <a:pPr marL="0" marR="0" lvl="0" indent="0" algn="l" defTabSz="914400" rtl="0" eaLnBrk="0" fontAlgn="base" latinLnBrk="0" hangingPunct="0">
              <a:lnSpc>
                <a:spcPct val="100000"/>
              </a:lnSpc>
              <a:spcBef>
                <a:spcPct val="0"/>
              </a:spcBef>
              <a:spcAft>
                <a:spcPct val="0"/>
              </a:spcAft>
              <a:buClrTx/>
              <a:buSzTx/>
              <a:buFontTx/>
              <a:buNone/>
              <a:tabLst/>
            </a:pPr>
            <a:r>
              <a:rPr lang="en-US" sz="3200" dirty="0">
                <a:solidFill>
                  <a:schemeClr val="accent2">
                    <a:lumMod val="50000"/>
                  </a:schemeClr>
                </a:solidFill>
              </a:rPr>
              <a:t>indicating the typical revenue generated </a:t>
            </a:r>
          </a:p>
          <a:p>
            <a:pPr marL="0" marR="0" lvl="0" indent="0" algn="l" defTabSz="914400" rtl="0" eaLnBrk="0" fontAlgn="base" latinLnBrk="0" hangingPunct="0">
              <a:lnSpc>
                <a:spcPct val="100000"/>
              </a:lnSpc>
              <a:spcBef>
                <a:spcPct val="0"/>
              </a:spcBef>
              <a:spcAft>
                <a:spcPct val="0"/>
              </a:spcAft>
              <a:buClrTx/>
              <a:buSzTx/>
              <a:buFontTx/>
              <a:buNone/>
              <a:tabLst/>
            </a:pPr>
            <a:r>
              <a:rPr lang="en-US" sz="3200" dirty="0">
                <a:solidFill>
                  <a:schemeClr val="accent2">
                    <a:lumMod val="50000"/>
                  </a:schemeClr>
                </a:solidFill>
              </a:rPr>
              <a:t>per customer order.</a:t>
            </a:r>
            <a:endParaRPr kumimoji="0" lang="en-US" altLang="en-US" sz="3200" i="0" u="none" strike="noStrike" cap="none" normalizeH="0" baseline="0" dirty="0">
              <a:ln>
                <a:noFill/>
              </a:ln>
              <a:solidFill>
                <a:schemeClr val="accent2">
                  <a:lumMod val="50000"/>
                </a:schemeClr>
              </a:solidFill>
              <a:effectLst/>
              <a:latin typeface="Arial" panose="020B0604020202020204" pitchFamily="34" charset="0"/>
            </a:endParaRPr>
          </a:p>
        </p:txBody>
      </p:sp>
      <p:pic>
        <p:nvPicPr>
          <p:cNvPr id="8" name="Picture 7">
            <a:extLst>
              <a:ext uri="{FF2B5EF4-FFF2-40B4-BE49-F238E27FC236}">
                <a16:creationId xmlns:a16="http://schemas.microsoft.com/office/drawing/2014/main" id="{81E221E8-3125-4AD2-BC2E-17C7A463584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 y="3134002"/>
            <a:ext cx="10540140" cy="1468697"/>
          </a:xfrm>
          <a:prstGeom prst="rect">
            <a:avLst/>
          </a:prstGeom>
        </p:spPr>
      </p:pic>
      <p:pic>
        <p:nvPicPr>
          <p:cNvPr id="16" name="Picture 15">
            <a:extLst>
              <a:ext uri="{FF2B5EF4-FFF2-40B4-BE49-F238E27FC236}">
                <a16:creationId xmlns:a16="http://schemas.microsoft.com/office/drawing/2014/main" id="{0F05E0C0-8AF8-4F87-9A72-5ACEF02D899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093780" y="5614678"/>
            <a:ext cx="4755820" cy="2729222"/>
          </a:xfrm>
          <a:prstGeom prst="rect">
            <a:avLst/>
          </a:prstGeom>
        </p:spPr>
      </p:pic>
    </p:spTree>
    <p:extLst>
      <p:ext uri="{BB962C8B-B14F-4D97-AF65-F5344CB8AC3E}">
        <p14:creationId xmlns:p14="http://schemas.microsoft.com/office/powerpoint/2010/main" val="2669419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997"/>
            <a:ext cx="2988147" cy="2641599"/>
          </a:xfrm>
          <a:prstGeom prst="rect">
            <a:avLst/>
          </a:prstGeom>
        </p:spPr>
      </p:pic>
      <p:pic>
        <p:nvPicPr>
          <p:cNvPr id="3" name="object 3"/>
          <p:cNvPicPr/>
          <p:nvPr/>
        </p:nvPicPr>
        <p:blipFill>
          <a:blip r:embed="rId3" cstate="print"/>
          <a:stretch>
            <a:fillRect/>
          </a:stretch>
        </p:blipFill>
        <p:spPr>
          <a:xfrm>
            <a:off x="14396418" y="1312837"/>
            <a:ext cx="3612813" cy="3733799"/>
          </a:xfrm>
          <a:prstGeom prst="rect">
            <a:avLst/>
          </a:prstGeom>
        </p:spPr>
      </p:pic>
      <p:pic>
        <p:nvPicPr>
          <p:cNvPr id="4" name="object 4"/>
          <p:cNvPicPr/>
          <p:nvPr/>
        </p:nvPicPr>
        <p:blipFill>
          <a:blip r:embed="rId4" cstate="print"/>
          <a:stretch>
            <a:fillRect/>
          </a:stretch>
        </p:blipFill>
        <p:spPr>
          <a:xfrm>
            <a:off x="392855" y="7488466"/>
            <a:ext cx="3551892" cy="2798492"/>
          </a:xfrm>
          <a:prstGeom prst="rect">
            <a:avLst/>
          </a:prstGeom>
        </p:spPr>
      </p:pic>
      <p:pic>
        <p:nvPicPr>
          <p:cNvPr id="5" name="object 5"/>
          <p:cNvPicPr/>
          <p:nvPr/>
        </p:nvPicPr>
        <p:blipFill>
          <a:blip r:embed="rId5" cstate="print"/>
          <a:stretch>
            <a:fillRect/>
          </a:stretch>
        </p:blipFill>
        <p:spPr>
          <a:xfrm>
            <a:off x="15082279" y="6946898"/>
            <a:ext cx="3216583" cy="3234137"/>
          </a:xfrm>
          <a:prstGeom prst="rect">
            <a:avLst/>
          </a:prstGeom>
        </p:spPr>
      </p:pic>
      <p:sp>
        <p:nvSpPr>
          <p:cNvPr id="7" name="object 7"/>
          <p:cNvSpPr/>
          <p:nvPr/>
        </p:nvSpPr>
        <p:spPr>
          <a:xfrm>
            <a:off x="4096661" y="439679"/>
            <a:ext cx="10765155" cy="1739900"/>
          </a:xfrm>
          <a:custGeom>
            <a:avLst/>
            <a:gdLst/>
            <a:ahLst/>
            <a:cxnLst/>
            <a:rect l="l" t="t" r="r" b="b"/>
            <a:pathLst>
              <a:path w="10765155" h="1739900">
                <a:moveTo>
                  <a:pt x="10567021" y="1739800"/>
                </a:moveTo>
                <a:lnTo>
                  <a:pt x="200025" y="1739800"/>
                </a:lnTo>
                <a:lnTo>
                  <a:pt x="154161" y="1734518"/>
                </a:lnTo>
                <a:lnTo>
                  <a:pt x="112059" y="1719470"/>
                </a:lnTo>
                <a:lnTo>
                  <a:pt x="74919" y="1695857"/>
                </a:lnTo>
                <a:lnTo>
                  <a:pt x="43943" y="1664881"/>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5" y="0"/>
                </a:lnTo>
                <a:lnTo>
                  <a:pt x="10567021" y="0"/>
                </a:lnTo>
                <a:lnTo>
                  <a:pt x="10612881" y="5282"/>
                </a:lnTo>
                <a:lnTo>
                  <a:pt x="10654979" y="20330"/>
                </a:lnTo>
                <a:lnTo>
                  <a:pt x="10692116" y="43943"/>
                </a:lnTo>
                <a:lnTo>
                  <a:pt x="10723090" y="74919"/>
                </a:lnTo>
                <a:lnTo>
                  <a:pt x="10746701" y="112059"/>
                </a:lnTo>
                <a:lnTo>
                  <a:pt x="10761749" y="154161"/>
                </a:lnTo>
                <a:lnTo>
                  <a:pt x="10765014" y="182514"/>
                </a:lnTo>
                <a:lnTo>
                  <a:pt x="10765014" y="1557286"/>
                </a:lnTo>
                <a:lnTo>
                  <a:pt x="10746701" y="1627741"/>
                </a:lnTo>
                <a:lnTo>
                  <a:pt x="10723090" y="1664881"/>
                </a:lnTo>
                <a:lnTo>
                  <a:pt x="10692116" y="1695857"/>
                </a:lnTo>
                <a:lnTo>
                  <a:pt x="10654979" y="1719470"/>
                </a:lnTo>
                <a:lnTo>
                  <a:pt x="10612881" y="1734518"/>
                </a:lnTo>
                <a:lnTo>
                  <a:pt x="10567021" y="1739800"/>
                </a:lnTo>
                <a:close/>
              </a:path>
            </a:pathLst>
          </a:custGeom>
          <a:solidFill>
            <a:srgbClr val="DABD9D">
              <a:alpha val="78999"/>
            </a:srgbClr>
          </a:solidFill>
        </p:spPr>
        <p:txBody>
          <a:bodyPr wrap="square" lIns="0" tIns="0" rIns="0" bIns="0" rtlCol="0"/>
          <a:lstStyle/>
          <a:p>
            <a:endParaRPr/>
          </a:p>
        </p:txBody>
      </p:sp>
      <p:sp>
        <p:nvSpPr>
          <p:cNvPr id="10" name="object 10"/>
          <p:cNvSpPr/>
          <p:nvPr/>
        </p:nvSpPr>
        <p:spPr>
          <a:xfrm>
            <a:off x="10783030" y="5262188"/>
            <a:ext cx="5325110" cy="3386512"/>
          </a:xfrm>
          <a:custGeom>
            <a:avLst/>
            <a:gdLst/>
            <a:ahLst/>
            <a:cxnLst/>
            <a:rect l="l" t="t" r="r" b="b"/>
            <a:pathLst>
              <a:path w="5325109" h="3600450">
                <a:moveTo>
                  <a:pt x="5324483" y="2890849"/>
                </a:moveTo>
                <a:lnTo>
                  <a:pt x="5320319" y="2935385"/>
                </a:lnTo>
                <a:lnTo>
                  <a:pt x="5313031" y="2981893"/>
                </a:lnTo>
                <a:lnTo>
                  <a:pt x="5302983" y="3027425"/>
                </a:lnTo>
                <a:lnTo>
                  <a:pt x="5290263" y="3071893"/>
                </a:lnTo>
                <a:lnTo>
                  <a:pt x="5274962" y="3115207"/>
                </a:lnTo>
                <a:lnTo>
                  <a:pt x="5257169" y="3157278"/>
                </a:lnTo>
                <a:lnTo>
                  <a:pt x="5236972" y="3198017"/>
                </a:lnTo>
                <a:lnTo>
                  <a:pt x="5214462" y="3237335"/>
                </a:lnTo>
                <a:lnTo>
                  <a:pt x="5189728" y="3275142"/>
                </a:lnTo>
                <a:lnTo>
                  <a:pt x="5162858" y="3311350"/>
                </a:lnTo>
                <a:lnTo>
                  <a:pt x="5133942" y="3345868"/>
                </a:lnTo>
                <a:lnTo>
                  <a:pt x="5103069" y="3378608"/>
                </a:lnTo>
                <a:lnTo>
                  <a:pt x="5070329" y="3409480"/>
                </a:lnTo>
                <a:lnTo>
                  <a:pt x="5035810" y="3438396"/>
                </a:lnTo>
                <a:lnTo>
                  <a:pt x="4999603" y="3465265"/>
                </a:lnTo>
                <a:lnTo>
                  <a:pt x="4961796" y="3489999"/>
                </a:lnTo>
                <a:lnTo>
                  <a:pt x="4922478" y="3512509"/>
                </a:lnTo>
                <a:lnTo>
                  <a:pt x="4881739" y="3532705"/>
                </a:lnTo>
                <a:lnTo>
                  <a:pt x="4839669" y="3550497"/>
                </a:lnTo>
                <a:lnTo>
                  <a:pt x="4796355" y="3565798"/>
                </a:lnTo>
                <a:lnTo>
                  <a:pt x="4751888" y="3578517"/>
                </a:lnTo>
                <a:lnTo>
                  <a:pt x="4706356" y="3588565"/>
                </a:lnTo>
                <a:lnTo>
                  <a:pt x="4659850" y="3595853"/>
                </a:lnTo>
                <a:lnTo>
                  <a:pt x="4612457" y="3600291"/>
                </a:lnTo>
                <a:lnTo>
                  <a:pt x="4607368" y="3600450"/>
                </a:lnTo>
              </a:path>
              <a:path w="5325109" h="3600450">
                <a:moveTo>
                  <a:pt x="718921" y="3600452"/>
                </a:moveTo>
                <a:lnTo>
                  <a:pt x="666437" y="3595852"/>
                </a:lnTo>
                <a:lnTo>
                  <a:pt x="619930" y="3588564"/>
                </a:lnTo>
                <a:lnTo>
                  <a:pt x="574399" y="3578516"/>
                </a:lnTo>
                <a:lnTo>
                  <a:pt x="529931" y="3565797"/>
                </a:lnTo>
                <a:lnTo>
                  <a:pt x="486618" y="3550496"/>
                </a:lnTo>
                <a:lnTo>
                  <a:pt x="444547" y="3532703"/>
                </a:lnTo>
                <a:lnTo>
                  <a:pt x="403808" y="3512507"/>
                </a:lnTo>
                <a:lnTo>
                  <a:pt x="364490" y="3489997"/>
                </a:lnTo>
                <a:lnTo>
                  <a:pt x="326683" y="3465263"/>
                </a:lnTo>
                <a:lnTo>
                  <a:pt x="290476" y="3438393"/>
                </a:lnTo>
                <a:lnTo>
                  <a:pt x="255957" y="3409478"/>
                </a:lnTo>
                <a:lnTo>
                  <a:pt x="223217" y="3378605"/>
                </a:lnTo>
                <a:lnTo>
                  <a:pt x="192344" y="3345865"/>
                </a:lnTo>
                <a:lnTo>
                  <a:pt x="163429" y="3311347"/>
                </a:lnTo>
                <a:lnTo>
                  <a:pt x="136559" y="3275140"/>
                </a:lnTo>
                <a:lnTo>
                  <a:pt x="111824" y="3237332"/>
                </a:lnTo>
                <a:lnTo>
                  <a:pt x="89314" y="3198015"/>
                </a:lnTo>
                <a:lnTo>
                  <a:pt x="69118" y="3157276"/>
                </a:lnTo>
                <a:lnTo>
                  <a:pt x="51325" y="3115204"/>
                </a:lnTo>
                <a:lnTo>
                  <a:pt x="36024" y="3071890"/>
                </a:lnTo>
                <a:lnTo>
                  <a:pt x="23305" y="3027423"/>
                </a:lnTo>
                <a:lnTo>
                  <a:pt x="13257" y="2981891"/>
                </a:lnTo>
                <a:lnTo>
                  <a:pt x="5969" y="2935384"/>
                </a:lnTo>
                <a:lnTo>
                  <a:pt x="1530" y="2887991"/>
                </a:lnTo>
                <a:lnTo>
                  <a:pt x="0" y="2839802"/>
                </a:lnTo>
                <a:lnTo>
                  <a:pt x="0" y="761986"/>
                </a:lnTo>
                <a:lnTo>
                  <a:pt x="1528" y="713798"/>
                </a:lnTo>
                <a:lnTo>
                  <a:pt x="5965" y="666405"/>
                </a:lnTo>
                <a:lnTo>
                  <a:pt x="13251" y="619897"/>
                </a:lnTo>
                <a:lnTo>
                  <a:pt x="23298" y="574365"/>
                </a:lnTo>
                <a:lnTo>
                  <a:pt x="36016" y="529897"/>
                </a:lnTo>
                <a:lnTo>
                  <a:pt x="51316" y="486582"/>
                </a:lnTo>
                <a:lnTo>
                  <a:pt x="69108" y="444510"/>
                </a:lnTo>
                <a:lnTo>
                  <a:pt x="89304" y="403770"/>
                </a:lnTo>
                <a:lnTo>
                  <a:pt x="111814" y="364452"/>
                </a:lnTo>
                <a:lnTo>
                  <a:pt x="136549" y="326644"/>
                </a:lnTo>
                <a:lnTo>
                  <a:pt x="163419" y="290436"/>
                </a:lnTo>
                <a:lnTo>
                  <a:pt x="192335" y="255918"/>
                </a:lnTo>
                <a:lnTo>
                  <a:pt x="223209" y="223177"/>
                </a:lnTo>
                <a:lnTo>
                  <a:pt x="255950" y="192305"/>
                </a:lnTo>
                <a:lnTo>
                  <a:pt x="290469" y="163390"/>
                </a:lnTo>
                <a:lnTo>
                  <a:pt x="326677" y="136520"/>
                </a:lnTo>
                <a:lnTo>
                  <a:pt x="364485" y="111787"/>
                </a:lnTo>
                <a:lnTo>
                  <a:pt x="403804" y="89278"/>
                </a:lnTo>
                <a:lnTo>
                  <a:pt x="444544" y="69082"/>
                </a:lnTo>
                <a:lnTo>
                  <a:pt x="486615" y="51290"/>
                </a:lnTo>
                <a:lnTo>
                  <a:pt x="529930" y="35990"/>
                </a:lnTo>
                <a:lnTo>
                  <a:pt x="574398" y="23272"/>
                </a:lnTo>
                <a:lnTo>
                  <a:pt x="619930" y="13225"/>
                </a:lnTo>
                <a:lnTo>
                  <a:pt x="666436" y="5937"/>
                </a:lnTo>
                <a:lnTo>
                  <a:pt x="713829" y="1499"/>
                </a:lnTo>
                <a:lnTo>
                  <a:pt x="762018" y="0"/>
                </a:lnTo>
                <a:lnTo>
                  <a:pt x="4564268" y="0"/>
                </a:lnTo>
                <a:lnTo>
                  <a:pt x="4612457" y="1499"/>
                </a:lnTo>
                <a:lnTo>
                  <a:pt x="4659850" y="5937"/>
                </a:lnTo>
                <a:lnTo>
                  <a:pt x="4706357" y="13225"/>
                </a:lnTo>
                <a:lnTo>
                  <a:pt x="4751888" y="23272"/>
                </a:lnTo>
                <a:lnTo>
                  <a:pt x="4796356" y="35990"/>
                </a:lnTo>
                <a:lnTo>
                  <a:pt x="4839670" y="51290"/>
                </a:lnTo>
                <a:lnTo>
                  <a:pt x="4881742" y="69081"/>
                </a:lnTo>
                <a:lnTo>
                  <a:pt x="4922482" y="89276"/>
                </a:lnTo>
                <a:lnTo>
                  <a:pt x="4961800" y="111785"/>
                </a:lnTo>
                <a:lnTo>
                  <a:pt x="4999608" y="136519"/>
                </a:lnTo>
                <a:lnTo>
                  <a:pt x="5035817" y="163388"/>
                </a:lnTo>
                <a:lnTo>
                  <a:pt x="5070336" y="192303"/>
                </a:lnTo>
                <a:lnTo>
                  <a:pt x="5103077" y="223175"/>
                </a:lnTo>
                <a:lnTo>
                  <a:pt x="5133950" y="255915"/>
                </a:lnTo>
                <a:lnTo>
                  <a:pt x="5162867" y="290434"/>
                </a:lnTo>
                <a:lnTo>
                  <a:pt x="5189737" y="326642"/>
                </a:lnTo>
                <a:lnTo>
                  <a:pt x="5214472" y="364449"/>
                </a:lnTo>
                <a:lnTo>
                  <a:pt x="5236982" y="403768"/>
                </a:lnTo>
                <a:lnTo>
                  <a:pt x="5257178" y="444508"/>
                </a:lnTo>
                <a:lnTo>
                  <a:pt x="5274971" y="486580"/>
                </a:lnTo>
                <a:lnTo>
                  <a:pt x="5290271" y="529895"/>
                </a:lnTo>
                <a:lnTo>
                  <a:pt x="5302989" y="574364"/>
                </a:lnTo>
                <a:lnTo>
                  <a:pt x="5313036" y="619896"/>
                </a:lnTo>
                <a:lnTo>
                  <a:pt x="5320323" y="666404"/>
                </a:lnTo>
                <a:lnTo>
                  <a:pt x="5324480" y="710911"/>
                </a:lnTo>
              </a:path>
            </a:pathLst>
          </a:custGeom>
          <a:ln w="57150">
            <a:solidFill>
              <a:srgbClr val="BA9977"/>
            </a:solidFill>
          </a:ln>
        </p:spPr>
        <p:txBody>
          <a:bodyPr wrap="square" lIns="0" tIns="0" rIns="0" bIns="0" rtlCol="0"/>
          <a:lstStyle/>
          <a:p>
            <a:endParaRPr/>
          </a:p>
        </p:txBody>
      </p:sp>
      <p:sp>
        <p:nvSpPr>
          <p:cNvPr id="11" name="object 11"/>
          <p:cNvSpPr txBox="1">
            <a:spLocks noGrp="1"/>
          </p:cNvSpPr>
          <p:nvPr>
            <p:ph type="title"/>
          </p:nvPr>
        </p:nvSpPr>
        <p:spPr>
          <a:xfrm>
            <a:off x="3336093" y="292901"/>
            <a:ext cx="11525723" cy="1775161"/>
          </a:xfrm>
          <a:prstGeom prst="rect">
            <a:avLst/>
          </a:prstGeom>
        </p:spPr>
        <p:txBody>
          <a:bodyPr vert="horz" wrap="square" lIns="0" tIns="116835" rIns="0" bIns="0" rtlCol="0">
            <a:spAutoFit/>
          </a:bodyPr>
          <a:lstStyle/>
          <a:p>
            <a:pPr marL="3900170" marR="5080" indent="-2665095">
              <a:lnSpc>
                <a:spcPct val="115900"/>
              </a:lnSpc>
              <a:spcBef>
                <a:spcPts val="100"/>
              </a:spcBef>
            </a:pPr>
            <a:r>
              <a:rPr sz="4800" spc="285" dirty="0"/>
              <a:t>Q</a:t>
            </a:r>
            <a:r>
              <a:rPr lang="en-US" sz="4800" spc="285" dirty="0"/>
              <a:t>5</a:t>
            </a:r>
            <a:r>
              <a:rPr sz="4800" spc="130" dirty="0"/>
              <a:t> </a:t>
            </a:r>
            <a:r>
              <a:rPr sz="4800" spc="795" dirty="0"/>
              <a:t>-</a:t>
            </a:r>
            <a:r>
              <a:rPr sz="4800" spc="135" dirty="0"/>
              <a:t> </a:t>
            </a:r>
            <a:r>
              <a:rPr lang="en-US" sz="4800" spc="320" dirty="0"/>
              <a:t>On average, how many pizzas are ordered per order?</a:t>
            </a:r>
            <a:endParaRPr sz="4800" dirty="0">
              <a:latin typeface="Arial"/>
              <a:cs typeface="Arial"/>
            </a:endParaRPr>
          </a:p>
        </p:txBody>
      </p:sp>
      <p:sp>
        <p:nvSpPr>
          <p:cNvPr id="12" name="object 12"/>
          <p:cNvSpPr txBox="1"/>
          <p:nvPr/>
        </p:nvSpPr>
        <p:spPr>
          <a:xfrm>
            <a:off x="1524000" y="6210300"/>
            <a:ext cx="8777912" cy="618759"/>
          </a:xfrm>
          <a:prstGeom prst="rect">
            <a:avLst/>
          </a:prstGeom>
        </p:spPr>
        <p:txBody>
          <a:bodyPr vert="horz" wrap="square" lIns="0" tIns="94615" rIns="0" bIns="0" rtlCol="0">
            <a:spAutoFit/>
          </a:bodyPr>
          <a:lstStyle/>
          <a:p>
            <a:pPr marL="12700">
              <a:lnSpc>
                <a:spcPct val="100000"/>
              </a:lnSpc>
              <a:spcBef>
                <a:spcPts val="745"/>
              </a:spcBef>
            </a:pPr>
            <a:r>
              <a:rPr sz="3400" spc="-130" dirty="0">
                <a:solidFill>
                  <a:srgbClr val="672912"/>
                </a:solidFill>
                <a:latin typeface="Verdana"/>
                <a:cs typeface="Verdana"/>
              </a:rPr>
              <a:t>Insight</a:t>
            </a:r>
            <a:r>
              <a:rPr sz="3400" spc="-720" dirty="0">
                <a:solidFill>
                  <a:srgbClr val="672912"/>
                </a:solidFill>
                <a:latin typeface="Verdana"/>
                <a:cs typeface="Verdana"/>
              </a:rPr>
              <a:t>:</a:t>
            </a:r>
            <a:r>
              <a:rPr lang="en-US" sz="3400" spc="-720" dirty="0">
                <a:solidFill>
                  <a:srgbClr val="672912"/>
                </a:solidFill>
                <a:latin typeface="Verdana"/>
                <a:cs typeface="Verdana"/>
              </a:rPr>
              <a:t>  </a:t>
            </a:r>
            <a:endParaRPr sz="3400" dirty="0">
              <a:solidFill>
                <a:schemeClr val="accent2">
                  <a:lumMod val="50000"/>
                </a:schemeClr>
              </a:solidFill>
              <a:latin typeface="Verdana"/>
              <a:cs typeface="Verdana"/>
            </a:endParaRPr>
          </a:p>
        </p:txBody>
      </p:sp>
      <p:sp>
        <p:nvSpPr>
          <p:cNvPr id="13" name="object 13"/>
          <p:cNvSpPr/>
          <p:nvPr/>
        </p:nvSpPr>
        <p:spPr>
          <a:xfrm>
            <a:off x="1262841" y="5973165"/>
            <a:ext cx="9144000" cy="2179955"/>
          </a:xfrm>
          <a:custGeom>
            <a:avLst/>
            <a:gdLst/>
            <a:ahLst/>
            <a:cxnLst/>
            <a:rect l="l" t="t" r="r" b="b"/>
            <a:pathLst>
              <a:path w="9144000" h="2179954">
                <a:moveTo>
                  <a:pt x="9143988" y="1427861"/>
                </a:moveTo>
                <a:lnTo>
                  <a:pt x="9142809" y="1466082"/>
                </a:lnTo>
                <a:lnTo>
                  <a:pt x="9138370" y="1513475"/>
                </a:lnTo>
                <a:lnTo>
                  <a:pt x="9131081" y="1559982"/>
                </a:lnTo>
                <a:lnTo>
                  <a:pt x="9121031" y="1605515"/>
                </a:lnTo>
                <a:lnTo>
                  <a:pt x="9108311" y="1649983"/>
                </a:lnTo>
                <a:lnTo>
                  <a:pt x="9093009" y="1693297"/>
                </a:lnTo>
                <a:lnTo>
                  <a:pt x="9075215" y="1735368"/>
                </a:lnTo>
                <a:lnTo>
                  <a:pt x="9055018" y="1776107"/>
                </a:lnTo>
                <a:lnTo>
                  <a:pt x="9032507" y="1815425"/>
                </a:lnTo>
                <a:lnTo>
                  <a:pt x="9007771" y="1853232"/>
                </a:lnTo>
                <a:lnTo>
                  <a:pt x="8980900" y="1889439"/>
                </a:lnTo>
                <a:lnTo>
                  <a:pt x="8951983" y="1923957"/>
                </a:lnTo>
                <a:lnTo>
                  <a:pt x="8921110" y="1956696"/>
                </a:lnTo>
                <a:lnTo>
                  <a:pt x="8888369" y="1987568"/>
                </a:lnTo>
                <a:lnTo>
                  <a:pt x="8853849" y="2016483"/>
                </a:lnTo>
                <a:lnTo>
                  <a:pt x="8817641" y="2043352"/>
                </a:lnTo>
                <a:lnTo>
                  <a:pt x="8779833" y="2068085"/>
                </a:lnTo>
                <a:lnTo>
                  <a:pt x="8740515" y="2090594"/>
                </a:lnTo>
                <a:lnTo>
                  <a:pt x="8699776" y="2110789"/>
                </a:lnTo>
                <a:lnTo>
                  <a:pt x="8657704" y="2128581"/>
                </a:lnTo>
                <a:lnTo>
                  <a:pt x="8614391" y="2143880"/>
                </a:lnTo>
                <a:lnTo>
                  <a:pt x="8569923" y="2156598"/>
                </a:lnTo>
                <a:lnTo>
                  <a:pt x="8524392" y="2166645"/>
                </a:lnTo>
                <a:lnTo>
                  <a:pt x="8477885" y="2173932"/>
                </a:lnTo>
                <a:lnTo>
                  <a:pt x="8430493" y="2178369"/>
                </a:lnTo>
                <a:lnTo>
                  <a:pt x="8382305" y="2179868"/>
                </a:lnTo>
                <a:lnTo>
                  <a:pt x="761994" y="2179868"/>
                </a:lnTo>
                <a:lnTo>
                  <a:pt x="713805" y="2178369"/>
                </a:lnTo>
                <a:lnTo>
                  <a:pt x="666413" y="2173931"/>
                </a:lnTo>
                <a:lnTo>
                  <a:pt x="619906" y="2166644"/>
                </a:lnTo>
                <a:lnTo>
                  <a:pt x="574375" y="2156597"/>
                </a:lnTo>
                <a:lnTo>
                  <a:pt x="529907" y="2143879"/>
                </a:lnTo>
                <a:lnTo>
                  <a:pt x="486593" y="2128579"/>
                </a:lnTo>
                <a:lnTo>
                  <a:pt x="444522" y="2110786"/>
                </a:lnTo>
                <a:lnTo>
                  <a:pt x="403783" y="2090591"/>
                </a:lnTo>
                <a:lnTo>
                  <a:pt x="364465" y="2068082"/>
                </a:lnTo>
                <a:lnTo>
                  <a:pt x="326658" y="2043348"/>
                </a:lnTo>
                <a:lnTo>
                  <a:pt x="290450" y="2016479"/>
                </a:lnTo>
                <a:lnTo>
                  <a:pt x="255931" y="1987563"/>
                </a:lnTo>
                <a:lnTo>
                  <a:pt x="223191" y="1956691"/>
                </a:lnTo>
                <a:lnTo>
                  <a:pt x="192318" y="1923952"/>
                </a:lnTo>
                <a:lnTo>
                  <a:pt x="163402" y="1889433"/>
                </a:lnTo>
                <a:lnTo>
                  <a:pt x="136532" y="1853226"/>
                </a:lnTo>
                <a:lnTo>
                  <a:pt x="111797" y="1815420"/>
                </a:lnTo>
                <a:lnTo>
                  <a:pt x="89287" y="1776102"/>
                </a:lnTo>
                <a:lnTo>
                  <a:pt x="69090" y="1735363"/>
                </a:lnTo>
                <a:lnTo>
                  <a:pt x="51297" y="1693292"/>
                </a:lnTo>
                <a:lnTo>
                  <a:pt x="35996" y="1649979"/>
                </a:lnTo>
                <a:lnTo>
                  <a:pt x="23276" y="1605511"/>
                </a:lnTo>
                <a:lnTo>
                  <a:pt x="13227" y="1559980"/>
                </a:lnTo>
                <a:lnTo>
                  <a:pt x="5939" y="1513473"/>
                </a:lnTo>
                <a:lnTo>
                  <a:pt x="1499" y="1466080"/>
                </a:lnTo>
                <a:lnTo>
                  <a:pt x="0" y="1417891"/>
                </a:lnTo>
                <a:lnTo>
                  <a:pt x="0" y="761994"/>
                </a:lnTo>
                <a:lnTo>
                  <a:pt x="1499" y="713804"/>
                </a:lnTo>
                <a:lnTo>
                  <a:pt x="5937" y="666411"/>
                </a:lnTo>
                <a:lnTo>
                  <a:pt x="13225" y="619904"/>
                </a:lnTo>
                <a:lnTo>
                  <a:pt x="23273" y="574372"/>
                </a:lnTo>
                <a:lnTo>
                  <a:pt x="35992" y="529904"/>
                </a:lnTo>
                <a:lnTo>
                  <a:pt x="51292" y="486589"/>
                </a:lnTo>
                <a:lnTo>
                  <a:pt x="69085" y="444517"/>
                </a:lnTo>
                <a:lnTo>
                  <a:pt x="89281" y="403778"/>
                </a:lnTo>
                <a:lnTo>
                  <a:pt x="111791" y="364459"/>
                </a:lnTo>
                <a:lnTo>
                  <a:pt x="136525" y="326652"/>
                </a:lnTo>
                <a:lnTo>
                  <a:pt x="163395" y="290444"/>
                </a:lnTo>
                <a:lnTo>
                  <a:pt x="192311" y="255925"/>
                </a:lnTo>
                <a:lnTo>
                  <a:pt x="223184" y="223184"/>
                </a:lnTo>
                <a:lnTo>
                  <a:pt x="255924" y="192311"/>
                </a:lnTo>
                <a:lnTo>
                  <a:pt x="290443" y="163395"/>
                </a:lnTo>
                <a:lnTo>
                  <a:pt x="326651" y="136525"/>
                </a:lnTo>
                <a:lnTo>
                  <a:pt x="364459" y="111790"/>
                </a:lnTo>
                <a:lnTo>
                  <a:pt x="403777" y="89280"/>
                </a:lnTo>
                <a:lnTo>
                  <a:pt x="444517" y="69084"/>
                </a:lnTo>
                <a:lnTo>
                  <a:pt x="486588" y="51291"/>
                </a:lnTo>
                <a:lnTo>
                  <a:pt x="529903" y="35991"/>
                </a:lnTo>
                <a:lnTo>
                  <a:pt x="574371" y="23272"/>
                </a:lnTo>
                <a:lnTo>
                  <a:pt x="619904" y="13224"/>
                </a:lnTo>
                <a:lnTo>
                  <a:pt x="666411" y="5937"/>
                </a:lnTo>
                <a:lnTo>
                  <a:pt x="713804" y="1499"/>
                </a:lnTo>
                <a:lnTo>
                  <a:pt x="761994" y="0"/>
                </a:lnTo>
                <a:lnTo>
                  <a:pt x="8382305" y="0"/>
                </a:lnTo>
                <a:lnTo>
                  <a:pt x="8430494" y="1498"/>
                </a:lnTo>
                <a:lnTo>
                  <a:pt x="8477887" y="5936"/>
                </a:lnTo>
                <a:lnTo>
                  <a:pt x="8524394" y="13223"/>
                </a:lnTo>
                <a:lnTo>
                  <a:pt x="8569926" y="23270"/>
                </a:lnTo>
                <a:lnTo>
                  <a:pt x="8614394" y="35988"/>
                </a:lnTo>
                <a:lnTo>
                  <a:pt x="8657709" y="51288"/>
                </a:lnTo>
                <a:lnTo>
                  <a:pt x="8699781" y="69080"/>
                </a:lnTo>
                <a:lnTo>
                  <a:pt x="8740521" y="89276"/>
                </a:lnTo>
                <a:lnTo>
                  <a:pt x="8779840" y="111786"/>
                </a:lnTo>
                <a:lnTo>
                  <a:pt x="8817648" y="136520"/>
                </a:lnTo>
                <a:lnTo>
                  <a:pt x="8853857" y="163389"/>
                </a:lnTo>
                <a:lnTo>
                  <a:pt x="8888376" y="192305"/>
                </a:lnTo>
                <a:lnTo>
                  <a:pt x="8921117" y="223178"/>
                </a:lnTo>
                <a:lnTo>
                  <a:pt x="8951991" y="255918"/>
                </a:lnTo>
                <a:lnTo>
                  <a:pt x="8980908" y="290437"/>
                </a:lnTo>
                <a:lnTo>
                  <a:pt x="9007779" y="326645"/>
                </a:lnTo>
                <a:lnTo>
                  <a:pt x="9032514" y="364453"/>
                </a:lnTo>
                <a:lnTo>
                  <a:pt x="9055025" y="403772"/>
                </a:lnTo>
                <a:lnTo>
                  <a:pt x="9075222" y="444512"/>
                </a:lnTo>
                <a:lnTo>
                  <a:pt x="9093016" y="486584"/>
                </a:lnTo>
                <a:lnTo>
                  <a:pt x="9108317" y="529900"/>
                </a:lnTo>
                <a:lnTo>
                  <a:pt x="9121036" y="574368"/>
                </a:lnTo>
                <a:lnTo>
                  <a:pt x="9131085" y="619901"/>
                </a:lnTo>
                <a:lnTo>
                  <a:pt x="9138373" y="666410"/>
                </a:lnTo>
                <a:lnTo>
                  <a:pt x="9142811" y="713804"/>
                </a:lnTo>
                <a:lnTo>
                  <a:pt x="9143984" y="752006"/>
                </a:lnTo>
              </a:path>
            </a:pathLst>
          </a:custGeom>
          <a:ln w="57150">
            <a:solidFill>
              <a:srgbClr val="BA9977"/>
            </a:solidFill>
          </a:ln>
        </p:spPr>
        <p:txBody>
          <a:bodyPr wrap="square" lIns="0" tIns="0" rIns="0" bIns="0" rtlCol="0"/>
          <a:lstStyle/>
          <a:p>
            <a:endParaRPr/>
          </a:p>
        </p:txBody>
      </p:sp>
      <p:sp>
        <p:nvSpPr>
          <p:cNvPr id="14" name="object 14"/>
          <p:cNvSpPr/>
          <p:nvPr/>
        </p:nvSpPr>
        <p:spPr>
          <a:xfrm>
            <a:off x="310859" y="2773874"/>
            <a:ext cx="11048365" cy="2179955"/>
          </a:xfrm>
          <a:custGeom>
            <a:avLst/>
            <a:gdLst/>
            <a:ahLst/>
            <a:cxnLst/>
            <a:rect l="l" t="t" r="r" b="b"/>
            <a:pathLst>
              <a:path w="11048365" h="2179954">
                <a:moveTo>
                  <a:pt x="761995" y="0"/>
                </a:moveTo>
                <a:lnTo>
                  <a:pt x="10286238" y="0"/>
                </a:lnTo>
                <a:lnTo>
                  <a:pt x="10334426" y="1495"/>
                </a:lnTo>
                <a:lnTo>
                  <a:pt x="10381817" y="5930"/>
                </a:lnTo>
                <a:lnTo>
                  <a:pt x="10428324" y="13215"/>
                </a:lnTo>
                <a:lnTo>
                  <a:pt x="10473857" y="23260"/>
                </a:lnTo>
                <a:lnTo>
                  <a:pt x="10518326" y="35976"/>
                </a:lnTo>
                <a:lnTo>
                  <a:pt x="10561642" y="51275"/>
                </a:lnTo>
                <a:lnTo>
                  <a:pt x="10603715" y="69066"/>
                </a:lnTo>
                <a:lnTo>
                  <a:pt x="10644457" y="89261"/>
                </a:lnTo>
                <a:lnTo>
                  <a:pt x="10683777" y="111770"/>
                </a:lnTo>
                <a:lnTo>
                  <a:pt x="10721587" y="136505"/>
                </a:lnTo>
                <a:lnTo>
                  <a:pt x="10757798" y="163375"/>
                </a:lnTo>
                <a:lnTo>
                  <a:pt x="10792319" y="192292"/>
                </a:lnTo>
                <a:lnTo>
                  <a:pt x="10825061" y="223166"/>
                </a:lnTo>
                <a:lnTo>
                  <a:pt x="10855935" y="255909"/>
                </a:lnTo>
                <a:lnTo>
                  <a:pt x="10884853" y="290429"/>
                </a:lnTo>
                <a:lnTo>
                  <a:pt x="10911723" y="326639"/>
                </a:lnTo>
                <a:lnTo>
                  <a:pt x="10936459" y="364449"/>
                </a:lnTo>
                <a:lnTo>
                  <a:pt x="10958969" y="403769"/>
                </a:lnTo>
                <a:lnTo>
                  <a:pt x="10979164" y="444511"/>
                </a:lnTo>
                <a:lnTo>
                  <a:pt x="10996957" y="486584"/>
                </a:lnTo>
                <a:lnTo>
                  <a:pt x="11012257" y="529900"/>
                </a:lnTo>
                <a:lnTo>
                  <a:pt x="11024974" y="574370"/>
                </a:lnTo>
                <a:lnTo>
                  <a:pt x="11035021" y="619903"/>
                </a:lnTo>
                <a:lnTo>
                  <a:pt x="11042308" y="666411"/>
                </a:lnTo>
                <a:lnTo>
                  <a:pt x="11046745" y="713805"/>
                </a:lnTo>
                <a:lnTo>
                  <a:pt x="11048244" y="761995"/>
                </a:lnTo>
                <a:lnTo>
                  <a:pt x="11048244" y="1417891"/>
                </a:lnTo>
                <a:lnTo>
                  <a:pt x="11046744" y="1466081"/>
                </a:lnTo>
                <a:lnTo>
                  <a:pt x="11042307" y="1513474"/>
                </a:lnTo>
                <a:lnTo>
                  <a:pt x="11035019" y="1559982"/>
                </a:lnTo>
                <a:lnTo>
                  <a:pt x="11024972" y="1605515"/>
                </a:lnTo>
                <a:lnTo>
                  <a:pt x="11012254" y="1649983"/>
                </a:lnTo>
                <a:lnTo>
                  <a:pt x="10996954" y="1693299"/>
                </a:lnTo>
                <a:lnTo>
                  <a:pt x="10979161" y="1735372"/>
                </a:lnTo>
                <a:lnTo>
                  <a:pt x="10958965" y="1776113"/>
                </a:lnTo>
                <a:lnTo>
                  <a:pt x="10936455" y="1815433"/>
                </a:lnTo>
                <a:lnTo>
                  <a:pt x="10911720" y="1853242"/>
                </a:lnTo>
                <a:lnTo>
                  <a:pt x="10884850" y="1889452"/>
                </a:lnTo>
                <a:lnTo>
                  <a:pt x="10855932" y="1923973"/>
                </a:lnTo>
                <a:lnTo>
                  <a:pt x="10825058" y="1956715"/>
                </a:lnTo>
                <a:lnTo>
                  <a:pt x="10792316" y="1987589"/>
                </a:lnTo>
                <a:lnTo>
                  <a:pt x="10757795" y="2016506"/>
                </a:lnTo>
                <a:lnTo>
                  <a:pt x="10721586" y="2043376"/>
                </a:lnTo>
                <a:lnTo>
                  <a:pt x="10683776" y="2068111"/>
                </a:lnTo>
                <a:lnTo>
                  <a:pt x="10644456" y="2090621"/>
                </a:lnTo>
                <a:lnTo>
                  <a:pt x="10603714" y="2110816"/>
                </a:lnTo>
                <a:lnTo>
                  <a:pt x="10561641" y="2128607"/>
                </a:lnTo>
                <a:lnTo>
                  <a:pt x="10518325" y="2143906"/>
                </a:lnTo>
                <a:lnTo>
                  <a:pt x="10473856" y="2156623"/>
                </a:lnTo>
                <a:lnTo>
                  <a:pt x="10428324" y="2166668"/>
                </a:lnTo>
                <a:lnTo>
                  <a:pt x="10381817" y="2173953"/>
                </a:lnTo>
                <a:lnTo>
                  <a:pt x="10334425" y="2178389"/>
                </a:lnTo>
                <a:lnTo>
                  <a:pt x="10286238" y="2179886"/>
                </a:lnTo>
                <a:lnTo>
                  <a:pt x="761995" y="2179887"/>
                </a:lnTo>
                <a:lnTo>
                  <a:pt x="713805" y="2178387"/>
                </a:lnTo>
                <a:lnTo>
                  <a:pt x="666411" y="2173949"/>
                </a:lnTo>
                <a:lnTo>
                  <a:pt x="619903" y="2166662"/>
                </a:lnTo>
                <a:lnTo>
                  <a:pt x="574371" y="2156614"/>
                </a:lnTo>
                <a:lnTo>
                  <a:pt x="529902" y="2143895"/>
                </a:lnTo>
                <a:lnTo>
                  <a:pt x="486587" y="2128594"/>
                </a:lnTo>
                <a:lnTo>
                  <a:pt x="444515" y="2110801"/>
                </a:lnTo>
                <a:lnTo>
                  <a:pt x="403776" y="2090605"/>
                </a:lnTo>
                <a:lnTo>
                  <a:pt x="364457" y="2068095"/>
                </a:lnTo>
                <a:lnTo>
                  <a:pt x="326649" y="2043360"/>
                </a:lnTo>
                <a:lnTo>
                  <a:pt x="290441" y="2016489"/>
                </a:lnTo>
                <a:lnTo>
                  <a:pt x="255922" y="1987573"/>
                </a:lnTo>
                <a:lnTo>
                  <a:pt x="223182" y="1956700"/>
                </a:lnTo>
                <a:lnTo>
                  <a:pt x="192309" y="1923959"/>
                </a:lnTo>
                <a:lnTo>
                  <a:pt x="163393" y="1889440"/>
                </a:lnTo>
                <a:lnTo>
                  <a:pt x="136524" y="1853232"/>
                </a:lnTo>
                <a:lnTo>
                  <a:pt x="111789" y="1815424"/>
                </a:lnTo>
                <a:lnTo>
                  <a:pt x="89280" y="1776106"/>
                </a:lnTo>
                <a:lnTo>
                  <a:pt x="69084" y="1735366"/>
                </a:lnTo>
                <a:lnTo>
                  <a:pt x="51291" y="1693294"/>
                </a:lnTo>
                <a:lnTo>
                  <a:pt x="35991" y="1649980"/>
                </a:lnTo>
                <a:lnTo>
                  <a:pt x="23272" y="1605512"/>
                </a:lnTo>
                <a:lnTo>
                  <a:pt x="13225" y="1559980"/>
                </a:lnTo>
                <a:lnTo>
                  <a:pt x="5937" y="1513473"/>
                </a:lnTo>
                <a:lnTo>
                  <a:pt x="1499" y="1466080"/>
                </a:lnTo>
                <a:lnTo>
                  <a:pt x="0" y="1417891"/>
                </a:lnTo>
                <a:lnTo>
                  <a:pt x="0" y="761995"/>
                </a:lnTo>
                <a:lnTo>
                  <a:pt x="1498" y="713805"/>
                </a:lnTo>
                <a:lnTo>
                  <a:pt x="5936" y="666412"/>
                </a:lnTo>
                <a:lnTo>
                  <a:pt x="13223" y="619904"/>
                </a:lnTo>
                <a:lnTo>
                  <a:pt x="23270" y="574371"/>
                </a:lnTo>
                <a:lnTo>
                  <a:pt x="35988" y="529903"/>
                </a:lnTo>
                <a:lnTo>
                  <a:pt x="51288" y="486588"/>
                </a:lnTo>
                <a:lnTo>
                  <a:pt x="69081" y="444516"/>
                </a:lnTo>
                <a:lnTo>
                  <a:pt x="89277" y="403776"/>
                </a:lnTo>
                <a:lnTo>
                  <a:pt x="111787" y="364457"/>
                </a:lnTo>
                <a:lnTo>
                  <a:pt x="136522" y="326649"/>
                </a:lnTo>
                <a:lnTo>
                  <a:pt x="163392" y="290441"/>
                </a:lnTo>
                <a:lnTo>
                  <a:pt x="192308" y="255922"/>
                </a:lnTo>
                <a:lnTo>
                  <a:pt x="223181" y="223181"/>
                </a:lnTo>
                <a:lnTo>
                  <a:pt x="255922" y="192308"/>
                </a:lnTo>
                <a:lnTo>
                  <a:pt x="290441" y="163392"/>
                </a:lnTo>
                <a:lnTo>
                  <a:pt x="326650" y="136522"/>
                </a:lnTo>
                <a:lnTo>
                  <a:pt x="364458" y="111788"/>
                </a:lnTo>
                <a:lnTo>
                  <a:pt x="403776" y="89278"/>
                </a:lnTo>
                <a:lnTo>
                  <a:pt x="444516" y="69082"/>
                </a:lnTo>
                <a:lnTo>
                  <a:pt x="486589" y="51289"/>
                </a:lnTo>
                <a:lnTo>
                  <a:pt x="529903" y="35989"/>
                </a:lnTo>
                <a:lnTo>
                  <a:pt x="574372" y="23271"/>
                </a:lnTo>
                <a:lnTo>
                  <a:pt x="619904" y="13224"/>
                </a:lnTo>
                <a:lnTo>
                  <a:pt x="666412" y="5936"/>
                </a:lnTo>
                <a:lnTo>
                  <a:pt x="713805" y="1499"/>
                </a:lnTo>
                <a:lnTo>
                  <a:pt x="761995" y="0"/>
                </a:lnTo>
              </a:path>
            </a:pathLst>
          </a:custGeom>
          <a:ln w="57150">
            <a:solidFill>
              <a:srgbClr val="BA9977"/>
            </a:solidFill>
          </a:ln>
        </p:spPr>
        <p:txBody>
          <a:bodyPr wrap="square" lIns="0" tIns="0" rIns="0" bIns="0" rtlCol="0"/>
          <a:lstStyle/>
          <a:p>
            <a:endParaRPr/>
          </a:p>
        </p:txBody>
      </p:sp>
      <p:sp>
        <p:nvSpPr>
          <p:cNvPr id="24" name="Rectangle 7">
            <a:extLst>
              <a:ext uri="{FF2B5EF4-FFF2-40B4-BE49-F238E27FC236}">
                <a16:creationId xmlns:a16="http://schemas.microsoft.com/office/drawing/2014/main" id="{1F384FE0-B647-4344-A482-4E60682D7F84}"/>
              </a:ext>
            </a:extLst>
          </p:cNvPr>
          <p:cNvSpPr>
            <a:spLocks noChangeArrowheads="1"/>
          </p:cNvSpPr>
          <p:nvPr/>
        </p:nvSpPr>
        <p:spPr bwMode="auto">
          <a:xfrm>
            <a:off x="3014943" y="6276082"/>
            <a:ext cx="642195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3200" dirty="0">
                <a:solidFill>
                  <a:schemeClr val="accent2">
                    <a:lumMod val="50000"/>
                  </a:schemeClr>
                </a:solidFill>
              </a:rPr>
              <a:t>On average, customers order 2.32</a:t>
            </a:r>
          </a:p>
          <a:p>
            <a:pPr marL="0" marR="0" lvl="0" indent="0" algn="l" defTabSz="914400" rtl="0" eaLnBrk="0" fontAlgn="base" latinLnBrk="0" hangingPunct="0">
              <a:lnSpc>
                <a:spcPct val="100000"/>
              </a:lnSpc>
              <a:spcBef>
                <a:spcPct val="0"/>
              </a:spcBef>
              <a:spcAft>
                <a:spcPct val="0"/>
              </a:spcAft>
              <a:buClrTx/>
              <a:buSzTx/>
              <a:buFontTx/>
              <a:buNone/>
              <a:tabLst/>
            </a:pPr>
            <a:r>
              <a:rPr lang="en-US" sz="3200" dirty="0">
                <a:solidFill>
                  <a:schemeClr val="accent2">
                    <a:lumMod val="50000"/>
                  </a:schemeClr>
                </a:solidFill>
              </a:rPr>
              <a:t> pizzas per transaction.</a:t>
            </a:r>
            <a:endParaRPr kumimoji="0" lang="en-US" altLang="en-US" sz="3200" i="0" u="none" strike="noStrike" cap="none" normalizeH="0" baseline="0" dirty="0">
              <a:ln>
                <a:noFill/>
              </a:ln>
              <a:solidFill>
                <a:schemeClr val="accent2">
                  <a:lumMod val="50000"/>
                </a:schemeClr>
              </a:solidFill>
              <a:effectLst/>
              <a:latin typeface="Arial" panose="020B0604020202020204" pitchFamily="34" charset="0"/>
            </a:endParaRPr>
          </a:p>
        </p:txBody>
      </p:sp>
      <p:pic>
        <p:nvPicPr>
          <p:cNvPr id="9" name="Picture 8">
            <a:extLst>
              <a:ext uri="{FF2B5EF4-FFF2-40B4-BE49-F238E27FC236}">
                <a16:creationId xmlns:a16="http://schemas.microsoft.com/office/drawing/2014/main" id="{15C82AD9-1535-4F51-987A-0D663416D0A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3392" y="3009900"/>
            <a:ext cx="10305607" cy="1650752"/>
          </a:xfrm>
          <a:prstGeom prst="rect">
            <a:avLst/>
          </a:prstGeom>
        </p:spPr>
      </p:pic>
      <p:pic>
        <p:nvPicPr>
          <p:cNvPr id="17" name="Picture 16">
            <a:extLst>
              <a:ext uri="{FF2B5EF4-FFF2-40B4-BE49-F238E27FC236}">
                <a16:creationId xmlns:a16="http://schemas.microsoft.com/office/drawing/2014/main" id="{E4DC8048-39B7-4826-A787-74995CC6F45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159266" y="5475870"/>
            <a:ext cx="4537934" cy="2944230"/>
          </a:xfrm>
          <a:prstGeom prst="rect">
            <a:avLst/>
          </a:prstGeom>
        </p:spPr>
      </p:pic>
    </p:spTree>
    <p:extLst>
      <p:ext uri="{BB962C8B-B14F-4D97-AF65-F5344CB8AC3E}">
        <p14:creationId xmlns:p14="http://schemas.microsoft.com/office/powerpoint/2010/main" val="3644248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997"/>
            <a:ext cx="2988147" cy="2641599"/>
          </a:xfrm>
          <a:prstGeom prst="rect">
            <a:avLst/>
          </a:prstGeom>
        </p:spPr>
      </p:pic>
      <p:pic>
        <p:nvPicPr>
          <p:cNvPr id="3" name="object 3"/>
          <p:cNvPicPr/>
          <p:nvPr/>
        </p:nvPicPr>
        <p:blipFill>
          <a:blip r:embed="rId3" cstate="print"/>
          <a:stretch>
            <a:fillRect/>
          </a:stretch>
        </p:blipFill>
        <p:spPr>
          <a:xfrm>
            <a:off x="14396418" y="1312837"/>
            <a:ext cx="3612813" cy="3733799"/>
          </a:xfrm>
          <a:prstGeom prst="rect">
            <a:avLst/>
          </a:prstGeom>
        </p:spPr>
      </p:pic>
      <p:pic>
        <p:nvPicPr>
          <p:cNvPr id="4" name="object 4"/>
          <p:cNvPicPr/>
          <p:nvPr/>
        </p:nvPicPr>
        <p:blipFill>
          <a:blip r:embed="rId4" cstate="print"/>
          <a:stretch>
            <a:fillRect/>
          </a:stretch>
        </p:blipFill>
        <p:spPr>
          <a:xfrm>
            <a:off x="392855" y="7488466"/>
            <a:ext cx="3551892" cy="2798492"/>
          </a:xfrm>
          <a:prstGeom prst="rect">
            <a:avLst/>
          </a:prstGeom>
        </p:spPr>
      </p:pic>
      <p:pic>
        <p:nvPicPr>
          <p:cNvPr id="5" name="object 5"/>
          <p:cNvPicPr/>
          <p:nvPr/>
        </p:nvPicPr>
        <p:blipFill>
          <a:blip r:embed="rId5" cstate="print"/>
          <a:stretch>
            <a:fillRect/>
          </a:stretch>
        </p:blipFill>
        <p:spPr>
          <a:xfrm>
            <a:off x="15082279" y="6946898"/>
            <a:ext cx="3216583" cy="3234137"/>
          </a:xfrm>
          <a:prstGeom prst="rect">
            <a:avLst/>
          </a:prstGeom>
        </p:spPr>
      </p:pic>
      <p:sp>
        <p:nvSpPr>
          <p:cNvPr id="7" name="object 7"/>
          <p:cNvSpPr/>
          <p:nvPr/>
        </p:nvSpPr>
        <p:spPr>
          <a:xfrm>
            <a:off x="4096661" y="439679"/>
            <a:ext cx="10765155" cy="1739900"/>
          </a:xfrm>
          <a:custGeom>
            <a:avLst/>
            <a:gdLst/>
            <a:ahLst/>
            <a:cxnLst/>
            <a:rect l="l" t="t" r="r" b="b"/>
            <a:pathLst>
              <a:path w="10765155" h="1739900">
                <a:moveTo>
                  <a:pt x="10567021" y="1739800"/>
                </a:moveTo>
                <a:lnTo>
                  <a:pt x="200025" y="1739800"/>
                </a:lnTo>
                <a:lnTo>
                  <a:pt x="154161" y="1734518"/>
                </a:lnTo>
                <a:lnTo>
                  <a:pt x="112059" y="1719470"/>
                </a:lnTo>
                <a:lnTo>
                  <a:pt x="74919" y="1695857"/>
                </a:lnTo>
                <a:lnTo>
                  <a:pt x="43943" y="1664881"/>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5" y="0"/>
                </a:lnTo>
                <a:lnTo>
                  <a:pt x="10567021" y="0"/>
                </a:lnTo>
                <a:lnTo>
                  <a:pt x="10612881" y="5282"/>
                </a:lnTo>
                <a:lnTo>
                  <a:pt x="10654979" y="20330"/>
                </a:lnTo>
                <a:lnTo>
                  <a:pt x="10692116" y="43943"/>
                </a:lnTo>
                <a:lnTo>
                  <a:pt x="10723090" y="74919"/>
                </a:lnTo>
                <a:lnTo>
                  <a:pt x="10746701" y="112059"/>
                </a:lnTo>
                <a:lnTo>
                  <a:pt x="10761749" y="154161"/>
                </a:lnTo>
                <a:lnTo>
                  <a:pt x="10765014" y="182514"/>
                </a:lnTo>
                <a:lnTo>
                  <a:pt x="10765014" y="1557286"/>
                </a:lnTo>
                <a:lnTo>
                  <a:pt x="10746701" y="1627741"/>
                </a:lnTo>
                <a:lnTo>
                  <a:pt x="10723090" y="1664881"/>
                </a:lnTo>
                <a:lnTo>
                  <a:pt x="10692116" y="1695857"/>
                </a:lnTo>
                <a:lnTo>
                  <a:pt x="10654979" y="1719470"/>
                </a:lnTo>
                <a:lnTo>
                  <a:pt x="10612881" y="1734518"/>
                </a:lnTo>
                <a:lnTo>
                  <a:pt x="10567021" y="1739800"/>
                </a:lnTo>
                <a:close/>
              </a:path>
            </a:pathLst>
          </a:custGeom>
          <a:solidFill>
            <a:srgbClr val="DABD9D">
              <a:alpha val="78999"/>
            </a:srgbClr>
          </a:solidFill>
        </p:spPr>
        <p:txBody>
          <a:bodyPr wrap="square" lIns="0" tIns="0" rIns="0" bIns="0" rtlCol="0"/>
          <a:lstStyle/>
          <a:p>
            <a:endParaRPr/>
          </a:p>
        </p:txBody>
      </p:sp>
      <p:sp>
        <p:nvSpPr>
          <p:cNvPr id="10" name="object 10"/>
          <p:cNvSpPr/>
          <p:nvPr/>
        </p:nvSpPr>
        <p:spPr>
          <a:xfrm>
            <a:off x="10783030" y="5262188"/>
            <a:ext cx="5325110" cy="3386512"/>
          </a:xfrm>
          <a:custGeom>
            <a:avLst/>
            <a:gdLst/>
            <a:ahLst/>
            <a:cxnLst/>
            <a:rect l="l" t="t" r="r" b="b"/>
            <a:pathLst>
              <a:path w="5325109" h="3600450">
                <a:moveTo>
                  <a:pt x="5324483" y="2890849"/>
                </a:moveTo>
                <a:lnTo>
                  <a:pt x="5320319" y="2935385"/>
                </a:lnTo>
                <a:lnTo>
                  <a:pt x="5313031" y="2981893"/>
                </a:lnTo>
                <a:lnTo>
                  <a:pt x="5302983" y="3027425"/>
                </a:lnTo>
                <a:lnTo>
                  <a:pt x="5290263" y="3071893"/>
                </a:lnTo>
                <a:lnTo>
                  <a:pt x="5274962" y="3115207"/>
                </a:lnTo>
                <a:lnTo>
                  <a:pt x="5257169" y="3157278"/>
                </a:lnTo>
                <a:lnTo>
                  <a:pt x="5236972" y="3198017"/>
                </a:lnTo>
                <a:lnTo>
                  <a:pt x="5214462" y="3237335"/>
                </a:lnTo>
                <a:lnTo>
                  <a:pt x="5189728" y="3275142"/>
                </a:lnTo>
                <a:lnTo>
                  <a:pt x="5162858" y="3311350"/>
                </a:lnTo>
                <a:lnTo>
                  <a:pt x="5133942" y="3345868"/>
                </a:lnTo>
                <a:lnTo>
                  <a:pt x="5103069" y="3378608"/>
                </a:lnTo>
                <a:lnTo>
                  <a:pt x="5070329" y="3409480"/>
                </a:lnTo>
                <a:lnTo>
                  <a:pt x="5035810" y="3438396"/>
                </a:lnTo>
                <a:lnTo>
                  <a:pt x="4999603" y="3465265"/>
                </a:lnTo>
                <a:lnTo>
                  <a:pt x="4961796" y="3489999"/>
                </a:lnTo>
                <a:lnTo>
                  <a:pt x="4922478" y="3512509"/>
                </a:lnTo>
                <a:lnTo>
                  <a:pt x="4881739" y="3532705"/>
                </a:lnTo>
                <a:lnTo>
                  <a:pt x="4839669" y="3550497"/>
                </a:lnTo>
                <a:lnTo>
                  <a:pt x="4796355" y="3565798"/>
                </a:lnTo>
                <a:lnTo>
                  <a:pt x="4751888" y="3578517"/>
                </a:lnTo>
                <a:lnTo>
                  <a:pt x="4706356" y="3588565"/>
                </a:lnTo>
                <a:lnTo>
                  <a:pt x="4659850" y="3595853"/>
                </a:lnTo>
                <a:lnTo>
                  <a:pt x="4612457" y="3600291"/>
                </a:lnTo>
                <a:lnTo>
                  <a:pt x="4607368" y="3600450"/>
                </a:lnTo>
              </a:path>
              <a:path w="5325109" h="3600450">
                <a:moveTo>
                  <a:pt x="718921" y="3600452"/>
                </a:moveTo>
                <a:lnTo>
                  <a:pt x="666437" y="3595852"/>
                </a:lnTo>
                <a:lnTo>
                  <a:pt x="619930" y="3588564"/>
                </a:lnTo>
                <a:lnTo>
                  <a:pt x="574399" y="3578516"/>
                </a:lnTo>
                <a:lnTo>
                  <a:pt x="529931" y="3565797"/>
                </a:lnTo>
                <a:lnTo>
                  <a:pt x="486618" y="3550496"/>
                </a:lnTo>
                <a:lnTo>
                  <a:pt x="444547" y="3532703"/>
                </a:lnTo>
                <a:lnTo>
                  <a:pt x="403808" y="3512507"/>
                </a:lnTo>
                <a:lnTo>
                  <a:pt x="364490" y="3489997"/>
                </a:lnTo>
                <a:lnTo>
                  <a:pt x="326683" y="3465263"/>
                </a:lnTo>
                <a:lnTo>
                  <a:pt x="290476" y="3438393"/>
                </a:lnTo>
                <a:lnTo>
                  <a:pt x="255957" y="3409478"/>
                </a:lnTo>
                <a:lnTo>
                  <a:pt x="223217" y="3378605"/>
                </a:lnTo>
                <a:lnTo>
                  <a:pt x="192344" y="3345865"/>
                </a:lnTo>
                <a:lnTo>
                  <a:pt x="163429" y="3311347"/>
                </a:lnTo>
                <a:lnTo>
                  <a:pt x="136559" y="3275140"/>
                </a:lnTo>
                <a:lnTo>
                  <a:pt x="111824" y="3237332"/>
                </a:lnTo>
                <a:lnTo>
                  <a:pt x="89314" y="3198015"/>
                </a:lnTo>
                <a:lnTo>
                  <a:pt x="69118" y="3157276"/>
                </a:lnTo>
                <a:lnTo>
                  <a:pt x="51325" y="3115204"/>
                </a:lnTo>
                <a:lnTo>
                  <a:pt x="36024" y="3071890"/>
                </a:lnTo>
                <a:lnTo>
                  <a:pt x="23305" y="3027423"/>
                </a:lnTo>
                <a:lnTo>
                  <a:pt x="13257" y="2981891"/>
                </a:lnTo>
                <a:lnTo>
                  <a:pt x="5969" y="2935384"/>
                </a:lnTo>
                <a:lnTo>
                  <a:pt x="1530" y="2887991"/>
                </a:lnTo>
                <a:lnTo>
                  <a:pt x="0" y="2839802"/>
                </a:lnTo>
                <a:lnTo>
                  <a:pt x="0" y="761986"/>
                </a:lnTo>
                <a:lnTo>
                  <a:pt x="1528" y="713798"/>
                </a:lnTo>
                <a:lnTo>
                  <a:pt x="5965" y="666405"/>
                </a:lnTo>
                <a:lnTo>
                  <a:pt x="13251" y="619897"/>
                </a:lnTo>
                <a:lnTo>
                  <a:pt x="23298" y="574365"/>
                </a:lnTo>
                <a:lnTo>
                  <a:pt x="36016" y="529897"/>
                </a:lnTo>
                <a:lnTo>
                  <a:pt x="51316" y="486582"/>
                </a:lnTo>
                <a:lnTo>
                  <a:pt x="69108" y="444510"/>
                </a:lnTo>
                <a:lnTo>
                  <a:pt x="89304" y="403770"/>
                </a:lnTo>
                <a:lnTo>
                  <a:pt x="111814" y="364452"/>
                </a:lnTo>
                <a:lnTo>
                  <a:pt x="136549" y="326644"/>
                </a:lnTo>
                <a:lnTo>
                  <a:pt x="163419" y="290436"/>
                </a:lnTo>
                <a:lnTo>
                  <a:pt x="192335" y="255918"/>
                </a:lnTo>
                <a:lnTo>
                  <a:pt x="223209" y="223177"/>
                </a:lnTo>
                <a:lnTo>
                  <a:pt x="255950" y="192305"/>
                </a:lnTo>
                <a:lnTo>
                  <a:pt x="290469" y="163390"/>
                </a:lnTo>
                <a:lnTo>
                  <a:pt x="326677" y="136520"/>
                </a:lnTo>
                <a:lnTo>
                  <a:pt x="364485" y="111787"/>
                </a:lnTo>
                <a:lnTo>
                  <a:pt x="403804" y="89278"/>
                </a:lnTo>
                <a:lnTo>
                  <a:pt x="444544" y="69082"/>
                </a:lnTo>
                <a:lnTo>
                  <a:pt x="486615" y="51290"/>
                </a:lnTo>
                <a:lnTo>
                  <a:pt x="529930" y="35990"/>
                </a:lnTo>
                <a:lnTo>
                  <a:pt x="574398" y="23272"/>
                </a:lnTo>
                <a:lnTo>
                  <a:pt x="619930" y="13225"/>
                </a:lnTo>
                <a:lnTo>
                  <a:pt x="666436" y="5937"/>
                </a:lnTo>
                <a:lnTo>
                  <a:pt x="713829" y="1499"/>
                </a:lnTo>
                <a:lnTo>
                  <a:pt x="762018" y="0"/>
                </a:lnTo>
                <a:lnTo>
                  <a:pt x="4564268" y="0"/>
                </a:lnTo>
                <a:lnTo>
                  <a:pt x="4612457" y="1499"/>
                </a:lnTo>
                <a:lnTo>
                  <a:pt x="4659850" y="5937"/>
                </a:lnTo>
                <a:lnTo>
                  <a:pt x="4706357" y="13225"/>
                </a:lnTo>
                <a:lnTo>
                  <a:pt x="4751888" y="23272"/>
                </a:lnTo>
                <a:lnTo>
                  <a:pt x="4796356" y="35990"/>
                </a:lnTo>
                <a:lnTo>
                  <a:pt x="4839670" y="51290"/>
                </a:lnTo>
                <a:lnTo>
                  <a:pt x="4881742" y="69081"/>
                </a:lnTo>
                <a:lnTo>
                  <a:pt x="4922482" y="89276"/>
                </a:lnTo>
                <a:lnTo>
                  <a:pt x="4961800" y="111785"/>
                </a:lnTo>
                <a:lnTo>
                  <a:pt x="4999608" y="136519"/>
                </a:lnTo>
                <a:lnTo>
                  <a:pt x="5035817" y="163388"/>
                </a:lnTo>
                <a:lnTo>
                  <a:pt x="5070336" y="192303"/>
                </a:lnTo>
                <a:lnTo>
                  <a:pt x="5103077" y="223175"/>
                </a:lnTo>
                <a:lnTo>
                  <a:pt x="5133950" y="255915"/>
                </a:lnTo>
                <a:lnTo>
                  <a:pt x="5162867" y="290434"/>
                </a:lnTo>
                <a:lnTo>
                  <a:pt x="5189737" y="326642"/>
                </a:lnTo>
                <a:lnTo>
                  <a:pt x="5214472" y="364449"/>
                </a:lnTo>
                <a:lnTo>
                  <a:pt x="5236982" y="403768"/>
                </a:lnTo>
                <a:lnTo>
                  <a:pt x="5257178" y="444508"/>
                </a:lnTo>
                <a:lnTo>
                  <a:pt x="5274971" y="486580"/>
                </a:lnTo>
                <a:lnTo>
                  <a:pt x="5290271" y="529895"/>
                </a:lnTo>
                <a:lnTo>
                  <a:pt x="5302989" y="574364"/>
                </a:lnTo>
                <a:lnTo>
                  <a:pt x="5313036" y="619896"/>
                </a:lnTo>
                <a:lnTo>
                  <a:pt x="5320323" y="666404"/>
                </a:lnTo>
                <a:lnTo>
                  <a:pt x="5324480" y="710911"/>
                </a:lnTo>
              </a:path>
            </a:pathLst>
          </a:custGeom>
          <a:ln w="57150">
            <a:solidFill>
              <a:srgbClr val="BA9977"/>
            </a:solidFill>
          </a:ln>
        </p:spPr>
        <p:txBody>
          <a:bodyPr wrap="square" lIns="0" tIns="0" rIns="0" bIns="0" rtlCol="0"/>
          <a:lstStyle/>
          <a:p>
            <a:endParaRPr/>
          </a:p>
        </p:txBody>
      </p:sp>
      <p:sp>
        <p:nvSpPr>
          <p:cNvPr id="11" name="object 11"/>
          <p:cNvSpPr txBox="1">
            <a:spLocks noGrp="1"/>
          </p:cNvSpPr>
          <p:nvPr>
            <p:ph type="title"/>
          </p:nvPr>
        </p:nvSpPr>
        <p:spPr>
          <a:xfrm>
            <a:off x="3336093" y="292901"/>
            <a:ext cx="11525723" cy="1775161"/>
          </a:xfrm>
          <a:prstGeom prst="rect">
            <a:avLst/>
          </a:prstGeom>
        </p:spPr>
        <p:txBody>
          <a:bodyPr vert="horz" wrap="square" lIns="0" tIns="116835" rIns="0" bIns="0" rtlCol="0">
            <a:spAutoFit/>
          </a:bodyPr>
          <a:lstStyle/>
          <a:p>
            <a:pPr marL="3900170" marR="5080" indent="-2665095">
              <a:lnSpc>
                <a:spcPct val="115900"/>
              </a:lnSpc>
              <a:spcBef>
                <a:spcPts val="100"/>
              </a:spcBef>
            </a:pPr>
            <a:r>
              <a:rPr sz="4800" spc="285" dirty="0"/>
              <a:t>Q</a:t>
            </a:r>
            <a:r>
              <a:rPr lang="en-US" sz="4800" spc="285" dirty="0"/>
              <a:t>6</a:t>
            </a:r>
            <a:r>
              <a:rPr sz="4800" spc="130" dirty="0"/>
              <a:t> </a:t>
            </a:r>
            <a:r>
              <a:rPr sz="4800" spc="795" dirty="0"/>
              <a:t>-</a:t>
            </a:r>
            <a:r>
              <a:rPr sz="4800" spc="135" dirty="0"/>
              <a:t> </a:t>
            </a:r>
            <a:r>
              <a:rPr lang="en-US" sz="4800" spc="320" dirty="0"/>
              <a:t>What is the average revenue per pizza sold?</a:t>
            </a:r>
            <a:endParaRPr sz="4800" dirty="0">
              <a:latin typeface="Arial"/>
              <a:cs typeface="Arial"/>
            </a:endParaRPr>
          </a:p>
        </p:txBody>
      </p:sp>
      <p:sp>
        <p:nvSpPr>
          <p:cNvPr id="12" name="object 12"/>
          <p:cNvSpPr txBox="1"/>
          <p:nvPr/>
        </p:nvSpPr>
        <p:spPr>
          <a:xfrm>
            <a:off x="1524000" y="6210300"/>
            <a:ext cx="8777912" cy="618759"/>
          </a:xfrm>
          <a:prstGeom prst="rect">
            <a:avLst/>
          </a:prstGeom>
        </p:spPr>
        <p:txBody>
          <a:bodyPr vert="horz" wrap="square" lIns="0" tIns="94615" rIns="0" bIns="0" rtlCol="0">
            <a:spAutoFit/>
          </a:bodyPr>
          <a:lstStyle/>
          <a:p>
            <a:pPr marL="12700">
              <a:lnSpc>
                <a:spcPct val="100000"/>
              </a:lnSpc>
              <a:spcBef>
                <a:spcPts val="745"/>
              </a:spcBef>
            </a:pPr>
            <a:r>
              <a:rPr sz="3400" spc="-130" dirty="0">
                <a:solidFill>
                  <a:srgbClr val="672912"/>
                </a:solidFill>
                <a:latin typeface="Verdana"/>
                <a:cs typeface="Verdana"/>
              </a:rPr>
              <a:t>Insight</a:t>
            </a:r>
            <a:r>
              <a:rPr sz="3400" spc="-720" dirty="0">
                <a:solidFill>
                  <a:srgbClr val="672912"/>
                </a:solidFill>
                <a:latin typeface="Verdana"/>
                <a:cs typeface="Verdana"/>
              </a:rPr>
              <a:t>:</a:t>
            </a:r>
            <a:r>
              <a:rPr lang="en-US" sz="3400" spc="-720" dirty="0">
                <a:solidFill>
                  <a:srgbClr val="672912"/>
                </a:solidFill>
                <a:latin typeface="Verdana"/>
                <a:cs typeface="Verdana"/>
              </a:rPr>
              <a:t>  </a:t>
            </a:r>
            <a:endParaRPr sz="3400" dirty="0">
              <a:solidFill>
                <a:schemeClr val="accent2">
                  <a:lumMod val="50000"/>
                </a:schemeClr>
              </a:solidFill>
              <a:latin typeface="Verdana"/>
              <a:cs typeface="Verdana"/>
            </a:endParaRPr>
          </a:p>
        </p:txBody>
      </p:sp>
      <p:sp>
        <p:nvSpPr>
          <p:cNvPr id="13" name="object 13"/>
          <p:cNvSpPr/>
          <p:nvPr/>
        </p:nvSpPr>
        <p:spPr>
          <a:xfrm>
            <a:off x="1262841" y="5973165"/>
            <a:ext cx="9144000" cy="2179955"/>
          </a:xfrm>
          <a:custGeom>
            <a:avLst/>
            <a:gdLst/>
            <a:ahLst/>
            <a:cxnLst/>
            <a:rect l="l" t="t" r="r" b="b"/>
            <a:pathLst>
              <a:path w="9144000" h="2179954">
                <a:moveTo>
                  <a:pt x="9143988" y="1427861"/>
                </a:moveTo>
                <a:lnTo>
                  <a:pt x="9142809" y="1466082"/>
                </a:lnTo>
                <a:lnTo>
                  <a:pt x="9138370" y="1513475"/>
                </a:lnTo>
                <a:lnTo>
                  <a:pt x="9131081" y="1559982"/>
                </a:lnTo>
                <a:lnTo>
                  <a:pt x="9121031" y="1605515"/>
                </a:lnTo>
                <a:lnTo>
                  <a:pt x="9108311" y="1649983"/>
                </a:lnTo>
                <a:lnTo>
                  <a:pt x="9093009" y="1693297"/>
                </a:lnTo>
                <a:lnTo>
                  <a:pt x="9075215" y="1735368"/>
                </a:lnTo>
                <a:lnTo>
                  <a:pt x="9055018" y="1776107"/>
                </a:lnTo>
                <a:lnTo>
                  <a:pt x="9032507" y="1815425"/>
                </a:lnTo>
                <a:lnTo>
                  <a:pt x="9007771" y="1853232"/>
                </a:lnTo>
                <a:lnTo>
                  <a:pt x="8980900" y="1889439"/>
                </a:lnTo>
                <a:lnTo>
                  <a:pt x="8951983" y="1923957"/>
                </a:lnTo>
                <a:lnTo>
                  <a:pt x="8921110" y="1956696"/>
                </a:lnTo>
                <a:lnTo>
                  <a:pt x="8888369" y="1987568"/>
                </a:lnTo>
                <a:lnTo>
                  <a:pt x="8853849" y="2016483"/>
                </a:lnTo>
                <a:lnTo>
                  <a:pt x="8817641" y="2043352"/>
                </a:lnTo>
                <a:lnTo>
                  <a:pt x="8779833" y="2068085"/>
                </a:lnTo>
                <a:lnTo>
                  <a:pt x="8740515" y="2090594"/>
                </a:lnTo>
                <a:lnTo>
                  <a:pt x="8699776" y="2110789"/>
                </a:lnTo>
                <a:lnTo>
                  <a:pt x="8657704" y="2128581"/>
                </a:lnTo>
                <a:lnTo>
                  <a:pt x="8614391" y="2143880"/>
                </a:lnTo>
                <a:lnTo>
                  <a:pt x="8569923" y="2156598"/>
                </a:lnTo>
                <a:lnTo>
                  <a:pt x="8524392" y="2166645"/>
                </a:lnTo>
                <a:lnTo>
                  <a:pt x="8477885" y="2173932"/>
                </a:lnTo>
                <a:lnTo>
                  <a:pt x="8430493" y="2178369"/>
                </a:lnTo>
                <a:lnTo>
                  <a:pt x="8382305" y="2179868"/>
                </a:lnTo>
                <a:lnTo>
                  <a:pt x="761994" y="2179868"/>
                </a:lnTo>
                <a:lnTo>
                  <a:pt x="713805" y="2178369"/>
                </a:lnTo>
                <a:lnTo>
                  <a:pt x="666413" y="2173931"/>
                </a:lnTo>
                <a:lnTo>
                  <a:pt x="619906" y="2166644"/>
                </a:lnTo>
                <a:lnTo>
                  <a:pt x="574375" y="2156597"/>
                </a:lnTo>
                <a:lnTo>
                  <a:pt x="529907" y="2143879"/>
                </a:lnTo>
                <a:lnTo>
                  <a:pt x="486593" y="2128579"/>
                </a:lnTo>
                <a:lnTo>
                  <a:pt x="444522" y="2110786"/>
                </a:lnTo>
                <a:lnTo>
                  <a:pt x="403783" y="2090591"/>
                </a:lnTo>
                <a:lnTo>
                  <a:pt x="364465" y="2068082"/>
                </a:lnTo>
                <a:lnTo>
                  <a:pt x="326658" y="2043348"/>
                </a:lnTo>
                <a:lnTo>
                  <a:pt x="290450" y="2016479"/>
                </a:lnTo>
                <a:lnTo>
                  <a:pt x="255931" y="1987563"/>
                </a:lnTo>
                <a:lnTo>
                  <a:pt x="223191" y="1956691"/>
                </a:lnTo>
                <a:lnTo>
                  <a:pt x="192318" y="1923952"/>
                </a:lnTo>
                <a:lnTo>
                  <a:pt x="163402" y="1889433"/>
                </a:lnTo>
                <a:lnTo>
                  <a:pt x="136532" y="1853226"/>
                </a:lnTo>
                <a:lnTo>
                  <a:pt x="111797" y="1815420"/>
                </a:lnTo>
                <a:lnTo>
                  <a:pt x="89287" y="1776102"/>
                </a:lnTo>
                <a:lnTo>
                  <a:pt x="69090" y="1735363"/>
                </a:lnTo>
                <a:lnTo>
                  <a:pt x="51297" y="1693292"/>
                </a:lnTo>
                <a:lnTo>
                  <a:pt x="35996" y="1649979"/>
                </a:lnTo>
                <a:lnTo>
                  <a:pt x="23276" y="1605511"/>
                </a:lnTo>
                <a:lnTo>
                  <a:pt x="13227" y="1559980"/>
                </a:lnTo>
                <a:lnTo>
                  <a:pt x="5939" y="1513473"/>
                </a:lnTo>
                <a:lnTo>
                  <a:pt x="1499" y="1466080"/>
                </a:lnTo>
                <a:lnTo>
                  <a:pt x="0" y="1417891"/>
                </a:lnTo>
                <a:lnTo>
                  <a:pt x="0" y="761994"/>
                </a:lnTo>
                <a:lnTo>
                  <a:pt x="1499" y="713804"/>
                </a:lnTo>
                <a:lnTo>
                  <a:pt x="5937" y="666411"/>
                </a:lnTo>
                <a:lnTo>
                  <a:pt x="13225" y="619904"/>
                </a:lnTo>
                <a:lnTo>
                  <a:pt x="23273" y="574372"/>
                </a:lnTo>
                <a:lnTo>
                  <a:pt x="35992" y="529904"/>
                </a:lnTo>
                <a:lnTo>
                  <a:pt x="51292" y="486589"/>
                </a:lnTo>
                <a:lnTo>
                  <a:pt x="69085" y="444517"/>
                </a:lnTo>
                <a:lnTo>
                  <a:pt x="89281" y="403778"/>
                </a:lnTo>
                <a:lnTo>
                  <a:pt x="111791" y="364459"/>
                </a:lnTo>
                <a:lnTo>
                  <a:pt x="136525" y="326652"/>
                </a:lnTo>
                <a:lnTo>
                  <a:pt x="163395" y="290444"/>
                </a:lnTo>
                <a:lnTo>
                  <a:pt x="192311" y="255925"/>
                </a:lnTo>
                <a:lnTo>
                  <a:pt x="223184" y="223184"/>
                </a:lnTo>
                <a:lnTo>
                  <a:pt x="255924" y="192311"/>
                </a:lnTo>
                <a:lnTo>
                  <a:pt x="290443" y="163395"/>
                </a:lnTo>
                <a:lnTo>
                  <a:pt x="326651" y="136525"/>
                </a:lnTo>
                <a:lnTo>
                  <a:pt x="364459" y="111790"/>
                </a:lnTo>
                <a:lnTo>
                  <a:pt x="403777" y="89280"/>
                </a:lnTo>
                <a:lnTo>
                  <a:pt x="444517" y="69084"/>
                </a:lnTo>
                <a:lnTo>
                  <a:pt x="486588" y="51291"/>
                </a:lnTo>
                <a:lnTo>
                  <a:pt x="529903" y="35991"/>
                </a:lnTo>
                <a:lnTo>
                  <a:pt x="574371" y="23272"/>
                </a:lnTo>
                <a:lnTo>
                  <a:pt x="619904" y="13224"/>
                </a:lnTo>
                <a:lnTo>
                  <a:pt x="666411" y="5937"/>
                </a:lnTo>
                <a:lnTo>
                  <a:pt x="713804" y="1499"/>
                </a:lnTo>
                <a:lnTo>
                  <a:pt x="761994" y="0"/>
                </a:lnTo>
                <a:lnTo>
                  <a:pt x="8382305" y="0"/>
                </a:lnTo>
                <a:lnTo>
                  <a:pt x="8430494" y="1498"/>
                </a:lnTo>
                <a:lnTo>
                  <a:pt x="8477887" y="5936"/>
                </a:lnTo>
                <a:lnTo>
                  <a:pt x="8524394" y="13223"/>
                </a:lnTo>
                <a:lnTo>
                  <a:pt x="8569926" y="23270"/>
                </a:lnTo>
                <a:lnTo>
                  <a:pt x="8614394" y="35988"/>
                </a:lnTo>
                <a:lnTo>
                  <a:pt x="8657709" y="51288"/>
                </a:lnTo>
                <a:lnTo>
                  <a:pt x="8699781" y="69080"/>
                </a:lnTo>
                <a:lnTo>
                  <a:pt x="8740521" y="89276"/>
                </a:lnTo>
                <a:lnTo>
                  <a:pt x="8779840" y="111786"/>
                </a:lnTo>
                <a:lnTo>
                  <a:pt x="8817648" y="136520"/>
                </a:lnTo>
                <a:lnTo>
                  <a:pt x="8853857" y="163389"/>
                </a:lnTo>
                <a:lnTo>
                  <a:pt x="8888376" y="192305"/>
                </a:lnTo>
                <a:lnTo>
                  <a:pt x="8921117" y="223178"/>
                </a:lnTo>
                <a:lnTo>
                  <a:pt x="8951991" y="255918"/>
                </a:lnTo>
                <a:lnTo>
                  <a:pt x="8980908" y="290437"/>
                </a:lnTo>
                <a:lnTo>
                  <a:pt x="9007779" y="326645"/>
                </a:lnTo>
                <a:lnTo>
                  <a:pt x="9032514" y="364453"/>
                </a:lnTo>
                <a:lnTo>
                  <a:pt x="9055025" y="403772"/>
                </a:lnTo>
                <a:lnTo>
                  <a:pt x="9075222" y="444512"/>
                </a:lnTo>
                <a:lnTo>
                  <a:pt x="9093016" y="486584"/>
                </a:lnTo>
                <a:lnTo>
                  <a:pt x="9108317" y="529900"/>
                </a:lnTo>
                <a:lnTo>
                  <a:pt x="9121036" y="574368"/>
                </a:lnTo>
                <a:lnTo>
                  <a:pt x="9131085" y="619901"/>
                </a:lnTo>
                <a:lnTo>
                  <a:pt x="9138373" y="666410"/>
                </a:lnTo>
                <a:lnTo>
                  <a:pt x="9142811" y="713804"/>
                </a:lnTo>
                <a:lnTo>
                  <a:pt x="9143984" y="752006"/>
                </a:lnTo>
              </a:path>
            </a:pathLst>
          </a:custGeom>
          <a:ln w="57150">
            <a:solidFill>
              <a:srgbClr val="BA9977"/>
            </a:solidFill>
          </a:ln>
        </p:spPr>
        <p:txBody>
          <a:bodyPr wrap="square" lIns="0" tIns="0" rIns="0" bIns="0" rtlCol="0"/>
          <a:lstStyle/>
          <a:p>
            <a:endParaRPr/>
          </a:p>
        </p:txBody>
      </p:sp>
      <p:sp>
        <p:nvSpPr>
          <p:cNvPr id="14" name="object 14"/>
          <p:cNvSpPr/>
          <p:nvPr/>
        </p:nvSpPr>
        <p:spPr>
          <a:xfrm>
            <a:off x="310859" y="2773874"/>
            <a:ext cx="11048365" cy="2179955"/>
          </a:xfrm>
          <a:custGeom>
            <a:avLst/>
            <a:gdLst/>
            <a:ahLst/>
            <a:cxnLst/>
            <a:rect l="l" t="t" r="r" b="b"/>
            <a:pathLst>
              <a:path w="11048365" h="2179954">
                <a:moveTo>
                  <a:pt x="761995" y="0"/>
                </a:moveTo>
                <a:lnTo>
                  <a:pt x="10286238" y="0"/>
                </a:lnTo>
                <a:lnTo>
                  <a:pt x="10334426" y="1495"/>
                </a:lnTo>
                <a:lnTo>
                  <a:pt x="10381817" y="5930"/>
                </a:lnTo>
                <a:lnTo>
                  <a:pt x="10428324" y="13215"/>
                </a:lnTo>
                <a:lnTo>
                  <a:pt x="10473857" y="23260"/>
                </a:lnTo>
                <a:lnTo>
                  <a:pt x="10518326" y="35976"/>
                </a:lnTo>
                <a:lnTo>
                  <a:pt x="10561642" y="51275"/>
                </a:lnTo>
                <a:lnTo>
                  <a:pt x="10603715" y="69066"/>
                </a:lnTo>
                <a:lnTo>
                  <a:pt x="10644457" y="89261"/>
                </a:lnTo>
                <a:lnTo>
                  <a:pt x="10683777" y="111770"/>
                </a:lnTo>
                <a:lnTo>
                  <a:pt x="10721587" y="136505"/>
                </a:lnTo>
                <a:lnTo>
                  <a:pt x="10757798" y="163375"/>
                </a:lnTo>
                <a:lnTo>
                  <a:pt x="10792319" y="192292"/>
                </a:lnTo>
                <a:lnTo>
                  <a:pt x="10825061" y="223166"/>
                </a:lnTo>
                <a:lnTo>
                  <a:pt x="10855935" y="255909"/>
                </a:lnTo>
                <a:lnTo>
                  <a:pt x="10884853" y="290429"/>
                </a:lnTo>
                <a:lnTo>
                  <a:pt x="10911723" y="326639"/>
                </a:lnTo>
                <a:lnTo>
                  <a:pt x="10936459" y="364449"/>
                </a:lnTo>
                <a:lnTo>
                  <a:pt x="10958969" y="403769"/>
                </a:lnTo>
                <a:lnTo>
                  <a:pt x="10979164" y="444511"/>
                </a:lnTo>
                <a:lnTo>
                  <a:pt x="10996957" y="486584"/>
                </a:lnTo>
                <a:lnTo>
                  <a:pt x="11012257" y="529900"/>
                </a:lnTo>
                <a:lnTo>
                  <a:pt x="11024974" y="574370"/>
                </a:lnTo>
                <a:lnTo>
                  <a:pt x="11035021" y="619903"/>
                </a:lnTo>
                <a:lnTo>
                  <a:pt x="11042308" y="666411"/>
                </a:lnTo>
                <a:lnTo>
                  <a:pt x="11046745" y="713805"/>
                </a:lnTo>
                <a:lnTo>
                  <a:pt x="11048244" y="761995"/>
                </a:lnTo>
                <a:lnTo>
                  <a:pt x="11048244" y="1417891"/>
                </a:lnTo>
                <a:lnTo>
                  <a:pt x="11046744" y="1466081"/>
                </a:lnTo>
                <a:lnTo>
                  <a:pt x="11042307" y="1513474"/>
                </a:lnTo>
                <a:lnTo>
                  <a:pt x="11035019" y="1559982"/>
                </a:lnTo>
                <a:lnTo>
                  <a:pt x="11024972" y="1605515"/>
                </a:lnTo>
                <a:lnTo>
                  <a:pt x="11012254" y="1649983"/>
                </a:lnTo>
                <a:lnTo>
                  <a:pt x="10996954" y="1693299"/>
                </a:lnTo>
                <a:lnTo>
                  <a:pt x="10979161" y="1735372"/>
                </a:lnTo>
                <a:lnTo>
                  <a:pt x="10958965" y="1776113"/>
                </a:lnTo>
                <a:lnTo>
                  <a:pt x="10936455" y="1815433"/>
                </a:lnTo>
                <a:lnTo>
                  <a:pt x="10911720" y="1853242"/>
                </a:lnTo>
                <a:lnTo>
                  <a:pt x="10884850" y="1889452"/>
                </a:lnTo>
                <a:lnTo>
                  <a:pt x="10855932" y="1923973"/>
                </a:lnTo>
                <a:lnTo>
                  <a:pt x="10825058" y="1956715"/>
                </a:lnTo>
                <a:lnTo>
                  <a:pt x="10792316" y="1987589"/>
                </a:lnTo>
                <a:lnTo>
                  <a:pt x="10757795" y="2016506"/>
                </a:lnTo>
                <a:lnTo>
                  <a:pt x="10721586" y="2043376"/>
                </a:lnTo>
                <a:lnTo>
                  <a:pt x="10683776" y="2068111"/>
                </a:lnTo>
                <a:lnTo>
                  <a:pt x="10644456" y="2090621"/>
                </a:lnTo>
                <a:lnTo>
                  <a:pt x="10603714" y="2110816"/>
                </a:lnTo>
                <a:lnTo>
                  <a:pt x="10561641" y="2128607"/>
                </a:lnTo>
                <a:lnTo>
                  <a:pt x="10518325" y="2143906"/>
                </a:lnTo>
                <a:lnTo>
                  <a:pt x="10473856" y="2156623"/>
                </a:lnTo>
                <a:lnTo>
                  <a:pt x="10428324" y="2166668"/>
                </a:lnTo>
                <a:lnTo>
                  <a:pt x="10381817" y="2173953"/>
                </a:lnTo>
                <a:lnTo>
                  <a:pt x="10334425" y="2178389"/>
                </a:lnTo>
                <a:lnTo>
                  <a:pt x="10286238" y="2179886"/>
                </a:lnTo>
                <a:lnTo>
                  <a:pt x="761995" y="2179887"/>
                </a:lnTo>
                <a:lnTo>
                  <a:pt x="713805" y="2178387"/>
                </a:lnTo>
                <a:lnTo>
                  <a:pt x="666411" y="2173949"/>
                </a:lnTo>
                <a:lnTo>
                  <a:pt x="619903" y="2166662"/>
                </a:lnTo>
                <a:lnTo>
                  <a:pt x="574371" y="2156614"/>
                </a:lnTo>
                <a:lnTo>
                  <a:pt x="529902" y="2143895"/>
                </a:lnTo>
                <a:lnTo>
                  <a:pt x="486587" y="2128594"/>
                </a:lnTo>
                <a:lnTo>
                  <a:pt x="444515" y="2110801"/>
                </a:lnTo>
                <a:lnTo>
                  <a:pt x="403776" y="2090605"/>
                </a:lnTo>
                <a:lnTo>
                  <a:pt x="364457" y="2068095"/>
                </a:lnTo>
                <a:lnTo>
                  <a:pt x="326649" y="2043360"/>
                </a:lnTo>
                <a:lnTo>
                  <a:pt x="290441" y="2016489"/>
                </a:lnTo>
                <a:lnTo>
                  <a:pt x="255922" y="1987573"/>
                </a:lnTo>
                <a:lnTo>
                  <a:pt x="223182" y="1956700"/>
                </a:lnTo>
                <a:lnTo>
                  <a:pt x="192309" y="1923959"/>
                </a:lnTo>
                <a:lnTo>
                  <a:pt x="163393" y="1889440"/>
                </a:lnTo>
                <a:lnTo>
                  <a:pt x="136524" y="1853232"/>
                </a:lnTo>
                <a:lnTo>
                  <a:pt x="111789" y="1815424"/>
                </a:lnTo>
                <a:lnTo>
                  <a:pt x="89280" y="1776106"/>
                </a:lnTo>
                <a:lnTo>
                  <a:pt x="69084" y="1735366"/>
                </a:lnTo>
                <a:lnTo>
                  <a:pt x="51291" y="1693294"/>
                </a:lnTo>
                <a:lnTo>
                  <a:pt x="35991" y="1649980"/>
                </a:lnTo>
                <a:lnTo>
                  <a:pt x="23272" y="1605512"/>
                </a:lnTo>
                <a:lnTo>
                  <a:pt x="13225" y="1559980"/>
                </a:lnTo>
                <a:lnTo>
                  <a:pt x="5937" y="1513473"/>
                </a:lnTo>
                <a:lnTo>
                  <a:pt x="1499" y="1466080"/>
                </a:lnTo>
                <a:lnTo>
                  <a:pt x="0" y="1417891"/>
                </a:lnTo>
                <a:lnTo>
                  <a:pt x="0" y="761995"/>
                </a:lnTo>
                <a:lnTo>
                  <a:pt x="1498" y="713805"/>
                </a:lnTo>
                <a:lnTo>
                  <a:pt x="5936" y="666412"/>
                </a:lnTo>
                <a:lnTo>
                  <a:pt x="13223" y="619904"/>
                </a:lnTo>
                <a:lnTo>
                  <a:pt x="23270" y="574371"/>
                </a:lnTo>
                <a:lnTo>
                  <a:pt x="35988" y="529903"/>
                </a:lnTo>
                <a:lnTo>
                  <a:pt x="51288" y="486588"/>
                </a:lnTo>
                <a:lnTo>
                  <a:pt x="69081" y="444516"/>
                </a:lnTo>
                <a:lnTo>
                  <a:pt x="89277" y="403776"/>
                </a:lnTo>
                <a:lnTo>
                  <a:pt x="111787" y="364457"/>
                </a:lnTo>
                <a:lnTo>
                  <a:pt x="136522" y="326649"/>
                </a:lnTo>
                <a:lnTo>
                  <a:pt x="163392" y="290441"/>
                </a:lnTo>
                <a:lnTo>
                  <a:pt x="192308" y="255922"/>
                </a:lnTo>
                <a:lnTo>
                  <a:pt x="223181" y="223181"/>
                </a:lnTo>
                <a:lnTo>
                  <a:pt x="255922" y="192308"/>
                </a:lnTo>
                <a:lnTo>
                  <a:pt x="290441" y="163392"/>
                </a:lnTo>
                <a:lnTo>
                  <a:pt x="326650" y="136522"/>
                </a:lnTo>
                <a:lnTo>
                  <a:pt x="364458" y="111788"/>
                </a:lnTo>
                <a:lnTo>
                  <a:pt x="403776" y="89278"/>
                </a:lnTo>
                <a:lnTo>
                  <a:pt x="444516" y="69082"/>
                </a:lnTo>
                <a:lnTo>
                  <a:pt x="486589" y="51289"/>
                </a:lnTo>
                <a:lnTo>
                  <a:pt x="529903" y="35989"/>
                </a:lnTo>
                <a:lnTo>
                  <a:pt x="574372" y="23271"/>
                </a:lnTo>
                <a:lnTo>
                  <a:pt x="619904" y="13224"/>
                </a:lnTo>
                <a:lnTo>
                  <a:pt x="666412" y="5936"/>
                </a:lnTo>
                <a:lnTo>
                  <a:pt x="713805" y="1499"/>
                </a:lnTo>
                <a:lnTo>
                  <a:pt x="761995" y="0"/>
                </a:lnTo>
              </a:path>
            </a:pathLst>
          </a:custGeom>
          <a:ln w="57150">
            <a:solidFill>
              <a:srgbClr val="BA9977"/>
            </a:solidFill>
          </a:ln>
        </p:spPr>
        <p:txBody>
          <a:bodyPr wrap="square" lIns="0" tIns="0" rIns="0" bIns="0" rtlCol="0"/>
          <a:lstStyle/>
          <a:p>
            <a:endParaRPr/>
          </a:p>
        </p:txBody>
      </p:sp>
      <p:sp>
        <p:nvSpPr>
          <p:cNvPr id="24" name="Rectangle 7">
            <a:extLst>
              <a:ext uri="{FF2B5EF4-FFF2-40B4-BE49-F238E27FC236}">
                <a16:creationId xmlns:a16="http://schemas.microsoft.com/office/drawing/2014/main" id="{1F384FE0-B647-4344-A482-4E60682D7F84}"/>
              </a:ext>
            </a:extLst>
          </p:cNvPr>
          <p:cNvSpPr>
            <a:spLocks noChangeArrowheads="1"/>
          </p:cNvSpPr>
          <p:nvPr/>
        </p:nvSpPr>
        <p:spPr bwMode="auto">
          <a:xfrm>
            <a:off x="3085301" y="6210300"/>
            <a:ext cx="6287299"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3200" dirty="0">
                <a:solidFill>
                  <a:schemeClr val="accent2">
                    <a:lumMod val="50000"/>
                  </a:schemeClr>
                </a:solidFill>
              </a:rPr>
              <a:t>Each pizza generates an average</a:t>
            </a:r>
          </a:p>
          <a:p>
            <a:pPr marL="0" marR="0" lvl="0" indent="0" algn="l" defTabSz="914400" rtl="0" eaLnBrk="0" fontAlgn="base" latinLnBrk="0" hangingPunct="0">
              <a:lnSpc>
                <a:spcPct val="100000"/>
              </a:lnSpc>
              <a:spcBef>
                <a:spcPct val="0"/>
              </a:spcBef>
              <a:spcAft>
                <a:spcPct val="0"/>
              </a:spcAft>
              <a:buClrTx/>
              <a:buSzTx/>
              <a:buFontTx/>
              <a:buNone/>
              <a:tabLst/>
            </a:pPr>
            <a:r>
              <a:rPr lang="en-US" sz="3200" dirty="0">
                <a:solidFill>
                  <a:schemeClr val="accent2">
                    <a:lumMod val="50000"/>
                  </a:schemeClr>
                </a:solidFill>
              </a:rPr>
              <a:t>revenue of ₹16.50</a:t>
            </a:r>
            <a:r>
              <a:rPr lang="en-US" sz="3200" dirty="0"/>
              <a:t>.</a:t>
            </a:r>
            <a:endParaRPr kumimoji="0" lang="en-US" altLang="en-US" sz="3200" i="0" u="none" strike="noStrike" cap="none" normalizeH="0" baseline="0" dirty="0">
              <a:ln>
                <a:noFill/>
              </a:ln>
              <a:solidFill>
                <a:schemeClr val="accent2">
                  <a:lumMod val="50000"/>
                </a:schemeClr>
              </a:solidFill>
              <a:effectLst/>
              <a:latin typeface="Arial" panose="020B0604020202020204" pitchFamily="34" charset="0"/>
            </a:endParaRPr>
          </a:p>
        </p:txBody>
      </p:sp>
      <p:pic>
        <p:nvPicPr>
          <p:cNvPr id="19" name="Picture 18">
            <a:extLst>
              <a:ext uri="{FF2B5EF4-FFF2-40B4-BE49-F238E27FC236}">
                <a16:creationId xmlns:a16="http://schemas.microsoft.com/office/drawing/2014/main" id="{FBA8BF65-623E-4BD5-AC99-79876CB84BB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1356" y="3025331"/>
            <a:ext cx="10363200" cy="1660969"/>
          </a:xfrm>
          <a:prstGeom prst="rect">
            <a:avLst/>
          </a:prstGeom>
        </p:spPr>
      </p:pic>
      <p:pic>
        <p:nvPicPr>
          <p:cNvPr id="21" name="Picture 20">
            <a:extLst>
              <a:ext uri="{FF2B5EF4-FFF2-40B4-BE49-F238E27FC236}">
                <a16:creationId xmlns:a16="http://schemas.microsoft.com/office/drawing/2014/main" id="{B0D7B2AA-AE42-4615-B409-411C142BB4A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068178" y="5659641"/>
            <a:ext cx="4629022" cy="2684259"/>
          </a:xfrm>
          <a:prstGeom prst="rect">
            <a:avLst/>
          </a:prstGeom>
        </p:spPr>
      </p:pic>
    </p:spTree>
    <p:extLst>
      <p:ext uri="{BB962C8B-B14F-4D97-AF65-F5344CB8AC3E}">
        <p14:creationId xmlns:p14="http://schemas.microsoft.com/office/powerpoint/2010/main" val="1250294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8" y="93"/>
            <a:ext cx="2569889" cy="2083451"/>
          </a:xfrm>
          <a:prstGeom prst="rect">
            <a:avLst/>
          </a:prstGeom>
        </p:spPr>
      </p:pic>
      <p:pic>
        <p:nvPicPr>
          <p:cNvPr id="3" name="object 3"/>
          <p:cNvPicPr/>
          <p:nvPr/>
        </p:nvPicPr>
        <p:blipFill>
          <a:blip r:embed="rId3" cstate="print"/>
          <a:stretch>
            <a:fillRect/>
          </a:stretch>
        </p:blipFill>
        <p:spPr>
          <a:xfrm>
            <a:off x="15974353" y="641190"/>
            <a:ext cx="2313645" cy="3131389"/>
          </a:xfrm>
          <a:prstGeom prst="rect">
            <a:avLst/>
          </a:prstGeom>
        </p:spPr>
      </p:pic>
      <p:pic>
        <p:nvPicPr>
          <p:cNvPr id="4" name="object 4"/>
          <p:cNvPicPr/>
          <p:nvPr/>
        </p:nvPicPr>
        <p:blipFill>
          <a:blip r:embed="rId4" cstate="print"/>
          <a:stretch>
            <a:fillRect/>
          </a:stretch>
        </p:blipFill>
        <p:spPr>
          <a:xfrm>
            <a:off x="0" y="8271392"/>
            <a:ext cx="3010139" cy="2006600"/>
          </a:xfrm>
          <a:prstGeom prst="rect">
            <a:avLst/>
          </a:prstGeom>
        </p:spPr>
      </p:pic>
      <p:pic>
        <p:nvPicPr>
          <p:cNvPr id="5" name="object 5"/>
          <p:cNvPicPr/>
          <p:nvPr/>
        </p:nvPicPr>
        <p:blipFill>
          <a:blip r:embed="rId5" cstate="print"/>
          <a:stretch>
            <a:fillRect/>
          </a:stretch>
        </p:blipFill>
        <p:spPr>
          <a:xfrm>
            <a:off x="15547739" y="8833143"/>
            <a:ext cx="2740211" cy="1453505"/>
          </a:xfrm>
          <a:prstGeom prst="rect">
            <a:avLst/>
          </a:prstGeom>
        </p:spPr>
      </p:pic>
      <p:sp>
        <p:nvSpPr>
          <p:cNvPr id="6" name="object 6"/>
          <p:cNvSpPr/>
          <p:nvPr/>
        </p:nvSpPr>
        <p:spPr>
          <a:xfrm>
            <a:off x="4096661" y="439679"/>
            <a:ext cx="10765155" cy="1739900"/>
          </a:xfrm>
          <a:custGeom>
            <a:avLst/>
            <a:gdLst/>
            <a:ahLst/>
            <a:cxnLst/>
            <a:rect l="l" t="t" r="r" b="b"/>
            <a:pathLst>
              <a:path w="10765155" h="1739900">
                <a:moveTo>
                  <a:pt x="10567021" y="1739800"/>
                </a:moveTo>
                <a:lnTo>
                  <a:pt x="200025" y="1739800"/>
                </a:lnTo>
                <a:lnTo>
                  <a:pt x="154161" y="1734518"/>
                </a:lnTo>
                <a:lnTo>
                  <a:pt x="112059" y="1719470"/>
                </a:lnTo>
                <a:lnTo>
                  <a:pt x="74919" y="1695857"/>
                </a:lnTo>
                <a:lnTo>
                  <a:pt x="43943" y="1664881"/>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5" y="0"/>
                </a:lnTo>
                <a:lnTo>
                  <a:pt x="10567021" y="0"/>
                </a:lnTo>
                <a:lnTo>
                  <a:pt x="10612881" y="5282"/>
                </a:lnTo>
                <a:lnTo>
                  <a:pt x="10654979" y="20330"/>
                </a:lnTo>
                <a:lnTo>
                  <a:pt x="10692116" y="43943"/>
                </a:lnTo>
                <a:lnTo>
                  <a:pt x="10723090" y="74919"/>
                </a:lnTo>
                <a:lnTo>
                  <a:pt x="10746701" y="112059"/>
                </a:lnTo>
                <a:lnTo>
                  <a:pt x="10761749" y="154161"/>
                </a:lnTo>
                <a:lnTo>
                  <a:pt x="10765014" y="182514"/>
                </a:lnTo>
                <a:lnTo>
                  <a:pt x="10765014" y="1557286"/>
                </a:lnTo>
                <a:lnTo>
                  <a:pt x="10746701" y="1627741"/>
                </a:lnTo>
                <a:lnTo>
                  <a:pt x="10723090" y="1664881"/>
                </a:lnTo>
                <a:lnTo>
                  <a:pt x="10692116" y="1695857"/>
                </a:lnTo>
                <a:lnTo>
                  <a:pt x="10654979" y="1719470"/>
                </a:lnTo>
                <a:lnTo>
                  <a:pt x="10612881" y="1734518"/>
                </a:lnTo>
                <a:lnTo>
                  <a:pt x="10567021" y="1739800"/>
                </a:lnTo>
                <a:close/>
              </a:path>
            </a:pathLst>
          </a:custGeom>
          <a:solidFill>
            <a:srgbClr val="DABD9D">
              <a:alpha val="78999"/>
            </a:srgbClr>
          </a:solidFill>
        </p:spPr>
        <p:txBody>
          <a:bodyPr wrap="square" lIns="0" tIns="0" rIns="0" bIns="0" rtlCol="0"/>
          <a:lstStyle/>
          <a:p>
            <a:endParaRPr/>
          </a:p>
        </p:txBody>
      </p:sp>
      <p:sp>
        <p:nvSpPr>
          <p:cNvPr id="10" name="object 10"/>
          <p:cNvSpPr/>
          <p:nvPr/>
        </p:nvSpPr>
        <p:spPr>
          <a:xfrm>
            <a:off x="10439400" y="5778382"/>
            <a:ext cx="6367780" cy="3496310"/>
          </a:xfrm>
          <a:custGeom>
            <a:avLst/>
            <a:gdLst/>
            <a:ahLst/>
            <a:cxnLst/>
            <a:rect l="l" t="t" r="r" b="b"/>
            <a:pathLst>
              <a:path w="6367780" h="3496309">
                <a:moveTo>
                  <a:pt x="691772" y="3495685"/>
                </a:moveTo>
                <a:lnTo>
                  <a:pt x="619957" y="3486034"/>
                </a:lnTo>
                <a:lnTo>
                  <a:pt x="574424" y="3475986"/>
                </a:lnTo>
                <a:lnTo>
                  <a:pt x="529956" y="3463266"/>
                </a:lnTo>
                <a:lnTo>
                  <a:pt x="486641" y="3447965"/>
                </a:lnTo>
                <a:lnTo>
                  <a:pt x="444570" y="3430172"/>
                </a:lnTo>
                <a:lnTo>
                  <a:pt x="403830" y="3409975"/>
                </a:lnTo>
                <a:lnTo>
                  <a:pt x="364512" y="3387464"/>
                </a:lnTo>
                <a:lnTo>
                  <a:pt x="326705" y="3362728"/>
                </a:lnTo>
                <a:lnTo>
                  <a:pt x="290498" y="3335857"/>
                </a:lnTo>
                <a:lnTo>
                  <a:pt x="255979" y="3306941"/>
                </a:lnTo>
                <a:lnTo>
                  <a:pt x="223239" y="3276067"/>
                </a:lnTo>
                <a:lnTo>
                  <a:pt x="192367" y="3243326"/>
                </a:lnTo>
                <a:lnTo>
                  <a:pt x="163452" y="3208806"/>
                </a:lnTo>
                <a:lnTo>
                  <a:pt x="136582" y="3172598"/>
                </a:lnTo>
                <a:lnTo>
                  <a:pt x="111848" y="3134790"/>
                </a:lnTo>
                <a:lnTo>
                  <a:pt x="89339" y="3095472"/>
                </a:lnTo>
                <a:lnTo>
                  <a:pt x="69143" y="3054732"/>
                </a:lnTo>
                <a:lnTo>
                  <a:pt x="51351" y="3012660"/>
                </a:lnTo>
                <a:lnTo>
                  <a:pt x="36051" y="2969346"/>
                </a:lnTo>
                <a:lnTo>
                  <a:pt x="23332" y="2924878"/>
                </a:lnTo>
                <a:lnTo>
                  <a:pt x="13285" y="2879346"/>
                </a:lnTo>
                <a:lnTo>
                  <a:pt x="5998" y="2832839"/>
                </a:lnTo>
                <a:lnTo>
                  <a:pt x="1560" y="2785446"/>
                </a:lnTo>
                <a:lnTo>
                  <a:pt x="0" y="2737257"/>
                </a:lnTo>
                <a:lnTo>
                  <a:pt x="0" y="761986"/>
                </a:lnTo>
                <a:lnTo>
                  <a:pt x="1561" y="713799"/>
                </a:lnTo>
                <a:lnTo>
                  <a:pt x="5999" y="666406"/>
                </a:lnTo>
                <a:lnTo>
                  <a:pt x="13287" y="619899"/>
                </a:lnTo>
                <a:lnTo>
                  <a:pt x="23335" y="574368"/>
                </a:lnTo>
                <a:lnTo>
                  <a:pt x="36054" y="529900"/>
                </a:lnTo>
                <a:lnTo>
                  <a:pt x="51355" y="486586"/>
                </a:lnTo>
                <a:lnTo>
                  <a:pt x="69148" y="444515"/>
                </a:lnTo>
                <a:lnTo>
                  <a:pt x="89344" y="403776"/>
                </a:lnTo>
                <a:lnTo>
                  <a:pt x="111853" y="364458"/>
                </a:lnTo>
                <a:lnTo>
                  <a:pt x="136587" y="326651"/>
                </a:lnTo>
                <a:lnTo>
                  <a:pt x="163457" y="290443"/>
                </a:lnTo>
                <a:lnTo>
                  <a:pt x="192372" y="255925"/>
                </a:lnTo>
                <a:lnTo>
                  <a:pt x="223245" y="223184"/>
                </a:lnTo>
                <a:lnTo>
                  <a:pt x="255984" y="192311"/>
                </a:lnTo>
                <a:lnTo>
                  <a:pt x="290503" y="163395"/>
                </a:lnTo>
                <a:lnTo>
                  <a:pt x="326710" y="136525"/>
                </a:lnTo>
                <a:lnTo>
                  <a:pt x="364517" y="111790"/>
                </a:lnTo>
                <a:lnTo>
                  <a:pt x="403835" y="89280"/>
                </a:lnTo>
                <a:lnTo>
                  <a:pt x="444574" y="69083"/>
                </a:lnTo>
                <a:lnTo>
                  <a:pt x="486645" y="51290"/>
                </a:lnTo>
                <a:lnTo>
                  <a:pt x="529959" y="35989"/>
                </a:lnTo>
                <a:lnTo>
                  <a:pt x="574427" y="23271"/>
                </a:lnTo>
                <a:lnTo>
                  <a:pt x="619959" y="13223"/>
                </a:lnTo>
                <a:lnTo>
                  <a:pt x="666466" y="5936"/>
                </a:lnTo>
                <a:lnTo>
                  <a:pt x="713859" y="1499"/>
                </a:lnTo>
                <a:lnTo>
                  <a:pt x="762048" y="0"/>
                </a:lnTo>
                <a:lnTo>
                  <a:pt x="5605733" y="0"/>
                </a:lnTo>
                <a:lnTo>
                  <a:pt x="5653922" y="1500"/>
                </a:lnTo>
                <a:lnTo>
                  <a:pt x="5701315" y="5938"/>
                </a:lnTo>
                <a:lnTo>
                  <a:pt x="5747822" y="13225"/>
                </a:lnTo>
                <a:lnTo>
                  <a:pt x="5793354" y="23273"/>
                </a:lnTo>
                <a:lnTo>
                  <a:pt x="5837822" y="35992"/>
                </a:lnTo>
                <a:lnTo>
                  <a:pt x="5881136" y="51292"/>
                </a:lnTo>
                <a:lnTo>
                  <a:pt x="5923207" y="69085"/>
                </a:lnTo>
                <a:lnTo>
                  <a:pt x="5963947" y="89281"/>
                </a:lnTo>
                <a:lnTo>
                  <a:pt x="6003265" y="111790"/>
                </a:lnTo>
                <a:lnTo>
                  <a:pt x="6041072" y="136525"/>
                </a:lnTo>
                <a:lnTo>
                  <a:pt x="6077280" y="163394"/>
                </a:lnTo>
                <a:lnTo>
                  <a:pt x="6111799" y="192310"/>
                </a:lnTo>
                <a:lnTo>
                  <a:pt x="6144539" y="223183"/>
                </a:lnTo>
                <a:lnTo>
                  <a:pt x="6175412" y="255923"/>
                </a:lnTo>
                <a:lnTo>
                  <a:pt x="6204329" y="290441"/>
                </a:lnTo>
                <a:lnTo>
                  <a:pt x="6231199" y="326649"/>
                </a:lnTo>
                <a:lnTo>
                  <a:pt x="6255934" y="364456"/>
                </a:lnTo>
                <a:lnTo>
                  <a:pt x="6278444" y="403774"/>
                </a:lnTo>
                <a:lnTo>
                  <a:pt x="6298640" y="444513"/>
                </a:lnTo>
                <a:lnTo>
                  <a:pt x="6316434" y="486584"/>
                </a:lnTo>
                <a:lnTo>
                  <a:pt x="6331735" y="529898"/>
                </a:lnTo>
                <a:lnTo>
                  <a:pt x="6344454" y="574366"/>
                </a:lnTo>
                <a:lnTo>
                  <a:pt x="6354502" y="619898"/>
                </a:lnTo>
                <a:lnTo>
                  <a:pt x="6361791" y="666405"/>
                </a:lnTo>
                <a:lnTo>
                  <a:pt x="6366229" y="713798"/>
                </a:lnTo>
                <a:lnTo>
                  <a:pt x="6367729" y="761988"/>
                </a:lnTo>
                <a:lnTo>
                  <a:pt x="6367729" y="2737257"/>
                </a:lnTo>
                <a:lnTo>
                  <a:pt x="6366230" y="2785446"/>
                </a:lnTo>
                <a:lnTo>
                  <a:pt x="6361792" y="2832840"/>
                </a:lnTo>
                <a:lnTo>
                  <a:pt x="6354504" y="2879347"/>
                </a:lnTo>
                <a:lnTo>
                  <a:pt x="6344456" y="2924879"/>
                </a:lnTo>
                <a:lnTo>
                  <a:pt x="6331738" y="2969347"/>
                </a:lnTo>
                <a:lnTo>
                  <a:pt x="6316437" y="3012662"/>
                </a:lnTo>
                <a:lnTo>
                  <a:pt x="6298644" y="3054734"/>
                </a:lnTo>
                <a:lnTo>
                  <a:pt x="6278448" y="3095474"/>
                </a:lnTo>
                <a:lnTo>
                  <a:pt x="6255938" y="3134792"/>
                </a:lnTo>
                <a:lnTo>
                  <a:pt x="6231204" y="3172600"/>
                </a:lnTo>
                <a:lnTo>
                  <a:pt x="6204334" y="3208809"/>
                </a:lnTo>
                <a:lnTo>
                  <a:pt x="6175418" y="3243328"/>
                </a:lnTo>
                <a:lnTo>
                  <a:pt x="6144545" y="3276069"/>
                </a:lnTo>
                <a:lnTo>
                  <a:pt x="6111804" y="3306942"/>
                </a:lnTo>
                <a:lnTo>
                  <a:pt x="6077285" y="3335858"/>
                </a:lnTo>
                <a:lnTo>
                  <a:pt x="6041077" y="3362729"/>
                </a:lnTo>
                <a:lnTo>
                  <a:pt x="6003269" y="3387464"/>
                </a:lnTo>
                <a:lnTo>
                  <a:pt x="5963951" y="3409974"/>
                </a:lnTo>
                <a:lnTo>
                  <a:pt x="5923211" y="3430170"/>
                </a:lnTo>
                <a:lnTo>
                  <a:pt x="5881139" y="3447963"/>
                </a:lnTo>
                <a:lnTo>
                  <a:pt x="5837824" y="3463264"/>
                </a:lnTo>
                <a:lnTo>
                  <a:pt x="5793356" y="3475983"/>
                </a:lnTo>
                <a:lnTo>
                  <a:pt x="5747823" y="3486031"/>
                </a:lnTo>
                <a:lnTo>
                  <a:pt x="5701316" y="3493319"/>
                </a:lnTo>
                <a:lnTo>
                  <a:pt x="5675991" y="3495681"/>
                </a:lnTo>
              </a:path>
            </a:pathLst>
          </a:custGeom>
          <a:ln w="57149">
            <a:solidFill>
              <a:srgbClr val="BA9977"/>
            </a:solidFill>
          </a:ln>
        </p:spPr>
        <p:txBody>
          <a:bodyPr wrap="square" lIns="0" tIns="0" rIns="0" bIns="0" rtlCol="0"/>
          <a:lstStyle/>
          <a:p>
            <a:endParaRPr/>
          </a:p>
        </p:txBody>
      </p:sp>
      <p:sp>
        <p:nvSpPr>
          <p:cNvPr id="11" name="object 11"/>
          <p:cNvSpPr txBox="1">
            <a:spLocks noGrp="1"/>
          </p:cNvSpPr>
          <p:nvPr>
            <p:ph type="title"/>
          </p:nvPr>
        </p:nvSpPr>
        <p:spPr>
          <a:xfrm>
            <a:off x="3336093" y="292901"/>
            <a:ext cx="12385040" cy="1674817"/>
          </a:xfrm>
          <a:prstGeom prst="rect">
            <a:avLst/>
          </a:prstGeom>
        </p:spPr>
        <p:txBody>
          <a:bodyPr vert="horz" wrap="square" lIns="0" tIns="12700" rIns="0" bIns="0" rtlCol="0">
            <a:spAutoFit/>
          </a:bodyPr>
          <a:lstStyle/>
          <a:p>
            <a:pPr marL="1713864" marR="5080" indent="-542290">
              <a:lnSpc>
                <a:spcPct val="115900"/>
              </a:lnSpc>
              <a:spcBef>
                <a:spcPts val="100"/>
              </a:spcBef>
            </a:pPr>
            <a:r>
              <a:rPr sz="4800" spc="685" dirty="0"/>
              <a:t>Q</a:t>
            </a:r>
            <a:r>
              <a:rPr lang="en-US" sz="4800" spc="685" dirty="0"/>
              <a:t>7</a:t>
            </a:r>
            <a:r>
              <a:rPr sz="4800" spc="130" dirty="0"/>
              <a:t> </a:t>
            </a:r>
            <a:r>
              <a:rPr sz="4800" spc="795" dirty="0"/>
              <a:t>-</a:t>
            </a:r>
            <a:r>
              <a:rPr sz="4800" spc="135" dirty="0"/>
              <a:t> </a:t>
            </a:r>
            <a:r>
              <a:rPr lang="en-US" sz="4800" spc="425" dirty="0"/>
              <a:t>How many orders are placed each day?</a:t>
            </a:r>
            <a:endParaRPr sz="4800" dirty="0"/>
          </a:p>
        </p:txBody>
      </p:sp>
      <p:sp>
        <p:nvSpPr>
          <p:cNvPr id="12" name="object 12"/>
          <p:cNvSpPr txBox="1"/>
          <p:nvPr/>
        </p:nvSpPr>
        <p:spPr>
          <a:xfrm>
            <a:off x="724170" y="6151214"/>
            <a:ext cx="7976234" cy="1877437"/>
          </a:xfrm>
          <a:prstGeom prst="rect">
            <a:avLst/>
          </a:prstGeom>
        </p:spPr>
        <p:txBody>
          <a:bodyPr vert="horz" wrap="square" lIns="0" tIns="83820" rIns="0" bIns="0" rtlCol="0">
            <a:spAutoFit/>
          </a:bodyPr>
          <a:lstStyle/>
          <a:p>
            <a:pPr marL="12700">
              <a:lnSpc>
                <a:spcPct val="100000"/>
              </a:lnSpc>
              <a:spcBef>
                <a:spcPts val="660"/>
              </a:spcBef>
            </a:pPr>
            <a:r>
              <a:rPr sz="2750" spc="-25" dirty="0">
                <a:solidFill>
                  <a:srgbClr val="672912"/>
                </a:solidFill>
                <a:latin typeface="Verdana"/>
                <a:cs typeface="Verdana"/>
              </a:rPr>
              <a:t>Insight</a:t>
            </a:r>
            <a:r>
              <a:rPr sz="2750" spc="-45" dirty="0">
                <a:solidFill>
                  <a:srgbClr val="672912"/>
                </a:solidFill>
                <a:latin typeface="Verdana"/>
                <a:cs typeface="Verdana"/>
              </a:rPr>
              <a:t> </a:t>
            </a:r>
            <a:r>
              <a:rPr sz="2750" spc="-575" dirty="0">
                <a:solidFill>
                  <a:srgbClr val="672912"/>
                </a:solidFill>
                <a:latin typeface="Verdana"/>
                <a:cs typeface="Verdana"/>
              </a:rPr>
              <a:t>:</a:t>
            </a:r>
            <a:endParaRPr sz="2750" dirty="0">
              <a:latin typeface="Verdana"/>
              <a:cs typeface="Verdana"/>
            </a:endParaRPr>
          </a:p>
          <a:p>
            <a:pPr marL="12700">
              <a:lnSpc>
                <a:spcPct val="100000"/>
              </a:lnSpc>
              <a:spcBef>
                <a:spcPts val="570"/>
              </a:spcBef>
            </a:pPr>
            <a:r>
              <a:rPr lang="en-US" sz="2800" dirty="0">
                <a:solidFill>
                  <a:schemeClr val="accent2">
                    <a:lumMod val="50000"/>
                  </a:schemeClr>
                </a:solidFill>
              </a:rPr>
              <a:t>Order volume is not consistent day-to-day, highlighting periods of higher and lower customer activity.</a:t>
            </a:r>
            <a:endParaRPr sz="2750" dirty="0">
              <a:solidFill>
                <a:schemeClr val="accent2">
                  <a:lumMod val="50000"/>
                </a:schemeClr>
              </a:solidFill>
              <a:latin typeface="Verdana"/>
              <a:cs typeface="Verdana"/>
            </a:endParaRPr>
          </a:p>
        </p:txBody>
      </p:sp>
      <p:sp>
        <p:nvSpPr>
          <p:cNvPr id="13" name="object 13"/>
          <p:cNvSpPr/>
          <p:nvPr/>
        </p:nvSpPr>
        <p:spPr>
          <a:xfrm>
            <a:off x="269753" y="5742583"/>
            <a:ext cx="8874760" cy="2895600"/>
          </a:xfrm>
          <a:custGeom>
            <a:avLst/>
            <a:gdLst/>
            <a:ahLst/>
            <a:cxnLst/>
            <a:rect l="l" t="t" r="r" b="b"/>
            <a:pathLst>
              <a:path w="8874760" h="2895600">
                <a:moveTo>
                  <a:pt x="680664" y="2895596"/>
                </a:moveTo>
                <a:lnTo>
                  <a:pt x="619901" y="2886977"/>
                </a:lnTo>
                <a:lnTo>
                  <a:pt x="574368" y="2876929"/>
                </a:lnTo>
                <a:lnTo>
                  <a:pt x="529899" y="2864209"/>
                </a:lnTo>
                <a:lnTo>
                  <a:pt x="486584" y="2848908"/>
                </a:lnTo>
                <a:lnTo>
                  <a:pt x="444512" y="2831115"/>
                </a:lnTo>
                <a:lnTo>
                  <a:pt x="403772" y="2810918"/>
                </a:lnTo>
                <a:lnTo>
                  <a:pt x="364454" y="2788408"/>
                </a:lnTo>
                <a:lnTo>
                  <a:pt x="326646" y="2763673"/>
                </a:lnTo>
                <a:lnTo>
                  <a:pt x="290438" y="2736802"/>
                </a:lnTo>
                <a:lnTo>
                  <a:pt x="255919" y="2707885"/>
                </a:lnTo>
                <a:lnTo>
                  <a:pt x="223179" y="2677012"/>
                </a:lnTo>
                <a:lnTo>
                  <a:pt x="192306" y="2644270"/>
                </a:lnTo>
                <a:lnTo>
                  <a:pt x="163390" y="2609751"/>
                </a:lnTo>
                <a:lnTo>
                  <a:pt x="136521" y="2573543"/>
                </a:lnTo>
                <a:lnTo>
                  <a:pt x="111786" y="2535735"/>
                </a:lnTo>
                <a:lnTo>
                  <a:pt x="89277" y="2496416"/>
                </a:lnTo>
                <a:lnTo>
                  <a:pt x="69081" y="2455676"/>
                </a:lnTo>
                <a:lnTo>
                  <a:pt x="51289" y="2413604"/>
                </a:lnTo>
                <a:lnTo>
                  <a:pt x="35989" y="2370290"/>
                </a:lnTo>
                <a:lnTo>
                  <a:pt x="23271" y="2325822"/>
                </a:lnTo>
                <a:lnTo>
                  <a:pt x="13223" y="2280289"/>
                </a:lnTo>
                <a:lnTo>
                  <a:pt x="5936" y="2233782"/>
                </a:lnTo>
                <a:lnTo>
                  <a:pt x="1499" y="2186390"/>
                </a:lnTo>
                <a:lnTo>
                  <a:pt x="0" y="2138200"/>
                </a:lnTo>
                <a:lnTo>
                  <a:pt x="0" y="761994"/>
                </a:lnTo>
                <a:lnTo>
                  <a:pt x="1499" y="713804"/>
                </a:lnTo>
                <a:lnTo>
                  <a:pt x="5937" y="666411"/>
                </a:lnTo>
                <a:lnTo>
                  <a:pt x="13225" y="619904"/>
                </a:lnTo>
                <a:lnTo>
                  <a:pt x="23273" y="574371"/>
                </a:lnTo>
                <a:lnTo>
                  <a:pt x="35992" y="529903"/>
                </a:lnTo>
                <a:lnTo>
                  <a:pt x="51292" y="486589"/>
                </a:lnTo>
                <a:lnTo>
                  <a:pt x="69085" y="444517"/>
                </a:lnTo>
                <a:lnTo>
                  <a:pt x="89281" y="403778"/>
                </a:lnTo>
                <a:lnTo>
                  <a:pt x="111791" y="364459"/>
                </a:lnTo>
                <a:lnTo>
                  <a:pt x="136526" y="326652"/>
                </a:lnTo>
                <a:lnTo>
                  <a:pt x="163395" y="290444"/>
                </a:lnTo>
                <a:lnTo>
                  <a:pt x="192311" y="255925"/>
                </a:lnTo>
                <a:lnTo>
                  <a:pt x="223184" y="223184"/>
                </a:lnTo>
                <a:lnTo>
                  <a:pt x="255924" y="192311"/>
                </a:lnTo>
                <a:lnTo>
                  <a:pt x="290443" y="163395"/>
                </a:lnTo>
                <a:lnTo>
                  <a:pt x="326651" y="136525"/>
                </a:lnTo>
                <a:lnTo>
                  <a:pt x="364459" y="111790"/>
                </a:lnTo>
                <a:lnTo>
                  <a:pt x="403777" y="89280"/>
                </a:lnTo>
                <a:lnTo>
                  <a:pt x="444516" y="69084"/>
                </a:lnTo>
                <a:lnTo>
                  <a:pt x="486588" y="51291"/>
                </a:lnTo>
                <a:lnTo>
                  <a:pt x="529903" y="35991"/>
                </a:lnTo>
                <a:lnTo>
                  <a:pt x="574371" y="23272"/>
                </a:lnTo>
                <a:lnTo>
                  <a:pt x="619903" y="13224"/>
                </a:lnTo>
                <a:lnTo>
                  <a:pt x="666411" y="5937"/>
                </a:lnTo>
                <a:lnTo>
                  <a:pt x="713804" y="1499"/>
                </a:lnTo>
                <a:lnTo>
                  <a:pt x="761994" y="0"/>
                </a:lnTo>
                <a:lnTo>
                  <a:pt x="8112185" y="0"/>
                </a:lnTo>
                <a:lnTo>
                  <a:pt x="8160374" y="1499"/>
                </a:lnTo>
                <a:lnTo>
                  <a:pt x="8207767" y="5936"/>
                </a:lnTo>
                <a:lnTo>
                  <a:pt x="8254274" y="13224"/>
                </a:lnTo>
                <a:lnTo>
                  <a:pt x="8299806" y="23271"/>
                </a:lnTo>
                <a:lnTo>
                  <a:pt x="8344274" y="35990"/>
                </a:lnTo>
                <a:lnTo>
                  <a:pt x="8387589" y="51290"/>
                </a:lnTo>
                <a:lnTo>
                  <a:pt x="8429660" y="69083"/>
                </a:lnTo>
                <a:lnTo>
                  <a:pt x="8470400" y="89278"/>
                </a:lnTo>
                <a:lnTo>
                  <a:pt x="8509719" y="111788"/>
                </a:lnTo>
                <a:lnTo>
                  <a:pt x="8547526" y="136522"/>
                </a:lnTo>
                <a:lnTo>
                  <a:pt x="8583735" y="163392"/>
                </a:lnTo>
                <a:lnTo>
                  <a:pt x="8618254" y="192308"/>
                </a:lnTo>
                <a:lnTo>
                  <a:pt x="8650995" y="223181"/>
                </a:lnTo>
                <a:lnTo>
                  <a:pt x="8681868" y="255921"/>
                </a:lnTo>
                <a:lnTo>
                  <a:pt x="8710785" y="290440"/>
                </a:lnTo>
                <a:lnTo>
                  <a:pt x="8737655" y="326648"/>
                </a:lnTo>
                <a:lnTo>
                  <a:pt x="8762390" y="364456"/>
                </a:lnTo>
                <a:lnTo>
                  <a:pt x="8784901" y="403774"/>
                </a:lnTo>
                <a:lnTo>
                  <a:pt x="8805097" y="444514"/>
                </a:lnTo>
                <a:lnTo>
                  <a:pt x="8822891" y="486586"/>
                </a:lnTo>
                <a:lnTo>
                  <a:pt x="8838192" y="529901"/>
                </a:lnTo>
                <a:lnTo>
                  <a:pt x="8850911" y="574369"/>
                </a:lnTo>
                <a:lnTo>
                  <a:pt x="8860959" y="619902"/>
                </a:lnTo>
                <a:lnTo>
                  <a:pt x="8868247" y="666410"/>
                </a:lnTo>
                <a:lnTo>
                  <a:pt x="8872686" y="713804"/>
                </a:lnTo>
                <a:lnTo>
                  <a:pt x="8874185" y="761994"/>
                </a:lnTo>
                <a:lnTo>
                  <a:pt x="8874185" y="2138201"/>
                </a:lnTo>
                <a:lnTo>
                  <a:pt x="8872686" y="2186390"/>
                </a:lnTo>
                <a:lnTo>
                  <a:pt x="8868248" y="2233784"/>
                </a:lnTo>
                <a:lnTo>
                  <a:pt x="8860961" y="2280291"/>
                </a:lnTo>
                <a:lnTo>
                  <a:pt x="8850913" y="2325824"/>
                </a:lnTo>
                <a:lnTo>
                  <a:pt x="8838194" y="2370293"/>
                </a:lnTo>
                <a:lnTo>
                  <a:pt x="8822894" y="2413608"/>
                </a:lnTo>
                <a:lnTo>
                  <a:pt x="8805101" y="2455680"/>
                </a:lnTo>
                <a:lnTo>
                  <a:pt x="8784905" y="2496420"/>
                </a:lnTo>
                <a:lnTo>
                  <a:pt x="8762394" y="2535739"/>
                </a:lnTo>
                <a:lnTo>
                  <a:pt x="8737660" y="2573547"/>
                </a:lnTo>
                <a:lnTo>
                  <a:pt x="8710789" y="2609755"/>
                </a:lnTo>
                <a:lnTo>
                  <a:pt x="8681873" y="2644274"/>
                </a:lnTo>
                <a:lnTo>
                  <a:pt x="8651000" y="2677015"/>
                </a:lnTo>
                <a:lnTo>
                  <a:pt x="8618259" y="2707889"/>
                </a:lnTo>
                <a:lnTo>
                  <a:pt x="8583740" y="2736805"/>
                </a:lnTo>
                <a:lnTo>
                  <a:pt x="8547531" y="2763675"/>
                </a:lnTo>
                <a:lnTo>
                  <a:pt x="8509723" y="2788410"/>
                </a:lnTo>
                <a:lnTo>
                  <a:pt x="8470404" y="2810921"/>
                </a:lnTo>
                <a:lnTo>
                  <a:pt x="8429664" y="2831117"/>
                </a:lnTo>
                <a:lnTo>
                  <a:pt x="8387592" y="2848910"/>
                </a:lnTo>
                <a:lnTo>
                  <a:pt x="8344277" y="2864211"/>
                </a:lnTo>
                <a:lnTo>
                  <a:pt x="8299809" y="2876929"/>
                </a:lnTo>
                <a:lnTo>
                  <a:pt x="8254276" y="2886977"/>
                </a:lnTo>
                <a:lnTo>
                  <a:pt x="8207768" y="2894265"/>
                </a:lnTo>
                <a:lnTo>
                  <a:pt x="8193514" y="2895588"/>
                </a:lnTo>
              </a:path>
            </a:pathLst>
          </a:custGeom>
          <a:ln w="57150">
            <a:solidFill>
              <a:srgbClr val="BA9977"/>
            </a:solidFill>
          </a:ln>
        </p:spPr>
        <p:txBody>
          <a:bodyPr wrap="square" lIns="0" tIns="0" rIns="0" bIns="0" rtlCol="0"/>
          <a:lstStyle/>
          <a:p>
            <a:endParaRPr/>
          </a:p>
        </p:txBody>
      </p:sp>
      <p:sp>
        <p:nvSpPr>
          <p:cNvPr id="14" name="object 14"/>
          <p:cNvSpPr/>
          <p:nvPr/>
        </p:nvSpPr>
        <p:spPr>
          <a:xfrm>
            <a:off x="542753" y="2326285"/>
            <a:ext cx="10875010" cy="2895600"/>
          </a:xfrm>
          <a:custGeom>
            <a:avLst/>
            <a:gdLst/>
            <a:ahLst/>
            <a:cxnLst/>
            <a:rect l="l" t="t" r="r" b="b"/>
            <a:pathLst>
              <a:path w="10875010" h="2533650">
                <a:moveTo>
                  <a:pt x="757392" y="2533652"/>
                </a:moveTo>
                <a:lnTo>
                  <a:pt x="713807" y="2532294"/>
                </a:lnTo>
                <a:lnTo>
                  <a:pt x="666414" y="2527856"/>
                </a:lnTo>
                <a:lnTo>
                  <a:pt x="619907" y="2520568"/>
                </a:lnTo>
                <a:lnTo>
                  <a:pt x="574374" y="2510521"/>
                </a:lnTo>
                <a:lnTo>
                  <a:pt x="529906" y="2497802"/>
                </a:lnTo>
                <a:lnTo>
                  <a:pt x="486592" y="2482501"/>
                </a:lnTo>
                <a:lnTo>
                  <a:pt x="444520" y="2464709"/>
                </a:lnTo>
                <a:lnTo>
                  <a:pt x="403780" y="2444513"/>
                </a:lnTo>
                <a:lnTo>
                  <a:pt x="364462" y="2422003"/>
                </a:lnTo>
                <a:lnTo>
                  <a:pt x="326654" y="2397268"/>
                </a:lnTo>
                <a:lnTo>
                  <a:pt x="290446" y="2370398"/>
                </a:lnTo>
                <a:lnTo>
                  <a:pt x="255928" y="2341482"/>
                </a:lnTo>
                <a:lnTo>
                  <a:pt x="223187" y="2310610"/>
                </a:lnTo>
                <a:lnTo>
                  <a:pt x="192314" y="2277869"/>
                </a:lnTo>
                <a:lnTo>
                  <a:pt x="163398" y="2243351"/>
                </a:lnTo>
                <a:lnTo>
                  <a:pt x="136528" y="2207143"/>
                </a:lnTo>
                <a:lnTo>
                  <a:pt x="111793" y="2169336"/>
                </a:lnTo>
                <a:lnTo>
                  <a:pt x="89283" y="2130018"/>
                </a:lnTo>
                <a:lnTo>
                  <a:pt x="69087" y="2089279"/>
                </a:lnTo>
                <a:lnTo>
                  <a:pt x="51294" y="2047207"/>
                </a:lnTo>
                <a:lnTo>
                  <a:pt x="35993" y="2003893"/>
                </a:lnTo>
                <a:lnTo>
                  <a:pt x="23274" y="1959426"/>
                </a:lnTo>
                <a:lnTo>
                  <a:pt x="13226" y="1913894"/>
                </a:lnTo>
                <a:lnTo>
                  <a:pt x="5938" y="1867387"/>
                </a:lnTo>
                <a:lnTo>
                  <a:pt x="1499" y="1819994"/>
                </a:lnTo>
                <a:lnTo>
                  <a:pt x="0" y="1771805"/>
                </a:lnTo>
                <a:lnTo>
                  <a:pt x="0" y="762000"/>
                </a:lnTo>
                <a:lnTo>
                  <a:pt x="1498" y="713810"/>
                </a:lnTo>
                <a:lnTo>
                  <a:pt x="5936" y="666416"/>
                </a:lnTo>
                <a:lnTo>
                  <a:pt x="13223" y="619909"/>
                </a:lnTo>
                <a:lnTo>
                  <a:pt x="23270" y="574376"/>
                </a:lnTo>
                <a:lnTo>
                  <a:pt x="35989" y="529907"/>
                </a:lnTo>
                <a:lnTo>
                  <a:pt x="51289" y="486592"/>
                </a:lnTo>
                <a:lnTo>
                  <a:pt x="69082" y="444520"/>
                </a:lnTo>
                <a:lnTo>
                  <a:pt x="89278" y="403780"/>
                </a:lnTo>
                <a:lnTo>
                  <a:pt x="111788" y="364462"/>
                </a:lnTo>
                <a:lnTo>
                  <a:pt x="136523" y="326654"/>
                </a:lnTo>
                <a:lnTo>
                  <a:pt x="163393" y="290446"/>
                </a:lnTo>
                <a:lnTo>
                  <a:pt x="192310" y="255926"/>
                </a:lnTo>
                <a:lnTo>
                  <a:pt x="223183" y="223186"/>
                </a:lnTo>
                <a:lnTo>
                  <a:pt x="255924" y="192313"/>
                </a:lnTo>
                <a:lnTo>
                  <a:pt x="290443" y="163397"/>
                </a:lnTo>
                <a:lnTo>
                  <a:pt x="326651" y="136527"/>
                </a:lnTo>
                <a:lnTo>
                  <a:pt x="364460" y="111792"/>
                </a:lnTo>
                <a:lnTo>
                  <a:pt x="403778" y="89282"/>
                </a:lnTo>
                <a:lnTo>
                  <a:pt x="444518" y="69086"/>
                </a:lnTo>
                <a:lnTo>
                  <a:pt x="486590" y="51294"/>
                </a:lnTo>
                <a:lnTo>
                  <a:pt x="529905" y="35993"/>
                </a:lnTo>
                <a:lnTo>
                  <a:pt x="574373" y="23275"/>
                </a:lnTo>
                <a:lnTo>
                  <a:pt x="619906" y="13227"/>
                </a:lnTo>
                <a:lnTo>
                  <a:pt x="666414" y="5940"/>
                </a:lnTo>
                <a:lnTo>
                  <a:pt x="713807" y="1502"/>
                </a:lnTo>
                <a:lnTo>
                  <a:pt x="761997" y="0"/>
                </a:lnTo>
                <a:lnTo>
                  <a:pt x="10112597" y="0"/>
                </a:lnTo>
                <a:lnTo>
                  <a:pt x="10160784" y="1504"/>
                </a:lnTo>
                <a:lnTo>
                  <a:pt x="10208175" y="5944"/>
                </a:lnTo>
                <a:lnTo>
                  <a:pt x="10254681" y="13232"/>
                </a:lnTo>
                <a:lnTo>
                  <a:pt x="10300211" y="23281"/>
                </a:lnTo>
                <a:lnTo>
                  <a:pt x="10344678" y="36000"/>
                </a:lnTo>
                <a:lnTo>
                  <a:pt x="10387991" y="51301"/>
                </a:lnTo>
                <a:lnTo>
                  <a:pt x="10430062" y="69095"/>
                </a:lnTo>
                <a:lnTo>
                  <a:pt x="10470801" y="89291"/>
                </a:lnTo>
                <a:lnTo>
                  <a:pt x="10510118" y="111802"/>
                </a:lnTo>
                <a:lnTo>
                  <a:pt x="10547926" y="136537"/>
                </a:lnTo>
                <a:lnTo>
                  <a:pt x="10584133" y="163407"/>
                </a:lnTo>
                <a:lnTo>
                  <a:pt x="10618651" y="192324"/>
                </a:lnTo>
                <a:lnTo>
                  <a:pt x="10651392" y="223197"/>
                </a:lnTo>
                <a:lnTo>
                  <a:pt x="10682264" y="255938"/>
                </a:lnTo>
                <a:lnTo>
                  <a:pt x="10711179" y="290457"/>
                </a:lnTo>
                <a:lnTo>
                  <a:pt x="10738049" y="326665"/>
                </a:lnTo>
                <a:lnTo>
                  <a:pt x="10762783" y="364473"/>
                </a:lnTo>
                <a:lnTo>
                  <a:pt x="10785292" y="403791"/>
                </a:lnTo>
                <a:lnTo>
                  <a:pt x="10805487" y="444530"/>
                </a:lnTo>
                <a:lnTo>
                  <a:pt x="10823279" y="486602"/>
                </a:lnTo>
                <a:lnTo>
                  <a:pt x="10838578" y="529915"/>
                </a:lnTo>
                <a:lnTo>
                  <a:pt x="10851296" y="574382"/>
                </a:lnTo>
                <a:lnTo>
                  <a:pt x="10861343" y="619913"/>
                </a:lnTo>
                <a:lnTo>
                  <a:pt x="10868630" y="666419"/>
                </a:lnTo>
                <a:lnTo>
                  <a:pt x="10873067" y="713811"/>
                </a:lnTo>
                <a:lnTo>
                  <a:pt x="10874566" y="762000"/>
                </a:lnTo>
                <a:lnTo>
                  <a:pt x="10874566" y="1771804"/>
                </a:lnTo>
                <a:lnTo>
                  <a:pt x="10873066" y="1819991"/>
                </a:lnTo>
                <a:lnTo>
                  <a:pt x="10868628" y="1867382"/>
                </a:lnTo>
                <a:lnTo>
                  <a:pt x="10861340" y="1913887"/>
                </a:lnTo>
                <a:lnTo>
                  <a:pt x="10851293" y="1959418"/>
                </a:lnTo>
                <a:lnTo>
                  <a:pt x="10838575" y="2003884"/>
                </a:lnTo>
                <a:lnTo>
                  <a:pt x="10823275" y="2047197"/>
                </a:lnTo>
                <a:lnTo>
                  <a:pt x="10805483" y="2089267"/>
                </a:lnTo>
                <a:lnTo>
                  <a:pt x="10785288" y="2130006"/>
                </a:lnTo>
                <a:lnTo>
                  <a:pt x="10762779" y="2169324"/>
                </a:lnTo>
                <a:lnTo>
                  <a:pt x="10738045" y="2207131"/>
                </a:lnTo>
                <a:lnTo>
                  <a:pt x="10711176" y="2243339"/>
                </a:lnTo>
                <a:lnTo>
                  <a:pt x="10682261" y="2277858"/>
                </a:lnTo>
                <a:lnTo>
                  <a:pt x="10651389" y="2310598"/>
                </a:lnTo>
                <a:lnTo>
                  <a:pt x="10618649" y="2341471"/>
                </a:lnTo>
                <a:lnTo>
                  <a:pt x="10584131" y="2370388"/>
                </a:lnTo>
                <a:lnTo>
                  <a:pt x="10547924" y="2397258"/>
                </a:lnTo>
                <a:lnTo>
                  <a:pt x="10510117" y="2421994"/>
                </a:lnTo>
                <a:lnTo>
                  <a:pt x="10470800" y="2444504"/>
                </a:lnTo>
                <a:lnTo>
                  <a:pt x="10430061" y="2464701"/>
                </a:lnTo>
                <a:lnTo>
                  <a:pt x="10387991" y="2482495"/>
                </a:lnTo>
                <a:lnTo>
                  <a:pt x="10344678" y="2497796"/>
                </a:lnTo>
                <a:lnTo>
                  <a:pt x="10300211" y="2510515"/>
                </a:lnTo>
                <a:lnTo>
                  <a:pt x="10254681" y="2520564"/>
                </a:lnTo>
                <a:lnTo>
                  <a:pt x="10208175" y="2527853"/>
                </a:lnTo>
                <a:lnTo>
                  <a:pt x="10160784" y="2532293"/>
                </a:lnTo>
                <a:lnTo>
                  <a:pt x="10117171" y="2533653"/>
                </a:lnTo>
              </a:path>
            </a:pathLst>
          </a:custGeom>
          <a:ln w="57150">
            <a:solidFill>
              <a:srgbClr val="BA9977"/>
            </a:solidFill>
          </a:ln>
        </p:spPr>
        <p:txBody>
          <a:bodyPr wrap="square" lIns="0" tIns="0" rIns="0" bIns="0" rtlCol="0"/>
          <a:lstStyle/>
          <a:p>
            <a:endParaRPr/>
          </a:p>
        </p:txBody>
      </p:sp>
      <p:pic>
        <p:nvPicPr>
          <p:cNvPr id="16" name="Picture 15">
            <a:extLst>
              <a:ext uri="{FF2B5EF4-FFF2-40B4-BE49-F238E27FC236}">
                <a16:creationId xmlns:a16="http://schemas.microsoft.com/office/drawing/2014/main" id="{2C589F81-725D-4221-A347-4CC0F55EE4F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4400" y="2640041"/>
            <a:ext cx="10315393" cy="2126385"/>
          </a:xfrm>
          <a:prstGeom prst="rect">
            <a:avLst/>
          </a:prstGeom>
        </p:spPr>
      </p:pic>
      <p:pic>
        <p:nvPicPr>
          <p:cNvPr id="18" name="Picture 17">
            <a:extLst>
              <a:ext uri="{FF2B5EF4-FFF2-40B4-BE49-F238E27FC236}">
                <a16:creationId xmlns:a16="http://schemas.microsoft.com/office/drawing/2014/main" id="{5E9C32BA-F43E-4B20-8B4B-860D6E16F0A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744200" y="6113114"/>
            <a:ext cx="2590800" cy="2816066"/>
          </a:xfrm>
          <a:prstGeom prst="rect">
            <a:avLst/>
          </a:prstGeom>
        </p:spPr>
      </p:pic>
      <p:pic>
        <p:nvPicPr>
          <p:cNvPr id="20" name="Picture 19">
            <a:extLst>
              <a:ext uri="{FF2B5EF4-FFF2-40B4-BE49-F238E27FC236}">
                <a16:creationId xmlns:a16="http://schemas.microsoft.com/office/drawing/2014/main" id="{5C74E1EC-0B67-44FC-93FC-F66DEA55435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639800" y="6108351"/>
            <a:ext cx="2590800" cy="281606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8" y="93"/>
            <a:ext cx="2569889" cy="2083451"/>
          </a:xfrm>
          <a:prstGeom prst="rect">
            <a:avLst/>
          </a:prstGeom>
        </p:spPr>
      </p:pic>
      <p:pic>
        <p:nvPicPr>
          <p:cNvPr id="3" name="object 3"/>
          <p:cNvPicPr/>
          <p:nvPr/>
        </p:nvPicPr>
        <p:blipFill>
          <a:blip r:embed="rId3" cstate="print"/>
          <a:stretch>
            <a:fillRect/>
          </a:stretch>
        </p:blipFill>
        <p:spPr>
          <a:xfrm>
            <a:off x="15974353" y="641190"/>
            <a:ext cx="2313645" cy="3131389"/>
          </a:xfrm>
          <a:prstGeom prst="rect">
            <a:avLst/>
          </a:prstGeom>
        </p:spPr>
      </p:pic>
      <p:pic>
        <p:nvPicPr>
          <p:cNvPr id="4" name="object 4"/>
          <p:cNvPicPr/>
          <p:nvPr/>
        </p:nvPicPr>
        <p:blipFill>
          <a:blip r:embed="rId4" cstate="print"/>
          <a:stretch>
            <a:fillRect/>
          </a:stretch>
        </p:blipFill>
        <p:spPr>
          <a:xfrm>
            <a:off x="0" y="8271392"/>
            <a:ext cx="3010139" cy="2006600"/>
          </a:xfrm>
          <a:prstGeom prst="rect">
            <a:avLst/>
          </a:prstGeom>
        </p:spPr>
      </p:pic>
      <p:pic>
        <p:nvPicPr>
          <p:cNvPr id="5" name="object 5"/>
          <p:cNvPicPr/>
          <p:nvPr/>
        </p:nvPicPr>
        <p:blipFill>
          <a:blip r:embed="rId5" cstate="print"/>
          <a:stretch>
            <a:fillRect/>
          </a:stretch>
        </p:blipFill>
        <p:spPr>
          <a:xfrm>
            <a:off x="15547739" y="8833143"/>
            <a:ext cx="2740211" cy="1453505"/>
          </a:xfrm>
          <a:prstGeom prst="rect">
            <a:avLst/>
          </a:prstGeom>
        </p:spPr>
      </p:pic>
      <p:sp>
        <p:nvSpPr>
          <p:cNvPr id="6" name="object 6"/>
          <p:cNvSpPr/>
          <p:nvPr/>
        </p:nvSpPr>
        <p:spPr>
          <a:xfrm>
            <a:off x="4096661" y="439679"/>
            <a:ext cx="10765155" cy="1739900"/>
          </a:xfrm>
          <a:custGeom>
            <a:avLst/>
            <a:gdLst/>
            <a:ahLst/>
            <a:cxnLst/>
            <a:rect l="l" t="t" r="r" b="b"/>
            <a:pathLst>
              <a:path w="10765155" h="1739900">
                <a:moveTo>
                  <a:pt x="10567021" y="1739800"/>
                </a:moveTo>
                <a:lnTo>
                  <a:pt x="200025" y="1739800"/>
                </a:lnTo>
                <a:lnTo>
                  <a:pt x="154161" y="1734518"/>
                </a:lnTo>
                <a:lnTo>
                  <a:pt x="112059" y="1719470"/>
                </a:lnTo>
                <a:lnTo>
                  <a:pt x="74919" y="1695857"/>
                </a:lnTo>
                <a:lnTo>
                  <a:pt x="43943" y="1664881"/>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5" y="0"/>
                </a:lnTo>
                <a:lnTo>
                  <a:pt x="10567021" y="0"/>
                </a:lnTo>
                <a:lnTo>
                  <a:pt x="10612881" y="5282"/>
                </a:lnTo>
                <a:lnTo>
                  <a:pt x="10654979" y="20330"/>
                </a:lnTo>
                <a:lnTo>
                  <a:pt x="10692116" y="43943"/>
                </a:lnTo>
                <a:lnTo>
                  <a:pt x="10723090" y="74919"/>
                </a:lnTo>
                <a:lnTo>
                  <a:pt x="10746701" y="112059"/>
                </a:lnTo>
                <a:lnTo>
                  <a:pt x="10761749" y="154161"/>
                </a:lnTo>
                <a:lnTo>
                  <a:pt x="10765014" y="182514"/>
                </a:lnTo>
                <a:lnTo>
                  <a:pt x="10765014" y="1557286"/>
                </a:lnTo>
                <a:lnTo>
                  <a:pt x="10746701" y="1627741"/>
                </a:lnTo>
                <a:lnTo>
                  <a:pt x="10723090" y="1664881"/>
                </a:lnTo>
                <a:lnTo>
                  <a:pt x="10692116" y="1695857"/>
                </a:lnTo>
                <a:lnTo>
                  <a:pt x="10654979" y="1719470"/>
                </a:lnTo>
                <a:lnTo>
                  <a:pt x="10612881" y="1734518"/>
                </a:lnTo>
                <a:lnTo>
                  <a:pt x="10567021" y="1739800"/>
                </a:lnTo>
                <a:close/>
              </a:path>
            </a:pathLst>
          </a:custGeom>
          <a:solidFill>
            <a:srgbClr val="DABD9D">
              <a:alpha val="78999"/>
            </a:srgbClr>
          </a:solidFill>
        </p:spPr>
        <p:txBody>
          <a:bodyPr wrap="square" lIns="0" tIns="0" rIns="0" bIns="0" rtlCol="0"/>
          <a:lstStyle/>
          <a:p>
            <a:endParaRPr/>
          </a:p>
        </p:txBody>
      </p:sp>
      <p:sp>
        <p:nvSpPr>
          <p:cNvPr id="10" name="object 10"/>
          <p:cNvSpPr/>
          <p:nvPr/>
        </p:nvSpPr>
        <p:spPr>
          <a:xfrm>
            <a:off x="10439400" y="5778382"/>
            <a:ext cx="6367780" cy="3496310"/>
          </a:xfrm>
          <a:custGeom>
            <a:avLst/>
            <a:gdLst/>
            <a:ahLst/>
            <a:cxnLst/>
            <a:rect l="l" t="t" r="r" b="b"/>
            <a:pathLst>
              <a:path w="6367780" h="3496309">
                <a:moveTo>
                  <a:pt x="691772" y="3495685"/>
                </a:moveTo>
                <a:lnTo>
                  <a:pt x="619957" y="3486034"/>
                </a:lnTo>
                <a:lnTo>
                  <a:pt x="574424" y="3475986"/>
                </a:lnTo>
                <a:lnTo>
                  <a:pt x="529956" y="3463266"/>
                </a:lnTo>
                <a:lnTo>
                  <a:pt x="486641" y="3447965"/>
                </a:lnTo>
                <a:lnTo>
                  <a:pt x="444570" y="3430172"/>
                </a:lnTo>
                <a:lnTo>
                  <a:pt x="403830" y="3409975"/>
                </a:lnTo>
                <a:lnTo>
                  <a:pt x="364512" y="3387464"/>
                </a:lnTo>
                <a:lnTo>
                  <a:pt x="326705" y="3362728"/>
                </a:lnTo>
                <a:lnTo>
                  <a:pt x="290498" y="3335857"/>
                </a:lnTo>
                <a:lnTo>
                  <a:pt x="255979" y="3306941"/>
                </a:lnTo>
                <a:lnTo>
                  <a:pt x="223239" y="3276067"/>
                </a:lnTo>
                <a:lnTo>
                  <a:pt x="192367" y="3243326"/>
                </a:lnTo>
                <a:lnTo>
                  <a:pt x="163452" y="3208806"/>
                </a:lnTo>
                <a:lnTo>
                  <a:pt x="136582" y="3172598"/>
                </a:lnTo>
                <a:lnTo>
                  <a:pt x="111848" y="3134790"/>
                </a:lnTo>
                <a:lnTo>
                  <a:pt x="89339" y="3095472"/>
                </a:lnTo>
                <a:lnTo>
                  <a:pt x="69143" y="3054732"/>
                </a:lnTo>
                <a:lnTo>
                  <a:pt x="51351" y="3012660"/>
                </a:lnTo>
                <a:lnTo>
                  <a:pt x="36051" y="2969346"/>
                </a:lnTo>
                <a:lnTo>
                  <a:pt x="23332" y="2924878"/>
                </a:lnTo>
                <a:lnTo>
                  <a:pt x="13285" y="2879346"/>
                </a:lnTo>
                <a:lnTo>
                  <a:pt x="5998" y="2832839"/>
                </a:lnTo>
                <a:lnTo>
                  <a:pt x="1560" y="2785446"/>
                </a:lnTo>
                <a:lnTo>
                  <a:pt x="0" y="2737257"/>
                </a:lnTo>
                <a:lnTo>
                  <a:pt x="0" y="761986"/>
                </a:lnTo>
                <a:lnTo>
                  <a:pt x="1561" y="713799"/>
                </a:lnTo>
                <a:lnTo>
                  <a:pt x="5999" y="666406"/>
                </a:lnTo>
                <a:lnTo>
                  <a:pt x="13287" y="619899"/>
                </a:lnTo>
                <a:lnTo>
                  <a:pt x="23335" y="574368"/>
                </a:lnTo>
                <a:lnTo>
                  <a:pt x="36054" y="529900"/>
                </a:lnTo>
                <a:lnTo>
                  <a:pt x="51355" y="486586"/>
                </a:lnTo>
                <a:lnTo>
                  <a:pt x="69148" y="444515"/>
                </a:lnTo>
                <a:lnTo>
                  <a:pt x="89344" y="403776"/>
                </a:lnTo>
                <a:lnTo>
                  <a:pt x="111853" y="364458"/>
                </a:lnTo>
                <a:lnTo>
                  <a:pt x="136587" y="326651"/>
                </a:lnTo>
                <a:lnTo>
                  <a:pt x="163457" y="290443"/>
                </a:lnTo>
                <a:lnTo>
                  <a:pt x="192372" y="255925"/>
                </a:lnTo>
                <a:lnTo>
                  <a:pt x="223245" y="223184"/>
                </a:lnTo>
                <a:lnTo>
                  <a:pt x="255984" y="192311"/>
                </a:lnTo>
                <a:lnTo>
                  <a:pt x="290503" y="163395"/>
                </a:lnTo>
                <a:lnTo>
                  <a:pt x="326710" y="136525"/>
                </a:lnTo>
                <a:lnTo>
                  <a:pt x="364517" y="111790"/>
                </a:lnTo>
                <a:lnTo>
                  <a:pt x="403835" y="89280"/>
                </a:lnTo>
                <a:lnTo>
                  <a:pt x="444574" y="69083"/>
                </a:lnTo>
                <a:lnTo>
                  <a:pt x="486645" y="51290"/>
                </a:lnTo>
                <a:lnTo>
                  <a:pt x="529959" y="35989"/>
                </a:lnTo>
                <a:lnTo>
                  <a:pt x="574427" y="23271"/>
                </a:lnTo>
                <a:lnTo>
                  <a:pt x="619959" y="13223"/>
                </a:lnTo>
                <a:lnTo>
                  <a:pt x="666466" y="5936"/>
                </a:lnTo>
                <a:lnTo>
                  <a:pt x="713859" y="1499"/>
                </a:lnTo>
                <a:lnTo>
                  <a:pt x="762048" y="0"/>
                </a:lnTo>
                <a:lnTo>
                  <a:pt x="5605733" y="0"/>
                </a:lnTo>
                <a:lnTo>
                  <a:pt x="5653922" y="1500"/>
                </a:lnTo>
                <a:lnTo>
                  <a:pt x="5701315" y="5938"/>
                </a:lnTo>
                <a:lnTo>
                  <a:pt x="5747822" y="13225"/>
                </a:lnTo>
                <a:lnTo>
                  <a:pt x="5793354" y="23273"/>
                </a:lnTo>
                <a:lnTo>
                  <a:pt x="5837822" y="35992"/>
                </a:lnTo>
                <a:lnTo>
                  <a:pt x="5881136" y="51292"/>
                </a:lnTo>
                <a:lnTo>
                  <a:pt x="5923207" y="69085"/>
                </a:lnTo>
                <a:lnTo>
                  <a:pt x="5963947" y="89281"/>
                </a:lnTo>
                <a:lnTo>
                  <a:pt x="6003265" y="111790"/>
                </a:lnTo>
                <a:lnTo>
                  <a:pt x="6041072" y="136525"/>
                </a:lnTo>
                <a:lnTo>
                  <a:pt x="6077280" y="163394"/>
                </a:lnTo>
                <a:lnTo>
                  <a:pt x="6111799" y="192310"/>
                </a:lnTo>
                <a:lnTo>
                  <a:pt x="6144539" y="223183"/>
                </a:lnTo>
                <a:lnTo>
                  <a:pt x="6175412" y="255923"/>
                </a:lnTo>
                <a:lnTo>
                  <a:pt x="6204329" y="290441"/>
                </a:lnTo>
                <a:lnTo>
                  <a:pt x="6231199" y="326649"/>
                </a:lnTo>
                <a:lnTo>
                  <a:pt x="6255934" y="364456"/>
                </a:lnTo>
                <a:lnTo>
                  <a:pt x="6278444" y="403774"/>
                </a:lnTo>
                <a:lnTo>
                  <a:pt x="6298640" y="444513"/>
                </a:lnTo>
                <a:lnTo>
                  <a:pt x="6316434" y="486584"/>
                </a:lnTo>
                <a:lnTo>
                  <a:pt x="6331735" y="529898"/>
                </a:lnTo>
                <a:lnTo>
                  <a:pt x="6344454" y="574366"/>
                </a:lnTo>
                <a:lnTo>
                  <a:pt x="6354502" y="619898"/>
                </a:lnTo>
                <a:lnTo>
                  <a:pt x="6361791" y="666405"/>
                </a:lnTo>
                <a:lnTo>
                  <a:pt x="6366229" y="713798"/>
                </a:lnTo>
                <a:lnTo>
                  <a:pt x="6367729" y="761988"/>
                </a:lnTo>
                <a:lnTo>
                  <a:pt x="6367729" y="2737257"/>
                </a:lnTo>
                <a:lnTo>
                  <a:pt x="6366230" y="2785446"/>
                </a:lnTo>
                <a:lnTo>
                  <a:pt x="6361792" y="2832840"/>
                </a:lnTo>
                <a:lnTo>
                  <a:pt x="6354504" y="2879347"/>
                </a:lnTo>
                <a:lnTo>
                  <a:pt x="6344456" y="2924879"/>
                </a:lnTo>
                <a:lnTo>
                  <a:pt x="6331738" y="2969347"/>
                </a:lnTo>
                <a:lnTo>
                  <a:pt x="6316437" y="3012662"/>
                </a:lnTo>
                <a:lnTo>
                  <a:pt x="6298644" y="3054734"/>
                </a:lnTo>
                <a:lnTo>
                  <a:pt x="6278448" y="3095474"/>
                </a:lnTo>
                <a:lnTo>
                  <a:pt x="6255938" y="3134792"/>
                </a:lnTo>
                <a:lnTo>
                  <a:pt x="6231204" y="3172600"/>
                </a:lnTo>
                <a:lnTo>
                  <a:pt x="6204334" y="3208809"/>
                </a:lnTo>
                <a:lnTo>
                  <a:pt x="6175418" y="3243328"/>
                </a:lnTo>
                <a:lnTo>
                  <a:pt x="6144545" y="3276069"/>
                </a:lnTo>
                <a:lnTo>
                  <a:pt x="6111804" y="3306942"/>
                </a:lnTo>
                <a:lnTo>
                  <a:pt x="6077285" y="3335858"/>
                </a:lnTo>
                <a:lnTo>
                  <a:pt x="6041077" y="3362729"/>
                </a:lnTo>
                <a:lnTo>
                  <a:pt x="6003269" y="3387464"/>
                </a:lnTo>
                <a:lnTo>
                  <a:pt x="5963951" y="3409974"/>
                </a:lnTo>
                <a:lnTo>
                  <a:pt x="5923211" y="3430170"/>
                </a:lnTo>
                <a:lnTo>
                  <a:pt x="5881139" y="3447963"/>
                </a:lnTo>
                <a:lnTo>
                  <a:pt x="5837824" y="3463264"/>
                </a:lnTo>
                <a:lnTo>
                  <a:pt x="5793356" y="3475983"/>
                </a:lnTo>
                <a:lnTo>
                  <a:pt x="5747823" y="3486031"/>
                </a:lnTo>
                <a:lnTo>
                  <a:pt x="5701316" y="3493319"/>
                </a:lnTo>
                <a:lnTo>
                  <a:pt x="5675991" y="3495681"/>
                </a:lnTo>
              </a:path>
            </a:pathLst>
          </a:custGeom>
          <a:ln w="57149">
            <a:solidFill>
              <a:srgbClr val="BA9977"/>
            </a:solidFill>
          </a:ln>
        </p:spPr>
        <p:txBody>
          <a:bodyPr wrap="square" lIns="0" tIns="0" rIns="0" bIns="0" rtlCol="0"/>
          <a:lstStyle/>
          <a:p>
            <a:endParaRPr/>
          </a:p>
        </p:txBody>
      </p:sp>
      <p:sp>
        <p:nvSpPr>
          <p:cNvPr id="11" name="object 11"/>
          <p:cNvSpPr txBox="1">
            <a:spLocks noGrp="1"/>
          </p:cNvSpPr>
          <p:nvPr>
            <p:ph type="title"/>
          </p:nvPr>
        </p:nvSpPr>
        <p:spPr>
          <a:xfrm>
            <a:off x="3336093" y="292901"/>
            <a:ext cx="12385040" cy="1674817"/>
          </a:xfrm>
          <a:prstGeom prst="rect">
            <a:avLst/>
          </a:prstGeom>
        </p:spPr>
        <p:txBody>
          <a:bodyPr vert="horz" wrap="square" lIns="0" tIns="12700" rIns="0" bIns="0" rtlCol="0">
            <a:spAutoFit/>
          </a:bodyPr>
          <a:lstStyle/>
          <a:p>
            <a:pPr marL="1713864" marR="5080" indent="-542290">
              <a:lnSpc>
                <a:spcPct val="115900"/>
              </a:lnSpc>
              <a:spcBef>
                <a:spcPts val="100"/>
              </a:spcBef>
            </a:pPr>
            <a:r>
              <a:rPr sz="4800" spc="685" dirty="0"/>
              <a:t>Q</a:t>
            </a:r>
            <a:r>
              <a:rPr lang="en-US" sz="4800" spc="685" dirty="0"/>
              <a:t>8</a:t>
            </a:r>
            <a:r>
              <a:rPr sz="4800" spc="130" dirty="0"/>
              <a:t> </a:t>
            </a:r>
            <a:r>
              <a:rPr sz="4800" spc="795" dirty="0"/>
              <a:t>-</a:t>
            </a:r>
            <a:r>
              <a:rPr sz="4800" spc="135" dirty="0"/>
              <a:t> </a:t>
            </a:r>
            <a:r>
              <a:rPr lang="en-US" sz="4800" spc="425" dirty="0"/>
              <a:t>How does revenue trend over time?</a:t>
            </a:r>
            <a:endParaRPr sz="4800" dirty="0"/>
          </a:p>
        </p:txBody>
      </p:sp>
      <p:sp>
        <p:nvSpPr>
          <p:cNvPr id="12" name="object 12"/>
          <p:cNvSpPr txBox="1"/>
          <p:nvPr/>
        </p:nvSpPr>
        <p:spPr>
          <a:xfrm>
            <a:off x="724170" y="6151214"/>
            <a:ext cx="7976234" cy="1877437"/>
          </a:xfrm>
          <a:prstGeom prst="rect">
            <a:avLst/>
          </a:prstGeom>
        </p:spPr>
        <p:txBody>
          <a:bodyPr vert="horz" wrap="square" lIns="0" tIns="83820" rIns="0" bIns="0" rtlCol="0">
            <a:spAutoFit/>
          </a:bodyPr>
          <a:lstStyle/>
          <a:p>
            <a:pPr marL="12700">
              <a:lnSpc>
                <a:spcPct val="100000"/>
              </a:lnSpc>
              <a:spcBef>
                <a:spcPts val="660"/>
              </a:spcBef>
            </a:pPr>
            <a:r>
              <a:rPr sz="2750" spc="-25" dirty="0">
                <a:solidFill>
                  <a:srgbClr val="672912"/>
                </a:solidFill>
                <a:latin typeface="Verdana"/>
                <a:cs typeface="Verdana"/>
              </a:rPr>
              <a:t>Insight</a:t>
            </a:r>
            <a:r>
              <a:rPr sz="2750" spc="-45" dirty="0">
                <a:solidFill>
                  <a:srgbClr val="672912"/>
                </a:solidFill>
                <a:latin typeface="Verdana"/>
                <a:cs typeface="Verdana"/>
              </a:rPr>
              <a:t> </a:t>
            </a:r>
            <a:r>
              <a:rPr sz="2750" spc="-575" dirty="0">
                <a:solidFill>
                  <a:srgbClr val="672912"/>
                </a:solidFill>
                <a:latin typeface="Verdana"/>
                <a:cs typeface="Verdana"/>
              </a:rPr>
              <a:t>:</a:t>
            </a:r>
            <a:endParaRPr sz="2750" dirty="0">
              <a:latin typeface="Verdana"/>
              <a:cs typeface="Verdana"/>
            </a:endParaRPr>
          </a:p>
          <a:p>
            <a:pPr marL="12700">
              <a:lnSpc>
                <a:spcPct val="100000"/>
              </a:lnSpc>
              <a:spcBef>
                <a:spcPts val="570"/>
              </a:spcBef>
            </a:pPr>
            <a:r>
              <a:rPr lang="en-US" sz="2800" dirty="0">
                <a:solidFill>
                  <a:schemeClr val="accent2">
                    <a:lumMod val="50000"/>
                  </a:schemeClr>
                </a:solidFill>
              </a:rPr>
              <a:t>Daily revenue trends show variability, suggesting certain days generate higher value orders than others.</a:t>
            </a:r>
            <a:endParaRPr sz="2750" dirty="0">
              <a:solidFill>
                <a:schemeClr val="accent2">
                  <a:lumMod val="50000"/>
                </a:schemeClr>
              </a:solidFill>
              <a:latin typeface="Verdana"/>
              <a:cs typeface="Verdana"/>
            </a:endParaRPr>
          </a:p>
        </p:txBody>
      </p:sp>
      <p:sp>
        <p:nvSpPr>
          <p:cNvPr id="13" name="object 13"/>
          <p:cNvSpPr/>
          <p:nvPr/>
        </p:nvSpPr>
        <p:spPr>
          <a:xfrm>
            <a:off x="269753" y="5742583"/>
            <a:ext cx="8874760" cy="2895600"/>
          </a:xfrm>
          <a:custGeom>
            <a:avLst/>
            <a:gdLst/>
            <a:ahLst/>
            <a:cxnLst/>
            <a:rect l="l" t="t" r="r" b="b"/>
            <a:pathLst>
              <a:path w="8874760" h="2895600">
                <a:moveTo>
                  <a:pt x="680664" y="2895596"/>
                </a:moveTo>
                <a:lnTo>
                  <a:pt x="619901" y="2886977"/>
                </a:lnTo>
                <a:lnTo>
                  <a:pt x="574368" y="2876929"/>
                </a:lnTo>
                <a:lnTo>
                  <a:pt x="529899" y="2864209"/>
                </a:lnTo>
                <a:lnTo>
                  <a:pt x="486584" y="2848908"/>
                </a:lnTo>
                <a:lnTo>
                  <a:pt x="444512" y="2831115"/>
                </a:lnTo>
                <a:lnTo>
                  <a:pt x="403772" y="2810918"/>
                </a:lnTo>
                <a:lnTo>
                  <a:pt x="364454" y="2788408"/>
                </a:lnTo>
                <a:lnTo>
                  <a:pt x="326646" y="2763673"/>
                </a:lnTo>
                <a:lnTo>
                  <a:pt x="290438" y="2736802"/>
                </a:lnTo>
                <a:lnTo>
                  <a:pt x="255919" y="2707885"/>
                </a:lnTo>
                <a:lnTo>
                  <a:pt x="223179" y="2677012"/>
                </a:lnTo>
                <a:lnTo>
                  <a:pt x="192306" y="2644270"/>
                </a:lnTo>
                <a:lnTo>
                  <a:pt x="163390" y="2609751"/>
                </a:lnTo>
                <a:lnTo>
                  <a:pt x="136521" y="2573543"/>
                </a:lnTo>
                <a:lnTo>
                  <a:pt x="111786" y="2535735"/>
                </a:lnTo>
                <a:lnTo>
                  <a:pt x="89277" y="2496416"/>
                </a:lnTo>
                <a:lnTo>
                  <a:pt x="69081" y="2455676"/>
                </a:lnTo>
                <a:lnTo>
                  <a:pt x="51289" y="2413604"/>
                </a:lnTo>
                <a:lnTo>
                  <a:pt x="35989" y="2370290"/>
                </a:lnTo>
                <a:lnTo>
                  <a:pt x="23271" y="2325822"/>
                </a:lnTo>
                <a:lnTo>
                  <a:pt x="13223" y="2280289"/>
                </a:lnTo>
                <a:lnTo>
                  <a:pt x="5936" y="2233782"/>
                </a:lnTo>
                <a:lnTo>
                  <a:pt x="1499" y="2186390"/>
                </a:lnTo>
                <a:lnTo>
                  <a:pt x="0" y="2138200"/>
                </a:lnTo>
                <a:lnTo>
                  <a:pt x="0" y="761994"/>
                </a:lnTo>
                <a:lnTo>
                  <a:pt x="1499" y="713804"/>
                </a:lnTo>
                <a:lnTo>
                  <a:pt x="5937" y="666411"/>
                </a:lnTo>
                <a:lnTo>
                  <a:pt x="13225" y="619904"/>
                </a:lnTo>
                <a:lnTo>
                  <a:pt x="23273" y="574371"/>
                </a:lnTo>
                <a:lnTo>
                  <a:pt x="35992" y="529903"/>
                </a:lnTo>
                <a:lnTo>
                  <a:pt x="51292" y="486589"/>
                </a:lnTo>
                <a:lnTo>
                  <a:pt x="69085" y="444517"/>
                </a:lnTo>
                <a:lnTo>
                  <a:pt x="89281" y="403778"/>
                </a:lnTo>
                <a:lnTo>
                  <a:pt x="111791" y="364459"/>
                </a:lnTo>
                <a:lnTo>
                  <a:pt x="136526" y="326652"/>
                </a:lnTo>
                <a:lnTo>
                  <a:pt x="163395" y="290444"/>
                </a:lnTo>
                <a:lnTo>
                  <a:pt x="192311" y="255925"/>
                </a:lnTo>
                <a:lnTo>
                  <a:pt x="223184" y="223184"/>
                </a:lnTo>
                <a:lnTo>
                  <a:pt x="255924" y="192311"/>
                </a:lnTo>
                <a:lnTo>
                  <a:pt x="290443" y="163395"/>
                </a:lnTo>
                <a:lnTo>
                  <a:pt x="326651" y="136525"/>
                </a:lnTo>
                <a:lnTo>
                  <a:pt x="364459" y="111790"/>
                </a:lnTo>
                <a:lnTo>
                  <a:pt x="403777" y="89280"/>
                </a:lnTo>
                <a:lnTo>
                  <a:pt x="444516" y="69084"/>
                </a:lnTo>
                <a:lnTo>
                  <a:pt x="486588" y="51291"/>
                </a:lnTo>
                <a:lnTo>
                  <a:pt x="529903" y="35991"/>
                </a:lnTo>
                <a:lnTo>
                  <a:pt x="574371" y="23272"/>
                </a:lnTo>
                <a:lnTo>
                  <a:pt x="619903" y="13224"/>
                </a:lnTo>
                <a:lnTo>
                  <a:pt x="666411" y="5937"/>
                </a:lnTo>
                <a:lnTo>
                  <a:pt x="713804" y="1499"/>
                </a:lnTo>
                <a:lnTo>
                  <a:pt x="761994" y="0"/>
                </a:lnTo>
                <a:lnTo>
                  <a:pt x="8112185" y="0"/>
                </a:lnTo>
                <a:lnTo>
                  <a:pt x="8160374" y="1499"/>
                </a:lnTo>
                <a:lnTo>
                  <a:pt x="8207767" y="5936"/>
                </a:lnTo>
                <a:lnTo>
                  <a:pt x="8254274" y="13224"/>
                </a:lnTo>
                <a:lnTo>
                  <a:pt x="8299806" y="23271"/>
                </a:lnTo>
                <a:lnTo>
                  <a:pt x="8344274" y="35990"/>
                </a:lnTo>
                <a:lnTo>
                  <a:pt x="8387589" y="51290"/>
                </a:lnTo>
                <a:lnTo>
                  <a:pt x="8429660" y="69083"/>
                </a:lnTo>
                <a:lnTo>
                  <a:pt x="8470400" y="89278"/>
                </a:lnTo>
                <a:lnTo>
                  <a:pt x="8509719" y="111788"/>
                </a:lnTo>
                <a:lnTo>
                  <a:pt x="8547526" y="136522"/>
                </a:lnTo>
                <a:lnTo>
                  <a:pt x="8583735" y="163392"/>
                </a:lnTo>
                <a:lnTo>
                  <a:pt x="8618254" y="192308"/>
                </a:lnTo>
                <a:lnTo>
                  <a:pt x="8650995" y="223181"/>
                </a:lnTo>
                <a:lnTo>
                  <a:pt x="8681868" y="255921"/>
                </a:lnTo>
                <a:lnTo>
                  <a:pt x="8710785" y="290440"/>
                </a:lnTo>
                <a:lnTo>
                  <a:pt x="8737655" y="326648"/>
                </a:lnTo>
                <a:lnTo>
                  <a:pt x="8762390" y="364456"/>
                </a:lnTo>
                <a:lnTo>
                  <a:pt x="8784901" y="403774"/>
                </a:lnTo>
                <a:lnTo>
                  <a:pt x="8805097" y="444514"/>
                </a:lnTo>
                <a:lnTo>
                  <a:pt x="8822891" y="486586"/>
                </a:lnTo>
                <a:lnTo>
                  <a:pt x="8838192" y="529901"/>
                </a:lnTo>
                <a:lnTo>
                  <a:pt x="8850911" y="574369"/>
                </a:lnTo>
                <a:lnTo>
                  <a:pt x="8860959" y="619902"/>
                </a:lnTo>
                <a:lnTo>
                  <a:pt x="8868247" y="666410"/>
                </a:lnTo>
                <a:lnTo>
                  <a:pt x="8872686" y="713804"/>
                </a:lnTo>
                <a:lnTo>
                  <a:pt x="8874185" y="761994"/>
                </a:lnTo>
                <a:lnTo>
                  <a:pt x="8874185" y="2138201"/>
                </a:lnTo>
                <a:lnTo>
                  <a:pt x="8872686" y="2186390"/>
                </a:lnTo>
                <a:lnTo>
                  <a:pt x="8868248" y="2233784"/>
                </a:lnTo>
                <a:lnTo>
                  <a:pt x="8860961" y="2280291"/>
                </a:lnTo>
                <a:lnTo>
                  <a:pt x="8850913" y="2325824"/>
                </a:lnTo>
                <a:lnTo>
                  <a:pt x="8838194" y="2370293"/>
                </a:lnTo>
                <a:lnTo>
                  <a:pt x="8822894" y="2413608"/>
                </a:lnTo>
                <a:lnTo>
                  <a:pt x="8805101" y="2455680"/>
                </a:lnTo>
                <a:lnTo>
                  <a:pt x="8784905" y="2496420"/>
                </a:lnTo>
                <a:lnTo>
                  <a:pt x="8762394" y="2535739"/>
                </a:lnTo>
                <a:lnTo>
                  <a:pt x="8737660" y="2573547"/>
                </a:lnTo>
                <a:lnTo>
                  <a:pt x="8710789" y="2609755"/>
                </a:lnTo>
                <a:lnTo>
                  <a:pt x="8681873" y="2644274"/>
                </a:lnTo>
                <a:lnTo>
                  <a:pt x="8651000" y="2677015"/>
                </a:lnTo>
                <a:lnTo>
                  <a:pt x="8618259" y="2707889"/>
                </a:lnTo>
                <a:lnTo>
                  <a:pt x="8583740" y="2736805"/>
                </a:lnTo>
                <a:lnTo>
                  <a:pt x="8547531" y="2763675"/>
                </a:lnTo>
                <a:lnTo>
                  <a:pt x="8509723" y="2788410"/>
                </a:lnTo>
                <a:lnTo>
                  <a:pt x="8470404" y="2810921"/>
                </a:lnTo>
                <a:lnTo>
                  <a:pt x="8429664" y="2831117"/>
                </a:lnTo>
                <a:lnTo>
                  <a:pt x="8387592" y="2848910"/>
                </a:lnTo>
                <a:lnTo>
                  <a:pt x="8344277" y="2864211"/>
                </a:lnTo>
                <a:lnTo>
                  <a:pt x="8299809" y="2876929"/>
                </a:lnTo>
                <a:lnTo>
                  <a:pt x="8254276" y="2886977"/>
                </a:lnTo>
                <a:lnTo>
                  <a:pt x="8207768" y="2894265"/>
                </a:lnTo>
                <a:lnTo>
                  <a:pt x="8193514" y="2895588"/>
                </a:lnTo>
              </a:path>
            </a:pathLst>
          </a:custGeom>
          <a:ln w="57150">
            <a:solidFill>
              <a:srgbClr val="BA9977"/>
            </a:solidFill>
          </a:ln>
        </p:spPr>
        <p:txBody>
          <a:bodyPr wrap="square" lIns="0" tIns="0" rIns="0" bIns="0" rtlCol="0"/>
          <a:lstStyle/>
          <a:p>
            <a:endParaRPr/>
          </a:p>
        </p:txBody>
      </p:sp>
      <p:sp>
        <p:nvSpPr>
          <p:cNvPr id="14" name="object 14"/>
          <p:cNvSpPr/>
          <p:nvPr/>
        </p:nvSpPr>
        <p:spPr>
          <a:xfrm>
            <a:off x="542753" y="2326285"/>
            <a:ext cx="10875010" cy="2895600"/>
          </a:xfrm>
          <a:custGeom>
            <a:avLst/>
            <a:gdLst/>
            <a:ahLst/>
            <a:cxnLst/>
            <a:rect l="l" t="t" r="r" b="b"/>
            <a:pathLst>
              <a:path w="10875010" h="2533650">
                <a:moveTo>
                  <a:pt x="757392" y="2533652"/>
                </a:moveTo>
                <a:lnTo>
                  <a:pt x="713807" y="2532294"/>
                </a:lnTo>
                <a:lnTo>
                  <a:pt x="666414" y="2527856"/>
                </a:lnTo>
                <a:lnTo>
                  <a:pt x="619907" y="2520568"/>
                </a:lnTo>
                <a:lnTo>
                  <a:pt x="574374" y="2510521"/>
                </a:lnTo>
                <a:lnTo>
                  <a:pt x="529906" y="2497802"/>
                </a:lnTo>
                <a:lnTo>
                  <a:pt x="486592" y="2482501"/>
                </a:lnTo>
                <a:lnTo>
                  <a:pt x="444520" y="2464709"/>
                </a:lnTo>
                <a:lnTo>
                  <a:pt x="403780" y="2444513"/>
                </a:lnTo>
                <a:lnTo>
                  <a:pt x="364462" y="2422003"/>
                </a:lnTo>
                <a:lnTo>
                  <a:pt x="326654" y="2397268"/>
                </a:lnTo>
                <a:lnTo>
                  <a:pt x="290446" y="2370398"/>
                </a:lnTo>
                <a:lnTo>
                  <a:pt x="255928" y="2341482"/>
                </a:lnTo>
                <a:lnTo>
                  <a:pt x="223187" y="2310610"/>
                </a:lnTo>
                <a:lnTo>
                  <a:pt x="192314" y="2277869"/>
                </a:lnTo>
                <a:lnTo>
                  <a:pt x="163398" y="2243351"/>
                </a:lnTo>
                <a:lnTo>
                  <a:pt x="136528" y="2207143"/>
                </a:lnTo>
                <a:lnTo>
                  <a:pt x="111793" y="2169336"/>
                </a:lnTo>
                <a:lnTo>
                  <a:pt x="89283" y="2130018"/>
                </a:lnTo>
                <a:lnTo>
                  <a:pt x="69087" y="2089279"/>
                </a:lnTo>
                <a:lnTo>
                  <a:pt x="51294" y="2047207"/>
                </a:lnTo>
                <a:lnTo>
                  <a:pt x="35993" y="2003893"/>
                </a:lnTo>
                <a:lnTo>
                  <a:pt x="23274" y="1959426"/>
                </a:lnTo>
                <a:lnTo>
                  <a:pt x="13226" y="1913894"/>
                </a:lnTo>
                <a:lnTo>
                  <a:pt x="5938" y="1867387"/>
                </a:lnTo>
                <a:lnTo>
                  <a:pt x="1499" y="1819994"/>
                </a:lnTo>
                <a:lnTo>
                  <a:pt x="0" y="1771805"/>
                </a:lnTo>
                <a:lnTo>
                  <a:pt x="0" y="762000"/>
                </a:lnTo>
                <a:lnTo>
                  <a:pt x="1498" y="713810"/>
                </a:lnTo>
                <a:lnTo>
                  <a:pt x="5936" y="666416"/>
                </a:lnTo>
                <a:lnTo>
                  <a:pt x="13223" y="619909"/>
                </a:lnTo>
                <a:lnTo>
                  <a:pt x="23270" y="574376"/>
                </a:lnTo>
                <a:lnTo>
                  <a:pt x="35989" y="529907"/>
                </a:lnTo>
                <a:lnTo>
                  <a:pt x="51289" y="486592"/>
                </a:lnTo>
                <a:lnTo>
                  <a:pt x="69082" y="444520"/>
                </a:lnTo>
                <a:lnTo>
                  <a:pt x="89278" y="403780"/>
                </a:lnTo>
                <a:lnTo>
                  <a:pt x="111788" y="364462"/>
                </a:lnTo>
                <a:lnTo>
                  <a:pt x="136523" y="326654"/>
                </a:lnTo>
                <a:lnTo>
                  <a:pt x="163393" y="290446"/>
                </a:lnTo>
                <a:lnTo>
                  <a:pt x="192310" y="255926"/>
                </a:lnTo>
                <a:lnTo>
                  <a:pt x="223183" y="223186"/>
                </a:lnTo>
                <a:lnTo>
                  <a:pt x="255924" y="192313"/>
                </a:lnTo>
                <a:lnTo>
                  <a:pt x="290443" y="163397"/>
                </a:lnTo>
                <a:lnTo>
                  <a:pt x="326651" y="136527"/>
                </a:lnTo>
                <a:lnTo>
                  <a:pt x="364460" y="111792"/>
                </a:lnTo>
                <a:lnTo>
                  <a:pt x="403778" y="89282"/>
                </a:lnTo>
                <a:lnTo>
                  <a:pt x="444518" y="69086"/>
                </a:lnTo>
                <a:lnTo>
                  <a:pt x="486590" y="51294"/>
                </a:lnTo>
                <a:lnTo>
                  <a:pt x="529905" y="35993"/>
                </a:lnTo>
                <a:lnTo>
                  <a:pt x="574373" y="23275"/>
                </a:lnTo>
                <a:lnTo>
                  <a:pt x="619906" y="13227"/>
                </a:lnTo>
                <a:lnTo>
                  <a:pt x="666414" y="5940"/>
                </a:lnTo>
                <a:lnTo>
                  <a:pt x="713807" y="1502"/>
                </a:lnTo>
                <a:lnTo>
                  <a:pt x="761997" y="0"/>
                </a:lnTo>
                <a:lnTo>
                  <a:pt x="10112597" y="0"/>
                </a:lnTo>
                <a:lnTo>
                  <a:pt x="10160784" y="1504"/>
                </a:lnTo>
                <a:lnTo>
                  <a:pt x="10208175" y="5944"/>
                </a:lnTo>
                <a:lnTo>
                  <a:pt x="10254681" y="13232"/>
                </a:lnTo>
                <a:lnTo>
                  <a:pt x="10300211" y="23281"/>
                </a:lnTo>
                <a:lnTo>
                  <a:pt x="10344678" y="36000"/>
                </a:lnTo>
                <a:lnTo>
                  <a:pt x="10387991" y="51301"/>
                </a:lnTo>
                <a:lnTo>
                  <a:pt x="10430062" y="69095"/>
                </a:lnTo>
                <a:lnTo>
                  <a:pt x="10470801" y="89291"/>
                </a:lnTo>
                <a:lnTo>
                  <a:pt x="10510118" y="111802"/>
                </a:lnTo>
                <a:lnTo>
                  <a:pt x="10547926" y="136537"/>
                </a:lnTo>
                <a:lnTo>
                  <a:pt x="10584133" y="163407"/>
                </a:lnTo>
                <a:lnTo>
                  <a:pt x="10618651" y="192324"/>
                </a:lnTo>
                <a:lnTo>
                  <a:pt x="10651392" y="223197"/>
                </a:lnTo>
                <a:lnTo>
                  <a:pt x="10682264" y="255938"/>
                </a:lnTo>
                <a:lnTo>
                  <a:pt x="10711179" y="290457"/>
                </a:lnTo>
                <a:lnTo>
                  <a:pt x="10738049" y="326665"/>
                </a:lnTo>
                <a:lnTo>
                  <a:pt x="10762783" y="364473"/>
                </a:lnTo>
                <a:lnTo>
                  <a:pt x="10785292" y="403791"/>
                </a:lnTo>
                <a:lnTo>
                  <a:pt x="10805487" y="444530"/>
                </a:lnTo>
                <a:lnTo>
                  <a:pt x="10823279" y="486602"/>
                </a:lnTo>
                <a:lnTo>
                  <a:pt x="10838578" y="529915"/>
                </a:lnTo>
                <a:lnTo>
                  <a:pt x="10851296" y="574382"/>
                </a:lnTo>
                <a:lnTo>
                  <a:pt x="10861343" y="619913"/>
                </a:lnTo>
                <a:lnTo>
                  <a:pt x="10868630" y="666419"/>
                </a:lnTo>
                <a:lnTo>
                  <a:pt x="10873067" y="713811"/>
                </a:lnTo>
                <a:lnTo>
                  <a:pt x="10874566" y="762000"/>
                </a:lnTo>
                <a:lnTo>
                  <a:pt x="10874566" y="1771804"/>
                </a:lnTo>
                <a:lnTo>
                  <a:pt x="10873066" y="1819991"/>
                </a:lnTo>
                <a:lnTo>
                  <a:pt x="10868628" y="1867382"/>
                </a:lnTo>
                <a:lnTo>
                  <a:pt x="10861340" y="1913887"/>
                </a:lnTo>
                <a:lnTo>
                  <a:pt x="10851293" y="1959418"/>
                </a:lnTo>
                <a:lnTo>
                  <a:pt x="10838575" y="2003884"/>
                </a:lnTo>
                <a:lnTo>
                  <a:pt x="10823275" y="2047197"/>
                </a:lnTo>
                <a:lnTo>
                  <a:pt x="10805483" y="2089267"/>
                </a:lnTo>
                <a:lnTo>
                  <a:pt x="10785288" y="2130006"/>
                </a:lnTo>
                <a:lnTo>
                  <a:pt x="10762779" y="2169324"/>
                </a:lnTo>
                <a:lnTo>
                  <a:pt x="10738045" y="2207131"/>
                </a:lnTo>
                <a:lnTo>
                  <a:pt x="10711176" y="2243339"/>
                </a:lnTo>
                <a:lnTo>
                  <a:pt x="10682261" y="2277858"/>
                </a:lnTo>
                <a:lnTo>
                  <a:pt x="10651389" y="2310598"/>
                </a:lnTo>
                <a:lnTo>
                  <a:pt x="10618649" y="2341471"/>
                </a:lnTo>
                <a:lnTo>
                  <a:pt x="10584131" y="2370388"/>
                </a:lnTo>
                <a:lnTo>
                  <a:pt x="10547924" y="2397258"/>
                </a:lnTo>
                <a:lnTo>
                  <a:pt x="10510117" y="2421994"/>
                </a:lnTo>
                <a:lnTo>
                  <a:pt x="10470800" y="2444504"/>
                </a:lnTo>
                <a:lnTo>
                  <a:pt x="10430061" y="2464701"/>
                </a:lnTo>
                <a:lnTo>
                  <a:pt x="10387991" y="2482495"/>
                </a:lnTo>
                <a:lnTo>
                  <a:pt x="10344678" y="2497796"/>
                </a:lnTo>
                <a:lnTo>
                  <a:pt x="10300211" y="2510515"/>
                </a:lnTo>
                <a:lnTo>
                  <a:pt x="10254681" y="2520564"/>
                </a:lnTo>
                <a:lnTo>
                  <a:pt x="10208175" y="2527853"/>
                </a:lnTo>
                <a:lnTo>
                  <a:pt x="10160784" y="2532293"/>
                </a:lnTo>
                <a:lnTo>
                  <a:pt x="10117171" y="2533653"/>
                </a:lnTo>
              </a:path>
            </a:pathLst>
          </a:custGeom>
          <a:ln w="57150">
            <a:solidFill>
              <a:srgbClr val="BA9977"/>
            </a:solidFill>
          </a:ln>
        </p:spPr>
        <p:txBody>
          <a:bodyPr wrap="square" lIns="0" tIns="0" rIns="0" bIns="0" rtlCol="0"/>
          <a:lstStyle/>
          <a:p>
            <a:endParaRPr/>
          </a:p>
        </p:txBody>
      </p:sp>
      <p:pic>
        <p:nvPicPr>
          <p:cNvPr id="8" name="Picture 7">
            <a:extLst>
              <a:ext uri="{FF2B5EF4-FFF2-40B4-BE49-F238E27FC236}">
                <a16:creationId xmlns:a16="http://schemas.microsoft.com/office/drawing/2014/main" id="{0C6D1DBF-46D3-4D95-9D17-24A6ABA1AF4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5586" y="2538146"/>
            <a:ext cx="10027213" cy="2452954"/>
          </a:xfrm>
          <a:prstGeom prst="rect">
            <a:avLst/>
          </a:prstGeom>
        </p:spPr>
      </p:pic>
      <p:pic>
        <p:nvPicPr>
          <p:cNvPr id="15" name="Picture 14">
            <a:extLst>
              <a:ext uri="{FF2B5EF4-FFF2-40B4-BE49-F238E27FC236}">
                <a16:creationId xmlns:a16="http://schemas.microsoft.com/office/drawing/2014/main" id="{4DFCAD85-DED6-4714-A69F-208F9564C2E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744200" y="6151214"/>
            <a:ext cx="2590800" cy="2881335"/>
          </a:xfrm>
          <a:prstGeom prst="rect">
            <a:avLst/>
          </a:prstGeom>
        </p:spPr>
      </p:pic>
      <p:pic>
        <p:nvPicPr>
          <p:cNvPr id="19" name="Picture 18">
            <a:extLst>
              <a:ext uri="{FF2B5EF4-FFF2-40B4-BE49-F238E27FC236}">
                <a16:creationId xmlns:a16="http://schemas.microsoft.com/office/drawing/2014/main" id="{81DDF261-7D9F-4330-AAE0-CF248BCA81D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808743" y="6146451"/>
            <a:ext cx="2590799" cy="2831602"/>
          </a:xfrm>
          <a:prstGeom prst="rect">
            <a:avLst/>
          </a:prstGeom>
        </p:spPr>
      </p:pic>
    </p:spTree>
    <p:extLst>
      <p:ext uri="{BB962C8B-B14F-4D97-AF65-F5344CB8AC3E}">
        <p14:creationId xmlns:p14="http://schemas.microsoft.com/office/powerpoint/2010/main" val="4076872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8" y="93"/>
            <a:ext cx="2569889" cy="2083451"/>
          </a:xfrm>
          <a:prstGeom prst="rect">
            <a:avLst/>
          </a:prstGeom>
        </p:spPr>
      </p:pic>
      <p:pic>
        <p:nvPicPr>
          <p:cNvPr id="3" name="object 3"/>
          <p:cNvPicPr/>
          <p:nvPr/>
        </p:nvPicPr>
        <p:blipFill>
          <a:blip r:embed="rId3" cstate="print"/>
          <a:stretch>
            <a:fillRect/>
          </a:stretch>
        </p:blipFill>
        <p:spPr>
          <a:xfrm>
            <a:off x="15974353" y="641190"/>
            <a:ext cx="2313645" cy="3131389"/>
          </a:xfrm>
          <a:prstGeom prst="rect">
            <a:avLst/>
          </a:prstGeom>
        </p:spPr>
      </p:pic>
      <p:pic>
        <p:nvPicPr>
          <p:cNvPr id="4" name="object 4"/>
          <p:cNvPicPr/>
          <p:nvPr/>
        </p:nvPicPr>
        <p:blipFill>
          <a:blip r:embed="rId4" cstate="print"/>
          <a:stretch>
            <a:fillRect/>
          </a:stretch>
        </p:blipFill>
        <p:spPr>
          <a:xfrm>
            <a:off x="0" y="8271392"/>
            <a:ext cx="3010139" cy="2006600"/>
          </a:xfrm>
          <a:prstGeom prst="rect">
            <a:avLst/>
          </a:prstGeom>
        </p:spPr>
      </p:pic>
      <p:pic>
        <p:nvPicPr>
          <p:cNvPr id="5" name="object 5"/>
          <p:cNvPicPr/>
          <p:nvPr/>
        </p:nvPicPr>
        <p:blipFill>
          <a:blip r:embed="rId5" cstate="print"/>
          <a:stretch>
            <a:fillRect/>
          </a:stretch>
        </p:blipFill>
        <p:spPr>
          <a:xfrm>
            <a:off x="15547739" y="8833143"/>
            <a:ext cx="2740211" cy="1453505"/>
          </a:xfrm>
          <a:prstGeom prst="rect">
            <a:avLst/>
          </a:prstGeom>
        </p:spPr>
      </p:pic>
      <p:sp>
        <p:nvSpPr>
          <p:cNvPr id="6" name="object 6"/>
          <p:cNvSpPr/>
          <p:nvPr/>
        </p:nvSpPr>
        <p:spPr>
          <a:xfrm>
            <a:off x="4096661" y="439679"/>
            <a:ext cx="10765155" cy="1739900"/>
          </a:xfrm>
          <a:custGeom>
            <a:avLst/>
            <a:gdLst/>
            <a:ahLst/>
            <a:cxnLst/>
            <a:rect l="l" t="t" r="r" b="b"/>
            <a:pathLst>
              <a:path w="10765155" h="1739900">
                <a:moveTo>
                  <a:pt x="10567021" y="1739800"/>
                </a:moveTo>
                <a:lnTo>
                  <a:pt x="200025" y="1739800"/>
                </a:lnTo>
                <a:lnTo>
                  <a:pt x="154161" y="1734518"/>
                </a:lnTo>
                <a:lnTo>
                  <a:pt x="112059" y="1719470"/>
                </a:lnTo>
                <a:lnTo>
                  <a:pt x="74919" y="1695857"/>
                </a:lnTo>
                <a:lnTo>
                  <a:pt x="43943" y="1664881"/>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5" y="0"/>
                </a:lnTo>
                <a:lnTo>
                  <a:pt x="10567021" y="0"/>
                </a:lnTo>
                <a:lnTo>
                  <a:pt x="10612881" y="5282"/>
                </a:lnTo>
                <a:lnTo>
                  <a:pt x="10654979" y="20330"/>
                </a:lnTo>
                <a:lnTo>
                  <a:pt x="10692116" y="43943"/>
                </a:lnTo>
                <a:lnTo>
                  <a:pt x="10723090" y="74919"/>
                </a:lnTo>
                <a:lnTo>
                  <a:pt x="10746701" y="112059"/>
                </a:lnTo>
                <a:lnTo>
                  <a:pt x="10761749" y="154161"/>
                </a:lnTo>
                <a:lnTo>
                  <a:pt x="10765014" y="182514"/>
                </a:lnTo>
                <a:lnTo>
                  <a:pt x="10765014" y="1557286"/>
                </a:lnTo>
                <a:lnTo>
                  <a:pt x="10746701" y="1627741"/>
                </a:lnTo>
                <a:lnTo>
                  <a:pt x="10723090" y="1664881"/>
                </a:lnTo>
                <a:lnTo>
                  <a:pt x="10692116" y="1695857"/>
                </a:lnTo>
                <a:lnTo>
                  <a:pt x="10654979" y="1719470"/>
                </a:lnTo>
                <a:lnTo>
                  <a:pt x="10612881" y="1734518"/>
                </a:lnTo>
                <a:lnTo>
                  <a:pt x="10567021" y="1739800"/>
                </a:lnTo>
                <a:close/>
              </a:path>
            </a:pathLst>
          </a:custGeom>
          <a:solidFill>
            <a:srgbClr val="DABD9D">
              <a:alpha val="78999"/>
            </a:srgbClr>
          </a:solidFill>
        </p:spPr>
        <p:txBody>
          <a:bodyPr wrap="square" lIns="0" tIns="0" rIns="0" bIns="0" rtlCol="0"/>
          <a:lstStyle/>
          <a:p>
            <a:endParaRPr/>
          </a:p>
        </p:txBody>
      </p:sp>
      <p:sp>
        <p:nvSpPr>
          <p:cNvPr id="10" name="object 10"/>
          <p:cNvSpPr/>
          <p:nvPr/>
        </p:nvSpPr>
        <p:spPr>
          <a:xfrm>
            <a:off x="10439400" y="5778382"/>
            <a:ext cx="6367780" cy="3496310"/>
          </a:xfrm>
          <a:custGeom>
            <a:avLst/>
            <a:gdLst/>
            <a:ahLst/>
            <a:cxnLst/>
            <a:rect l="l" t="t" r="r" b="b"/>
            <a:pathLst>
              <a:path w="6367780" h="3496309">
                <a:moveTo>
                  <a:pt x="691772" y="3495685"/>
                </a:moveTo>
                <a:lnTo>
                  <a:pt x="619957" y="3486034"/>
                </a:lnTo>
                <a:lnTo>
                  <a:pt x="574424" y="3475986"/>
                </a:lnTo>
                <a:lnTo>
                  <a:pt x="529956" y="3463266"/>
                </a:lnTo>
                <a:lnTo>
                  <a:pt x="486641" y="3447965"/>
                </a:lnTo>
                <a:lnTo>
                  <a:pt x="444570" y="3430172"/>
                </a:lnTo>
                <a:lnTo>
                  <a:pt x="403830" y="3409975"/>
                </a:lnTo>
                <a:lnTo>
                  <a:pt x="364512" y="3387464"/>
                </a:lnTo>
                <a:lnTo>
                  <a:pt x="326705" y="3362728"/>
                </a:lnTo>
                <a:lnTo>
                  <a:pt x="290498" y="3335857"/>
                </a:lnTo>
                <a:lnTo>
                  <a:pt x="255979" y="3306941"/>
                </a:lnTo>
                <a:lnTo>
                  <a:pt x="223239" y="3276067"/>
                </a:lnTo>
                <a:lnTo>
                  <a:pt x="192367" y="3243326"/>
                </a:lnTo>
                <a:lnTo>
                  <a:pt x="163452" y="3208806"/>
                </a:lnTo>
                <a:lnTo>
                  <a:pt x="136582" y="3172598"/>
                </a:lnTo>
                <a:lnTo>
                  <a:pt x="111848" y="3134790"/>
                </a:lnTo>
                <a:lnTo>
                  <a:pt x="89339" y="3095472"/>
                </a:lnTo>
                <a:lnTo>
                  <a:pt x="69143" y="3054732"/>
                </a:lnTo>
                <a:lnTo>
                  <a:pt x="51351" y="3012660"/>
                </a:lnTo>
                <a:lnTo>
                  <a:pt x="36051" y="2969346"/>
                </a:lnTo>
                <a:lnTo>
                  <a:pt x="23332" y="2924878"/>
                </a:lnTo>
                <a:lnTo>
                  <a:pt x="13285" y="2879346"/>
                </a:lnTo>
                <a:lnTo>
                  <a:pt x="5998" y="2832839"/>
                </a:lnTo>
                <a:lnTo>
                  <a:pt x="1560" y="2785446"/>
                </a:lnTo>
                <a:lnTo>
                  <a:pt x="0" y="2737257"/>
                </a:lnTo>
                <a:lnTo>
                  <a:pt x="0" y="761986"/>
                </a:lnTo>
                <a:lnTo>
                  <a:pt x="1561" y="713799"/>
                </a:lnTo>
                <a:lnTo>
                  <a:pt x="5999" y="666406"/>
                </a:lnTo>
                <a:lnTo>
                  <a:pt x="13287" y="619899"/>
                </a:lnTo>
                <a:lnTo>
                  <a:pt x="23335" y="574368"/>
                </a:lnTo>
                <a:lnTo>
                  <a:pt x="36054" y="529900"/>
                </a:lnTo>
                <a:lnTo>
                  <a:pt x="51355" y="486586"/>
                </a:lnTo>
                <a:lnTo>
                  <a:pt x="69148" y="444515"/>
                </a:lnTo>
                <a:lnTo>
                  <a:pt x="89344" y="403776"/>
                </a:lnTo>
                <a:lnTo>
                  <a:pt x="111853" y="364458"/>
                </a:lnTo>
                <a:lnTo>
                  <a:pt x="136587" y="326651"/>
                </a:lnTo>
                <a:lnTo>
                  <a:pt x="163457" y="290443"/>
                </a:lnTo>
                <a:lnTo>
                  <a:pt x="192372" y="255925"/>
                </a:lnTo>
                <a:lnTo>
                  <a:pt x="223245" y="223184"/>
                </a:lnTo>
                <a:lnTo>
                  <a:pt x="255984" y="192311"/>
                </a:lnTo>
                <a:lnTo>
                  <a:pt x="290503" y="163395"/>
                </a:lnTo>
                <a:lnTo>
                  <a:pt x="326710" y="136525"/>
                </a:lnTo>
                <a:lnTo>
                  <a:pt x="364517" y="111790"/>
                </a:lnTo>
                <a:lnTo>
                  <a:pt x="403835" y="89280"/>
                </a:lnTo>
                <a:lnTo>
                  <a:pt x="444574" y="69083"/>
                </a:lnTo>
                <a:lnTo>
                  <a:pt x="486645" y="51290"/>
                </a:lnTo>
                <a:lnTo>
                  <a:pt x="529959" y="35989"/>
                </a:lnTo>
                <a:lnTo>
                  <a:pt x="574427" y="23271"/>
                </a:lnTo>
                <a:lnTo>
                  <a:pt x="619959" y="13223"/>
                </a:lnTo>
                <a:lnTo>
                  <a:pt x="666466" y="5936"/>
                </a:lnTo>
                <a:lnTo>
                  <a:pt x="713859" y="1499"/>
                </a:lnTo>
                <a:lnTo>
                  <a:pt x="762048" y="0"/>
                </a:lnTo>
                <a:lnTo>
                  <a:pt x="5605733" y="0"/>
                </a:lnTo>
                <a:lnTo>
                  <a:pt x="5653922" y="1500"/>
                </a:lnTo>
                <a:lnTo>
                  <a:pt x="5701315" y="5938"/>
                </a:lnTo>
                <a:lnTo>
                  <a:pt x="5747822" y="13225"/>
                </a:lnTo>
                <a:lnTo>
                  <a:pt x="5793354" y="23273"/>
                </a:lnTo>
                <a:lnTo>
                  <a:pt x="5837822" y="35992"/>
                </a:lnTo>
                <a:lnTo>
                  <a:pt x="5881136" y="51292"/>
                </a:lnTo>
                <a:lnTo>
                  <a:pt x="5923207" y="69085"/>
                </a:lnTo>
                <a:lnTo>
                  <a:pt x="5963947" y="89281"/>
                </a:lnTo>
                <a:lnTo>
                  <a:pt x="6003265" y="111790"/>
                </a:lnTo>
                <a:lnTo>
                  <a:pt x="6041072" y="136525"/>
                </a:lnTo>
                <a:lnTo>
                  <a:pt x="6077280" y="163394"/>
                </a:lnTo>
                <a:lnTo>
                  <a:pt x="6111799" y="192310"/>
                </a:lnTo>
                <a:lnTo>
                  <a:pt x="6144539" y="223183"/>
                </a:lnTo>
                <a:lnTo>
                  <a:pt x="6175412" y="255923"/>
                </a:lnTo>
                <a:lnTo>
                  <a:pt x="6204329" y="290441"/>
                </a:lnTo>
                <a:lnTo>
                  <a:pt x="6231199" y="326649"/>
                </a:lnTo>
                <a:lnTo>
                  <a:pt x="6255934" y="364456"/>
                </a:lnTo>
                <a:lnTo>
                  <a:pt x="6278444" y="403774"/>
                </a:lnTo>
                <a:lnTo>
                  <a:pt x="6298640" y="444513"/>
                </a:lnTo>
                <a:lnTo>
                  <a:pt x="6316434" y="486584"/>
                </a:lnTo>
                <a:lnTo>
                  <a:pt x="6331735" y="529898"/>
                </a:lnTo>
                <a:lnTo>
                  <a:pt x="6344454" y="574366"/>
                </a:lnTo>
                <a:lnTo>
                  <a:pt x="6354502" y="619898"/>
                </a:lnTo>
                <a:lnTo>
                  <a:pt x="6361791" y="666405"/>
                </a:lnTo>
                <a:lnTo>
                  <a:pt x="6366229" y="713798"/>
                </a:lnTo>
                <a:lnTo>
                  <a:pt x="6367729" y="761988"/>
                </a:lnTo>
                <a:lnTo>
                  <a:pt x="6367729" y="2737257"/>
                </a:lnTo>
                <a:lnTo>
                  <a:pt x="6366230" y="2785446"/>
                </a:lnTo>
                <a:lnTo>
                  <a:pt x="6361792" y="2832840"/>
                </a:lnTo>
                <a:lnTo>
                  <a:pt x="6354504" y="2879347"/>
                </a:lnTo>
                <a:lnTo>
                  <a:pt x="6344456" y="2924879"/>
                </a:lnTo>
                <a:lnTo>
                  <a:pt x="6331738" y="2969347"/>
                </a:lnTo>
                <a:lnTo>
                  <a:pt x="6316437" y="3012662"/>
                </a:lnTo>
                <a:lnTo>
                  <a:pt x="6298644" y="3054734"/>
                </a:lnTo>
                <a:lnTo>
                  <a:pt x="6278448" y="3095474"/>
                </a:lnTo>
                <a:lnTo>
                  <a:pt x="6255938" y="3134792"/>
                </a:lnTo>
                <a:lnTo>
                  <a:pt x="6231204" y="3172600"/>
                </a:lnTo>
                <a:lnTo>
                  <a:pt x="6204334" y="3208809"/>
                </a:lnTo>
                <a:lnTo>
                  <a:pt x="6175418" y="3243328"/>
                </a:lnTo>
                <a:lnTo>
                  <a:pt x="6144545" y="3276069"/>
                </a:lnTo>
                <a:lnTo>
                  <a:pt x="6111804" y="3306942"/>
                </a:lnTo>
                <a:lnTo>
                  <a:pt x="6077285" y="3335858"/>
                </a:lnTo>
                <a:lnTo>
                  <a:pt x="6041077" y="3362729"/>
                </a:lnTo>
                <a:lnTo>
                  <a:pt x="6003269" y="3387464"/>
                </a:lnTo>
                <a:lnTo>
                  <a:pt x="5963951" y="3409974"/>
                </a:lnTo>
                <a:lnTo>
                  <a:pt x="5923211" y="3430170"/>
                </a:lnTo>
                <a:lnTo>
                  <a:pt x="5881139" y="3447963"/>
                </a:lnTo>
                <a:lnTo>
                  <a:pt x="5837824" y="3463264"/>
                </a:lnTo>
                <a:lnTo>
                  <a:pt x="5793356" y="3475983"/>
                </a:lnTo>
                <a:lnTo>
                  <a:pt x="5747823" y="3486031"/>
                </a:lnTo>
                <a:lnTo>
                  <a:pt x="5701316" y="3493319"/>
                </a:lnTo>
                <a:lnTo>
                  <a:pt x="5675991" y="3495681"/>
                </a:lnTo>
              </a:path>
            </a:pathLst>
          </a:custGeom>
          <a:ln w="57149">
            <a:solidFill>
              <a:srgbClr val="BA9977"/>
            </a:solidFill>
          </a:ln>
        </p:spPr>
        <p:txBody>
          <a:bodyPr wrap="square" lIns="0" tIns="0" rIns="0" bIns="0" rtlCol="0"/>
          <a:lstStyle/>
          <a:p>
            <a:endParaRPr/>
          </a:p>
        </p:txBody>
      </p:sp>
      <p:sp>
        <p:nvSpPr>
          <p:cNvPr id="11" name="object 11"/>
          <p:cNvSpPr txBox="1">
            <a:spLocks noGrp="1"/>
          </p:cNvSpPr>
          <p:nvPr>
            <p:ph type="title"/>
          </p:nvPr>
        </p:nvSpPr>
        <p:spPr>
          <a:xfrm>
            <a:off x="3336093" y="292901"/>
            <a:ext cx="12385040" cy="1674817"/>
          </a:xfrm>
          <a:prstGeom prst="rect">
            <a:avLst/>
          </a:prstGeom>
        </p:spPr>
        <p:txBody>
          <a:bodyPr vert="horz" wrap="square" lIns="0" tIns="12700" rIns="0" bIns="0" rtlCol="0">
            <a:spAutoFit/>
          </a:bodyPr>
          <a:lstStyle/>
          <a:p>
            <a:pPr marL="1713864" marR="5080" indent="-542290">
              <a:lnSpc>
                <a:spcPct val="115900"/>
              </a:lnSpc>
              <a:spcBef>
                <a:spcPts val="100"/>
              </a:spcBef>
            </a:pPr>
            <a:r>
              <a:rPr sz="4800" spc="685" dirty="0"/>
              <a:t>Q</a:t>
            </a:r>
            <a:r>
              <a:rPr lang="en-US" sz="4800" spc="685" dirty="0"/>
              <a:t>9</a:t>
            </a:r>
            <a:r>
              <a:rPr sz="4800" spc="130" dirty="0"/>
              <a:t> </a:t>
            </a:r>
            <a:r>
              <a:rPr sz="4800" spc="795" dirty="0"/>
              <a:t>-</a:t>
            </a:r>
            <a:r>
              <a:rPr sz="4800" spc="135" dirty="0"/>
              <a:t> </a:t>
            </a:r>
            <a:r>
              <a:rPr lang="en-US" sz="4800" spc="425" dirty="0"/>
              <a:t>At what time of day are most orders placed?</a:t>
            </a:r>
            <a:endParaRPr sz="4800" dirty="0"/>
          </a:p>
        </p:txBody>
      </p:sp>
      <p:sp>
        <p:nvSpPr>
          <p:cNvPr id="12" name="object 12"/>
          <p:cNvSpPr txBox="1"/>
          <p:nvPr/>
        </p:nvSpPr>
        <p:spPr>
          <a:xfrm>
            <a:off x="724170" y="6151214"/>
            <a:ext cx="7976234" cy="1877437"/>
          </a:xfrm>
          <a:prstGeom prst="rect">
            <a:avLst/>
          </a:prstGeom>
        </p:spPr>
        <p:txBody>
          <a:bodyPr vert="horz" wrap="square" lIns="0" tIns="83820" rIns="0" bIns="0" rtlCol="0">
            <a:spAutoFit/>
          </a:bodyPr>
          <a:lstStyle/>
          <a:p>
            <a:pPr marL="12700">
              <a:lnSpc>
                <a:spcPct val="100000"/>
              </a:lnSpc>
              <a:spcBef>
                <a:spcPts val="660"/>
              </a:spcBef>
            </a:pPr>
            <a:r>
              <a:rPr sz="2750" spc="-25" dirty="0">
                <a:solidFill>
                  <a:srgbClr val="672912"/>
                </a:solidFill>
                <a:latin typeface="Verdana"/>
                <a:cs typeface="Verdana"/>
              </a:rPr>
              <a:t>Insight</a:t>
            </a:r>
            <a:r>
              <a:rPr sz="2750" spc="-45" dirty="0">
                <a:solidFill>
                  <a:srgbClr val="672912"/>
                </a:solidFill>
                <a:latin typeface="Verdana"/>
                <a:cs typeface="Verdana"/>
              </a:rPr>
              <a:t> </a:t>
            </a:r>
            <a:r>
              <a:rPr sz="2750" spc="-575" dirty="0">
                <a:solidFill>
                  <a:srgbClr val="672912"/>
                </a:solidFill>
                <a:latin typeface="Verdana"/>
                <a:cs typeface="Verdana"/>
              </a:rPr>
              <a:t>:</a:t>
            </a:r>
            <a:endParaRPr sz="2750" dirty="0">
              <a:latin typeface="Verdana"/>
              <a:cs typeface="Verdana"/>
            </a:endParaRPr>
          </a:p>
          <a:p>
            <a:pPr marL="12700">
              <a:lnSpc>
                <a:spcPct val="100000"/>
              </a:lnSpc>
              <a:spcBef>
                <a:spcPts val="570"/>
              </a:spcBef>
            </a:pPr>
            <a:r>
              <a:rPr lang="en-US" sz="2800" dirty="0">
                <a:solidFill>
                  <a:schemeClr val="accent2">
                    <a:lumMod val="50000"/>
                  </a:schemeClr>
                </a:solidFill>
              </a:rPr>
              <a:t>Order volume peaks during lunch and evening hours, indicating clear meal-time demand patterns.</a:t>
            </a:r>
            <a:endParaRPr sz="2750" dirty="0">
              <a:solidFill>
                <a:schemeClr val="accent2">
                  <a:lumMod val="50000"/>
                </a:schemeClr>
              </a:solidFill>
              <a:latin typeface="Verdana"/>
              <a:cs typeface="Verdana"/>
            </a:endParaRPr>
          </a:p>
        </p:txBody>
      </p:sp>
      <p:sp>
        <p:nvSpPr>
          <p:cNvPr id="13" name="object 13"/>
          <p:cNvSpPr/>
          <p:nvPr/>
        </p:nvSpPr>
        <p:spPr>
          <a:xfrm>
            <a:off x="269753" y="5742583"/>
            <a:ext cx="8874760" cy="2895600"/>
          </a:xfrm>
          <a:custGeom>
            <a:avLst/>
            <a:gdLst/>
            <a:ahLst/>
            <a:cxnLst/>
            <a:rect l="l" t="t" r="r" b="b"/>
            <a:pathLst>
              <a:path w="8874760" h="2895600">
                <a:moveTo>
                  <a:pt x="680664" y="2895596"/>
                </a:moveTo>
                <a:lnTo>
                  <a:pt x="619901" y="2886977"/>
                </a:lnTo>
                <a:lnTo>
                  <a:pt x="574368" y="2876929"/>
                </a:lnTo>
                <a:lnTo>
                  <a:pt x="529899" y="2864209"/>
                </a:lnTo>
                <a:lnTo>
                  <a:pt x="486584" y="2848908"/>
                </a:lnTo>
                <a:lnTo>
                  <a:pt x="444512" y="2831115"/>
                </a:lnTo>
                <a:lnTo>
                  <a:pt x="403772" y="2810918"/>
                </a:lnTo>
                <a:lnTo>
                  <a:pt x="364454" y="2788408"/>
                </a:lnTo>
                <a:lnTo>
                  <a:pt x="326646" y="2763673"/>
                </a:lnTo>
                <a:lnTo>
                  <a:pt x="290438" y="2736802"/>
                </a:lnTo>
                <a:lnTo>
                  <a:pt x="255919" y="2707885"/>
                </a:lnTo>
                <a:lnTo>
                  <a:pt x="223179" y="2677012"/>
                </a:lnTo>
                <a:lnTo>
                  <a:pt x="192306" y="2644270"/>
                </a:lnTo>
                <a:lnTo>
                  <a:pt x="163390" y="2609751"/>
                </a:lnTo>
                <a:lnTo>
                  <a:pt x="136521" y="2573543"/>
                </a:lnTo>
                <a:lnTo>
                  <a:pt x="111786" y="2535735"/>
                </a:lnTo>
                <a:lnTo>
                  <a:pt x="89277" y="2496416"/>
                </a:lnTo>
                <a:lnTo>
                  <a:pt x="69081" y="2455676"/>
                </a:lnTo>
                <a:lnTo>
                  <a:pt x="51289" y="2413604"/>
                </a:lnTo>
                <a:lnTo>
                  <a:pt x="35989" y="2370290"/>
                </a:lnTo>
                <a:lnTo>
                  <a:pt x="23271" y="2325822"/>
                </a:lnTo>
                <a:lnTo>
                  <a:pt x="13223" y="2280289"/>
                </a:lnTo>
                <a:lnTo>
                  <a:pt x="5936" y="2233782"/>
                </a:lnTo>
                <a:lnTo>
                  <a:pt x="1499" y="2186390"/>
                </a:lnTo>
                <a:lnTo>
                  <a:pt x="0" y="2138200"/>
                </a:lnTo>
                <a:lnTo>
                  <a:pt x="0" y="761994"/>
                </a:lnTo>
                <a:lnTo>
                  <a:pt x="1499" y="713804"/>
                </a:lnTo>
                <a:lnTo>
                  <a:pt x="5937" y="666411"/>
                </a:lnTo>
                <a:lnTo>
                  <a:pt x="13225" y="619904"/>
                </a:lnTo>
                <a:lnTo>
                  <a:pt x="23273" y="574371"/>
                </a:lnTo>
                <a:lnTo>
                  <a:pt x="35992" y="529903"/>
                </a:lnTo>
                <a:lnTo>
                  <a:pt x="51292" y="486589"/>
                </a:lnTo>
                <a:lnTo>
                  <a:pt x="69085" y="444517"/>
                </a:lnTo>
                <a:lnTo>
                  <a:pt x="89281" y="403778"/>
                </a:lnTo>
                <a:lnTo>
                  <a:pt x="111791" y="364459"/>
                </a:lnTo>
                <a:lnTo>
                  <a:pt x="136526" y="326652"/>
                </a:lnTo>
                <a:lnTo>
                  <a:pt x="163395" y="290444"/>
                </a:lnTo>
                <a:lnTo>
                  <a:pt x="192311" y="255925"/>
                </a:lnTo>
                <a:lnTo>
                  <a:pt x="223184" y="223184"/>
                </a:lnTo>
                <a:lnTo>
                  <a:pt x="255924" y="192311"/>
                </a:lnTo>
                <a:lnTo>
                  <a:pt x="290443" y="163395"/>
                </a:lnTo>
                <a:lnTo>
                  <a:pt x="326651" y="136525"/>
                </a:lnTo>
                <a:lnTo>
                  <a:pt x="364459" y="111790"/>
                </a:lnTo>
                <a:lnTo>
                  <a:pt x="403777" y="89280"/>
                </a:lnTo>
                <a:lnTo>
                  <a:pt x="444516" y="69084"/>
                </a:lnTo>
                <a:lnTo>
                  <a:pt x="486588" y="51291"/>
                </a:lnTo>
                <a:lnTo>
                  <a:pt x="529903" y="35991"/>
                </a:lnTo>
                <a:lnTo>
                  <a:pt x="574371" y="23272"/>
                </a:lnTo>
                <a:lnTo>
                  <a:pt x="619903" y="13224"/>
                </a:lnTo>
                <a:lnTo>
                  <a:pt x="666411" y="5937"/>
                </a:lnTo>
                <a:lnTo>
                  <a:pt x="713804" y="1499"/>
                </a:lnTo>
                <a:lnTo>
                  <a:pt x="761994" y="0"/>
                </a:lnTo>
                <a:lnTo>
                  <a:pt x="8112185" y="0"/>
                </a:lnTo>
                <a:lnTo>
                  <a:pt x="8160374" y="1499"/>
                </a:lnTo>
                <a:lnTo>
                  <a:pt x="8207767" y="5936"/>
                </a:lnTo>
                <a:lnTo>
                  <a:pt x="8254274" y="13224"/>
                </a:lnTo>
                <a:lnTo>
                  <a:pt x="8299806" y="23271"/>
                </a:lnTo>
                <a:lnTo>
                  <a:pt x="8344274" y="35990"/>
                </a:lnTo>
                <a:lnTo>
                  <a:pt x="8387589" y="51290"/>
                </a:lnTo>
                <a:lnTo>
                  <a:pt x="8429660" y="69083"/>
                </a:lnTo>
                <a:lnTo>
                  <a:pt x="8470400" y="89278"/>
                </a:lnTo>
                <a:lnTo>
                  <a:pt x="8509719" y="111788"/>
                </a:lnTo>
                <a:lnTo>
                  <a:pt x="8547526" y="136522"/>
                </a:lnTo>
                <a:lnTo>
                  <a:pt x="8583735" y="163392"/>
                </a:lnTo>
                <a:lnTo>
                  <a:pt x="8618254" y="192308"/>
                </a:lnTo>
                <a:lnTo>
                  <a:pt x="8650995" y="223181"/>
                </a:lnTo>
                <a:lnTo>
                  <a:pt x="8681868" y="255921"/>
                </a:lnTo>
                <a:lnTo>
                  <a:pt x="8710785" y="290440"/>
                </a:lnTo>
                <a:lnTo>
                  <a:pt x="8737655" y="326648"/>
                </a:lnTo>
                <a:lnTo>
                  <a:pt x="8762390" y="364456"/>
                </a:lnTo>
                <a:lnTo>
                  <a:pt x="8784901" y="403774"/>
                </a:lnTo>
                <a:lnTo>
                  <a:pt x="8805097" y="444514"/>
                </a:lnTo>
                <a:lnTo>
                  <a:pt x="8822891" y="486586"/>
                </a:lnTo>
                <a:lnTo>
                  <a:pt x="8838192" y="529901"/>
                </a:lnTo>
                <a:lnTo>
                  <a:pt x="8850911" y="574369"/>
                </a:lnTo>
                <a:lnTo>
                  <a:pt x="8860959" y="619902"/>
                </a:lnTo>
                <a:lnTo>
                  <a:pt x="8868247" y="666410"/>
                </a:lnTo>
                <a:lnTo>
                  <a:pt x="8872686" y="713804"/>
                </a:lnTo>
                <a:lnTo>
                  <a:pt x="8874185" y="761994"/>
                </a:lnTo>
                <a:lnTo>
                  <a:pt x="8874185" y="2138201"/>
                </a:lnTo>
                <a:lnTo>
                  <a:pt x="8872686" y="2186390"/>
                </a:lnTo>
                <a:lnTo>
                  <a:pt x="8868248" y="2233784"/>
                </a:lnTo>
                <a:lnTo>
                  <a:pt x="8860961" y="2280291"/>
                </a:lnTo>
                <a:lnTo>
                  <a:pt x="8850913" y="2325824"/>
                </a:lnTo>
                <a:lnTo>
                  <a:pt x="8838194" y="2370293"/>
                </a:lnTo>
                <a:lnTo>
                  <a:pt x="8822894" y="2413608"/>
                </a:lnTo>
                <a:lnTo>
                  <a:pt x="8805101" y="2455680"/>
                </a:lnTo>
                <a:lnTo>
                  <a:pt x="8784905" y="2496420"/>
                </a:lnTo>
                <a:lnTo>
                  <a:pt x="8762394" y="2535739"/>
                </a:lnTo>
                <a:lnTo>
                  <a:pt x="8737660" y="2573547"/>
                </a:lnTo>
                <a:lnTo>
                  <a:pt x="8710789" y="2609755"/>
                </a:lnTo>
                <a:lnTo>
                  <a:pt x="8681873" y="2644274"/>
                </a:lnTo>
                <a:lnTo>
                  <a:pt x="8651000" y="2677015"/>
                </a:lnTo>
                <a:lnTo>
                  <a:pt x="8618259" y="2707889"/>
                </a:lnTo>
                <a:lnTo>
                  <a:pt x="8583740" y="2736805"/>
                </a:lnTo>
                <a:lnTo>
                  <a:pt x="8547531" y="2763675"/>
                </a:lnTo>
                <a:lnTo>
                  <a:pt x="8509723" y="2788410"/>
                </a:lnTo>
                <a:lnTo>
                  <a:pt x="8470404" y="2810921"/>
                </a:lnTo>
                <a:lnTo>
                  <a:pt x="8429664" y="2831117"/>
                </a:lnTo>
                <a:lnTo>
                  <a:pt x="8387592" y="2848910"/>
                </a:lnTo>
                <a:lnTo>
                  <a:pt x="8344277" y="2864211"/>
                </a:lnTo>
                <a:lnTo>
                  <a:pt x="8299809" y="2876929"/>
                </a:lnTo>
                <a:lnTo>
                  <a:pt x="8254276" y="2886977"/>
                </a:lnTo>
                <a:lnTo>
                  <a:pt x="8207768" y="2894265"/>
                </a:lnTo>
                <a:lnTo>
                  <a:pt x="8193514" y="2895588"/>
                </a:lnTo>
              </a:path>
            </a:pathLst>
          </a:custGeom>
          <a:ln w="57150">
            <a:solidFill>
              <a:srgbClr val="BA9977"/>
            </a:solidFill>
          </a:ln>
        </p:spPr>
        <p:txBody>
          <a:bodyPr wrap="square" lIns="0" tIns="0" rIns="0" bIns="0" rtlCol="0"/>
          <a:lstStyle/>
          <a:p>
            <a:endParaRPr/>
          </a:p>
        </p:txBody>
      </p:sp>
      <p:sp>
        <p:nvSpPr>
          <p:cNvPr id="14" name="object 14"/>
          <p:cNvSpPr/>
          <p:nvPr/>
        </p:nvSpPr>
        <p:spPr>
          <a:xfrm>
            <a:off x="542753" y="2326285"/>
            <a:ext cx="10875010" cy="2895600"/>
          </a:xfrm>
          <a:custGeom>
            <a:avLst/>
            <a:gdLst/>
            <a:ahLst/>
            <a:cxnLst/>
            <a:rect l="l" t="t" r="r" b="b"/>
            <a:pathLst>
              <a:path w="10875010" h="2533650">
                <a:moveTo>
                  <a:pt x="757392" y="2533652"/>
                </a:moveTo>
                <a:lnTo>
                  <a:pt x="713807" y="2532294"/>
                </a:lnTo>
                <a:lnTo>
                  <a:pt x="666414" y="2527856"/>
                </a:lnTo>
                <a:lnTo>
                  <a:pt x="619907" y="2520568"/>
                </a:lnTo>
                <a:lnTo>
                  <a:pt x="574374" y="2510521"/>
                </a:lnTo>
                <a:lnTo>
                  <a:pt x="529906" y="2497802"/>
                </a:lnTo>
                <a:lnTo>
                  <a:pt x="486592" y="2482501"/>
                </a:lnTo>
                <a:lnTo>
                  <a:pt x="444520" y="2464709"/>
                </a:lnTo>
                <a:lnTo>
                  <a:pt x="403780" y="2444513"/>
                </a:lnTo>
                <a:lnTo>
                  <a:pt x="364462" y="2422003"/>
                </a:lnTo>
                <a:lnTo>
                  <a:pt x="326654" y="2397268"/>
                </a:lnTo>
                <a:lnTo>
                  <a:pt x="290446" y="2370398"/>
                </a:lnTo>
                <a:lnTo>
                  <a:pt x="255928" y="2341482"/>
                </a:lnTo>
                <a:lnTo>
                  <a:pt x="223187" y="2310610"/>
                </a:lnTo>
                <a:lnTo>
                  <a:pt x="192314" y="2277869"/>
                </a:lnTo>
                <a:lnTo>
                  <a:pt x="163398" y="2243351"/>
                </a:lnTo>
                <a:lnTo>
                  <a:pt x="136528" y="2207143"/>
                </a:lnTo>
                <a:lnTo>
                  <a:pt x="111793" y="2169336"/>
                </a:lnTo>
                <a:lnTo>
                  <a:pt x="89283" y="2130018"/>
                </a:lnTo>
                <a:lnTo>
                  <a:pt x="69087" y="2089279"/>
                </a:lnTo>
                <a:lnTo>
                  <a:pt x="51294" y="2047207"/>
                </a:lnTo>
                <a:lnTo>
                  <a:pt x="35993" y="2003893"/>
                </a:lnTo>
                <a:lnTo>
                  <a:pt x="23274" y="1959426"/>
                </a:lnTo>
                <a:lnTo>
                  <a:pt x="13226" y="1913894"/>
                </a:lnTo>
                <a:lnTo>
                  <a:pt x="5938" y="1867387"/>
                </a:lnTo>
                <a:lnTo>
                  <a:pt x="1499" y="1819994"/>
                </a:lnTo>
                <a:lnTo>
                  <a:pt x="0" y="1771805"/>
                </a:lnTo>
                <a:lnTo>
                  <a:pt x="0" y="762000"/>
                </a:lnTo>
                <a:lnTo>
                  <a:pt x="1498" y="713810"/>
                </a:lnTo>
                <a:lnTo>
                  <a:pt x="5936" y="666416"/>
                </a:lnTo>
                <a:lnTo>
                  <a:pt x="13223" y="619909"/>
                </a:lnTo>
                <a:lnTo>
                  <a:pt x="23270" y="574376"/>
                </a:lnTo>
                <a:lnTo>
                  <a:pt x="35989" y="529907"/>
                </a:lnTo>
                <a:lnTo>
                  <a:pt x="51289" y="486592"/>
                </a:lnTo>
                <a:lnTo>
                  <a:pt x="69082" y="444520"/>
                </a:lnTo>
                <a:lnTo>
                  <a:pt x="89278" y="403780"/>
                </a:lnTo>
                <a:lnTo>
                  <a:pt x="111788" y="364462"/>
                </a:lnTo>
                <a:lnTo>
                  <a:pt x="136523" y="326654"/>
                </a:lnTo>
                <a:lnTo>
                  <a:pt x="163393" y="290446"/>
                </a:lnTo>
                <a:lnTo>
                  <a:pt x="192310" y="255926"/>
                </a:lnTo>
                <a:lnTo>
                  <a:pt x="223183" y="223186"/>
                </a:lnTo>
                <a:lnTo>
                  <a:pt x="255924" y="192313"/>
                </a:lnTo>
                <a:lnTo>
                  <a:pt x="290443" y="163397"/>
                </a:lnTo>
                <a:lnTo>
                  <a:pt x="326651" y="136527"/>
                </a:lnTo>
                <a:lnTo>
                  <a:pt x="364460" y="111792"/>
                </a:lnTo>
                <a:lnTo>
                  <a:pt x="403778" y="89282"/>
                </a:lnTo>
                <a:lnTo>
                  <a:pt x="444518" y="69086"/>
                </a:lnTo>
                <a:lnTo>
                  <a:pt x="486590" y="51294"/>
                </a:lnTo>
                <a:lnTo>
                  <a:pt x="529905" y="35993"/>
                </a:lnTo>
                <a:lnTo>
                  <a:pt x="574373" y="23275"/>
                </a:lnTo>
                <a:lnTo>
                  <a:pt x="619906" y="13227"/>
                </a:lnTo>
                <a:lnTo>
                  <a:pt x="666414" y="5940"/>
                </a:lnTo>
                <a:lnTo>
                  <a:pt x="713807" y="1502"/>
                </a:lnTo>
                <a:lnTo>
                  <a:pt x="761997" y="0"/>
                </a:lnTo>
                <a:lnTo>
                  <a:pt x="10112597" y="0"/>
                </a:lnTo>
                <a:lnTo>
                  <a:pt x="10160784" y="1504"/>
                </a:lnTo>
                <a:lnTo>
                  <a:pt x="10208175" y="5944"/>
                </a:lnTo>
                <a:lnTo>
                  <a:pt x="10254681" y="13232"/>
                </a:lnTo>
                <a:lnTo>
                  <a:pt x="10300211" y="23281"/>
                </a:lnTo>
                <a:lnTo>
                  <a:pt x="10344678" y="36000"/>
                </a:lnTo>
                <a:lnTo>
                  <a:pt x="10387991" y="51301"/>
                </a:lnTo>
                <a:lnTo>
                  <a:pt x="10430062" y="69095"/>
                </a:lnTo>
                <a:lnTo>
                  <a:pt x="10470801" y="89291"/>
                </a:lnTo>
                <a:lnTo>
                  <a:pt x="10510118" y="111802"/>
                </a:lnTo>
                <a:lnTo>
                  <a:pt x="10547926" y="136537"/>
                </a:lnTo>
                <a:lnTo>
                  <a:pt x="10584133" y="163407"/>
                </a:lnTo>
                <a:lnTo>
                  <a:pt x="10618651" y="192324"/>
                </a:lnTo>
                <a:lnTo>
                  <a:pt x="10651392" y="223197"/>
                </a:lnTo>
                <a:lnTo>
                  <a:pt x="10682264" y="255938"/>
                </a:lnTo>
                <a:lnTo>
                  <a:pt x="10711179" y="290457"/>
                </a:lnTo>
                <a:lnTo>
                  <a:pt x="10738049" y="326665"/>
                </a:lnTo>
                <a:lnTo>
                  <a:pt x="10762783" y="364473"/>
                </a:lnTo>
                <a:lnTo>
                  <a:pt x="10785292" y="403791"/>
                </a:lnTo>
                <a:lnTo>
                  <a:pt x="10805487" y="444530"/>
                </a:lnTo>
                <a:lnTo>
                  <a:pt x="10823279" y="486602"/>
                </a:lnTo>
                <a:lnTo>
                  <a:pt x="10838578" y="529915"/>
                </a:lnTo>
                <a:lnTo>
                  <a:pt x="10851296" y="574382"/>
                </a:lnTo>
                <a:lnTo>
                  <a:pt x="10861343" y="619913"/>
                </a:lnTo>
                <a:lnTo>
                  <a:pt x="10868630" y="666419"/>
                </a:lnTo>
                <a:lnTo>
                  <a:pt x="10873067" y="713811"/>
                </a:lnTo>
                <a:lnTo>
                  <a:pt x="10874566" y="762000"/>
                </a:lnTo>
                <a:lnTo>
                  <a:pt x="10874566" y="1771804"/>
                </a:lnTo>
                <a:lnTo>
                  <a:pt x="10873066" y="1819991"/>
                </a:lnTo>
                <a:lnTo>
                  <a:pt x="10868628" y="1867382"/>
                </a:lnTo>
                <a:lnTo>
                  <a:pt x="10861340" y="1913887"/>
                </a:lnTo>
                <a:lnTo>
                  <a:pt x="10851293" y="1959418"/>
                </a:lnTo>
                <a:lnTo>
                  <a:pt x="10838575" y="2003884"/>
                </a:lnTo>
                <a:lnTo>
                  <a:pt x="10823275" y="2047197"/>
                </a:lnTo>
                <a:lnTo>
                  <a:pt x="10805483" y="2089267"/>
                </a:lnTo>
                <a:lnTo>
                  <a:pt x="10785288" y="2130006"/>
                </a:lnTo>
                <a:lnTo>
                  <a:pt x="10762779" y="2169324"/>
                </a:lnTo>
                <a:lnTo>
                  <a:pt x="10738045" y="2207131"/>
                </a:lnTo>
                <a:lnTo>
                  <a:pt x="10711176" y="2243339"/>
                </a:lnTo>
                <a:lnTo>
                  <a:pt x="10682261" y="2277858"/>
                </a:lnTo>
                <a:lnTo>
                  <a:pt x="10651389" y="2310598"/>
                </a:lnTo>
                <a:lnTo>
                  <a:pt x="10618649" y="2341471"/>
                </a:lnTo>
                <a:lnTo>
                  <a:pt x="10584131" y="2370388"/>
                </a:lnTo>
                <a:lnTo>
                  <a:pt x="10547924" y="2397258"/>
                </a:lnTo>
                <a:lnTo>
                  <a:pt x="10510117" y="2421994"/>
                </a:lnTo>
                <a:lnTo>
                  <a:pt x="10470800" y="2444504"/>
                </a:lnTo>
                <a:lnTo>
                  <a:pt x="10430061" y="2464701"/>
                </a:lnTo>
                <a:lnTo>
                  <a:pt x="10387991" y="2482495"/>
                </a:lnTo>
                <a:lnTo>
                  <a:pt x="10344678" y="2497796"/>
                </a:lnTo>
                <a:lnTo>
                  <a:pt x="10300211" y="2510515"/>
                </a:lnTo>
                <a:lnTo>
                  <a:pt x="10254681" y="2520564"/>
                </a:lnTo>
                <a:lnTo>
                  <a:pt x="10208175" y="2527853"/>
                </a:lnTo>
                <a:lnTo>
                  <a:pt x="10160784" y="2532293"/>
                </a:lnTo>
                <a:lnTo>
                  <a:pt x="10117171" y="2533653"/>
                </a:lnTo>
              </a:path>
            </a:pathLst>
          </a:custGeom>
          <a:ln w="57150">
            <a:solidFill>
              <a:srgbClr val="BA9977"/>
            </a:solidFill>
          </a:ln>
        </p:spPr>
        <p:txBody>
          <a:bodyPr wrap="square" lIns="0" tIns="0" rIns="0" bIns="0" rtlCol="0"/>
          <a:lstStyle/>
          <a:p>
            <a:endParaRPr/>
          </a:p>
        </p:txBody>
      </p:sp>
      <p:pic>
        <p:nvPicPr>
          <p:cNvPr id="9" name="Picture 8">
            <a:extLst>
              <a:ext uri="{FF2B5EF4-FFF2-40B4-BE49-F238E27FC236}">
                <a16:creationId xmlns:a16="http://schemas.microsoft.com/office/drawing/2014/main" id="{7CF2BA91-213F-4505-AB24-20C5674EB37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1558" y="2604243"/>
            <a:ext cx="10041242" cy="2310658"/>
          </a:xfrm>
          <a:prstGeom prst="rect">
            <a:avLst/>
          </a:prstGeom>
        </p:spPr>
      </p:pic>
      <p:pic>
        <p:nvPicPr>
          <p:cNvPr id="17" name="Picture 16">
            <a:extLst>
              <a:ext uri="{FF2B5EF4-FFF2-40B4-BE49-F238E27FC236}">
                <a16:creationId xmlns:a16="http://schemas.microsoft.com/office/drawing/2014/main" id="{790D20FE-4100-47F2-BE44-E269996BDAC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820400" y="6020087"/>
            <a:ext cx="2590800" cy="3012462"/>
          </a:xfrm>
          <a:prstGeom prst="rect">
            <a:avLst/>
          </a:prstGeom>
        </p:spPr>
      </p:pic>
      <p:pic>
        <p:nvPicPr>
          <p:cNvPr id="20" name="Picture 19">
            <a:extLst>
              <a:ext uri="{FF2B5EF4-FFF2-40B4-BE49-F238E27FC236}">
                <a16:creationId xmlns:a16="http://schemas.microsoft.com/office/drawing/2014/main" id="{677FC38A-6B5B-41DC-AE40-45DBF0805E7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792200" y="6020087"/>
            <a:ext cx="2603356" cy="3012462"/>
          </a:xfrm>
          <a:prstGeom prst="rect">
            <a:avLst/>
          </a:prstGeom>
        </p:spPr>
      </p:pic>
    </p:spTree>
    <p:extLst>
      <p:ext uri="{BB962C8B-B14F-4D97-AF65-F5344CB8AC3E}">
        <p14:creationId xmlns:p14="http://schemas.microsoft.com/office/powerpoint/2010/main" val="383942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8" y="93"/>
            <a:ext cx="2569889" cy="2083451"/>
          </a:xfrm>
          <a:prstGeom prst="rect">
            <a:avLst/>
          </a:prstGeom>
        </p:spPr>
      </p:pic>
      <p:pic>
        <p:nvPicPr>
          <p:cNvPr id="3" name="object 3"/>
          <p:cNvPicPr/>
          <p:nvPr/>
        </p:nvPicPr>
        <p:blipFill>
          <a:blip r:embed="rId3" cstate="print"/>
          <a:stretch>
            <a:fillRect/>
          </a:stretch>
        </p:blipFill>
        <p:spPr>
          <a:xfrm>
            <a:off x="15974353" y="641190"/>
            <a:ext cx="2313645" cy="3131389"/>
          </a:xfrm>
          <a:prstGeom prst="rect">
            <a:avLst/>
          </a:prstGeom>
        </p:spPr>
      </p:pic>
      <p:pic>
        <p:nvPicPr>
          <p:cNvPr id="4" name="object 4"/>
          <p:cNvPicPr/>
          <p:nvPr/>
        </p:nvPicPr>
        <p:blipFill>
          <a:blip r:embed="rId4" cstate="print"/>
          <a:stretch>
            <a:fillRect/>
          </a:stretch>
        </p:blipFill>
        <p:spPr>
          <a:xfrm>
            <a:off x="0" y="8271392"/>
            <a:ext cx="3010139" cy="2006600"/>
          </a:xfrm>
          <a:prstGeom prst="rect">
            <a:avLst/>
          </a:prstGeom>
        </p:spPr>
      </p:pic>
      <p:pic>
        <p:nvPicPr>
          <p:cNvPr id="5" name="object 5"/>
          <p:cNvPicPr/>
          <p:nvPr/>
        </p:nvPicPr>
        <p:blipFill>
          <a:blip r:embed="rId5" cstate="print"/>
          <a:stretch>
            <a:fillRect/>
          </a:stretch>
        </p:blipFill>
        <p:spPr>
          <a:xfrm>
            <a:off x="15547739" y="8833143"/>
            <a:ext cx="2740211" cy="1453505"/>
          </a:xfrm>
          <a:prstGeom prst="rect">
            <a:avLst/>
          </a:prstGeom>
        </p:spPr>
      </p:pic>
      <p:sp>
        <p:nvSpPr>
          <p:cNvPr id="6" name="object 6"/>
          <p:cNvSpPr/>
          <p:nvPr/>
        </p:nvSpPr>
        <p:spPr>
          <a:xfrm>
            <a:off x="4096661" y="439679"/>
            <a:ext cx="10765155" cy="1739900"/>
          </a:xfrm>
          <a:custGeom>
            <a:avLst/>
            <a:gdLst/>
            <a:ahLst/>
            <a:cxnLst/>
            <a:rect l="l" t="t" r="r" b="b"/>
            <a:pathLst>
              <a:path w="10765155" h="1739900">
                <a:moveTo>
                  <a:pt x="10567021" y="1739800"/>
                </a:moveTo>
                <a:lnTo>
                  <a:pt x="200025" y="1739800"/>
                </a:lnTo>
                <a:lnTo>
                  <a:pt x="154161" y="1734518"/>
                </a:lnTo>
                <a:lnTo>
                  <a:pt x="112059" y="1719470"/>
                </a:lnTo>
                <a:lnTo>
                  <a:pt x="74919" y="1695857"/>
                </a:lnTo>
                <a:lnTo>
                  <a:pt x="43943" y="1664881"/>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5" y="0"/>
                </a:lnTo>
                <a:lnTo>
                  <a:pt x="10567021" y="0"/>
                </a:lnTo>
                <a:lnTo>
                  <a:pt x="10612881" y="5282"/>
                </a:lnTo>
                <a:lnTo>
                  <a:pt x="10654979" y="20330"/>
                </a:lnTo>
                <a:lnTo>
                  <a:pt x="10692116" y="43943"/>
                </a:lnTo>
                <a:lnTo>
                  <a:pt x="10723090" y="74919"/>
                </a:lnTo>
                <a:lnTo>
                  <a:pt x="10746701" y="112059"/>
                </a:lnTo>
                <a:lnTo>
                  <a:pt x="10761749" y="154161"/>
                </a:lnTo>
                <a:lnTo>
                  <a:pt x="10765014" y="182514"/>
                </a:lnTo>
                <a:lnTo>
                  <a:pt x="10765014" y="1557286"/>
                </a:lnTo>
                <a:lnTo>
                  <a:pt x="10746701" y="1627741"/>
                </a:lnTo>
                <a:lnTo>
                  <a:pt x="10723090" y="1664881"/>
                </a:lnTo>
                <a:lnTo>
                  <a:pt x="10692116" y="1695857"/>
                </a:lnTo>
                <a:lnTo>
                  <a:pt x="10654979" y="1719470"/>
                </a:lnTo>
                <a:lnTo>
                  <a:pt x="10612881" y="1734518"/>
                </a:lnTo>
                <a:lnTo>
                  <a:pt x="10567021" y="1739800"/>
                </a:lnTo>
                <a:close/>
              </a:path>
            </a:pathLst>
          </a:custGeom>
          <a:solidFill>
            <a:srgbClr val="DABD9D">
              <a:alpha val="78999"/>
            </a:srgbClr>
          </a:solidFill>
        </p:spPr>
        <p:txBody>
          <a:bodyPr wrap="square" lIns="0" tIns="0" rIns="0" bIns="0" rtlCol="0"/>
          <a:lstStyle/>
          <a:p>
            <a:endParaRPr/>
          </a:p>
        </p:txBody>
      </p:sp>
      <p:sp>
        <p:nvSpPr>
          <p:cNvPr id="10" name="object 10"/>
          <p:cNvSpPr/>
          <p:nvPr/>
        </p:nvSpPr>
        <p:spPr>
          <a:xfrm>
            <a:off x="10439400" y="5778382"/>
            <a:ext cx="6367780" cy="3496310"/>
          </a:xfrm>
          <a:custGeom>
            <a:avLst/>
            <a:gdLst/>
            <a:ahLst/>
            <a:cxnLst/>
            <a:rect l="l" t="t" r="r" b="b"/>
            <a:pathLst>
              <a:path w="6367780" h="3496309">
                <a:moveTo>
                  <a:pt x="691772" y="3495685"/>
                </a:moveTo>
                <a:lnTo>
                  <a:pt x="619957" y="3486034"/>
                </a:lnTo>
                <a:lnTo>
                  <a:pt x="574424" y="3475986"/>
                </a:lnTo>
                <a:lnTo>
                  <a:pt x="529956" y="3463266"/>
                </a:lnTo>
                <a:lnTo>
                  <a:pt x="486641" y="3447965"/>
                </a:lnTo>
                <a:lnTo>
                  <a:pt x="444570" y="3430172"/>
                </a:lnTo>
                <a:lnTo>
                  <a:pt x="403830" y="3409975"/>
                </a:lnTo>
                <a:lnTo>
                  <a:pt x="364512" y="3387464"/>
                </a:lnTo>
                <a:lnTo>
                  <a:pt x="326705" y="3362728"/>
                </a:lnTo>
                <a:lnTo>
                  <a:pt x="290498" y="3335857"/>
                </a:lnTo>
                <a:lnTo>
                  <a:pt x="255979" y="3306941"/>
                </a:lnTo>
                <a:lnTo>
                  <a:pt x="223239" y="3276067"/>
                </a:lnTo>
                <a:lnTo>
                  <a:pt x="192367" y="3243326"/>
                </a:lnTo>
                <a:lnTo>
                  <a:pt x="163452" y="3208806"/>
                </a:lnTo>
                <a:lnTo>
                  <a:pt x="136582" y="3172598"/>
                </a:lnTo>
                <a:lnTo>
                  <a:pt x="111848" y="3134790"/>
                </a:lnTo>
                <a:lnTo>
                  <a:pt x="89339" y="3095472"/>
                </a:lnTo>
                <a:lnTo>
                  <a:pt x="69143" y="3054732"/>
                </a:lnTo>
                <a:lnTo>
                  <a:pt x="51351" y="3012660"/>
                </a:lnTo>
                <a:lnTo>
                  <a:pt x="36051" y="2969346"/>
                </a:lnTo>
                <a:lnTo>
                  <a:pt x="23332" y="2924878"/>
                </a:lnTo>
                <a:lnTo>
                  <a:pt x="13285" y="2879346"/>
                </a:lnTo>
                <a:lnTo>
                  <a:pt x="5998" y="2832839"/>
                </a:lnTo>
                <a:lnTo>
                  <a:pt x="1560" y="2785446"/>
                </a:lnTo>
                <a:lnTo>
                  <a:pt x="0" y="2737257"/>
                </a:lnTo>
                <a:lnTo>
                  <a:pt x="0" y="761986"/>
                </a:lnTo>
                <a:lnTo>
                  <a:pt x="1561" y="713799"/>
                </a:lnTo>
                <a:lnTo>
                  <a:pt x="5999" y="666406"/>
                </a:lnTo>
                <a:lnTo>
                  <a:pt x="13287" y="619899"/>
                </a:lnTo>
                <a:lnTo>
                  <a:pt x="23335" y="574368"/>
                </a:lnTo>
                <a:lnTo>
                  <a:pt x="36054" y="529900"/>
                </a:lnTo>
                <a:lnTo>
                  <a:pt x="51355" y="486586"/>
                </a:lnTo>
                <a:lnTo>
                  <a:pt x="69148" y="444515"/>
                </a:lnTo>
                <a:lnTo>
                  <a:pt x="89344" y="403776"/>
                </a:lnTo>
                <a:lnTo>
                  <a:pt x="111853" y="364458"/>
                </a:lnTo>
                <a:lnTo>
                  <a:pt x="136587" y="326651"/>
                </a:lnTo>
                <a:lnTo>
                  <a:pt x="163457" y="290443"/>
                </a:lnTo>
                <a:lnTo>
                  <a:pt x="192372" y="255925"/>
                </a:lnTo>
                <a:lnTo>
                  <a:pt x="223245" y="223184"/>
                </a:lnTo>
                <a:lnTo>
                  <a:pt x="255984" y="192311"/>
                </a:lnTo>
                <a:lnTo>
                  <a:pt x="290503" y="163395"/>
                </a:lnTo>
                <a:lnTo>
                  <a:pt x="326710" y="136525"/>
                </a:lnTo>
                <a:lnTo>
                  <a:pt x="364517" y="111790"/>
                </a:lnTo>
                <a:lnTo>
                  <a:pt x="403835" y="89280"/>
                </a:lnTo>
                <a:lnTo>
                  <a:pt x="444574" y="69083"/>
                </a:lnTo>
                <a:lnTo>
                  <a:pt x="486645" y="51290"/>
                </a:lnTo>
                <a:lnTo>
                  <a:pt x="529959" y="35989"/>
                </a:lnTo>
                <a:lnTo>
                  <a:pt x="574427" y="23271"/>
                </a:lnTo>
                <a:lnTo>
                  <a:pt x="619959" y="13223"/>
                </a:lnTo>
                <a:lnTo>
                  <a:pt x="666466" y="5936"/>
                </a:lnTo>
                <a:lnTo>
                  <a:pt x="713859" y="1499"/>
                </a:lnTo>
                <a:lnTo>
                  <a:pt x="762048" y="0"/>
                </a:lnTo>
                <a:lnTo>
                  <a:pt x="5605733" y="0"/>
                </a:lnTo>
                <a:lnTo>
                  <a:pt x="5653922" y="1500"/>
                </a:lnTo>
                <a:lnTo>
                  <a:pt x="5701315" y="5938"/>
                </a:lnTo>
                <a:lnTo>
                  <a:pt x="5747822" y="13225"/>
                </a:lnTo>
                <a:lnTo>
                  <a:pt x="5793354" y="23273"/>
                </a:lnTo>
                <a:lnTo>
                  <a:pt x="5837822" y="35992"/>
                </a:lnTo>
                <a:lnTo>
                  <a:pt x="5881136" y="51292"/>
                </a:lnTo>
                <a:lnTo>
                  <a:pt x="5923207" y="69085"/>
                </a:lnTo>
                <a:lnTo>
                  <a:pt x="5963947" y="89281"/>
                </a:lnTo>
                <a:lnTo>
                  <a:pt x="6003265" y="111790"/>
                </a:lnTo>
                <a:lnTo>
                  <a:pt x="6041072" y="136525"/>
                </a:lnTo>
                <a:lnTo>
                  <a:pt x="6077280" y="163394"/>
                </a:lnTo>
                <a:lnTo>
                  <a:pt x="6111799" y="192310"/>
                </a:lnTo>
                <a:lnTo>
                  <a:pt x="6144539" y="223183"/>
                </a:lnTo>
                <a:lnTo>
                  <a:pt x="6175412" y="255923"/>
                </a:lnTo>
                <a:lnTo>
                  <a:pt x="6204329" y="290441"/>
                </a:lnTo>
                <a:lnTo>
                  <a:pt x="6231199" y="326649"/>
                </a:lnTo>
                <a:lnTo>
                  <a:pt x="6255934" y="364456"/>
                </a:lnTo>
                <a:lnTo>
                  <a:pt x="6278444" y="403774"/>
                </a:lnTo>
                <a:lnTo>
                  <a:pt x="6298640" y="444513"/>
                </a:lnTo>
                <a:lnTo>
                  <a:pt x="6316434" y="486584"/>
                </a:lnTo>
                <a:lnTo>
                  <a:pt x="6331735" y="529898"/>
                </a:lnTo>
                <a:lnTo>
                  <a:pt x="6344454" y="574366"/>
                </a:lnTo>
                <a:lnTo>
                  <a:pt x="6354502" y="619898"/>
                </a:lnTo>
                <a:lnTo>
                  <a:pt x="6361791" y="666405"/>
                </a:lnTo>
                <a:lnTo>
                  <a:pt x="6366229" y="713798"/>
                </a:lnTo>
                <a:lnTo>
                  <a:pt x="6367729" y="761988"/>
                </a:lnTo>
                <a:lnTo>
                  <a:pt x="6367729" y="2737257"/>
                </a:lnTo>
                <a:lnTo>
                  <a:pt x="6366230" y="2785446"/>
                </a:lnTo>
                <a:lnTo>
                  <a:pt x="6361792" y="2832840"/>
                </a:lnTo>
                <a:lnTo>
                  <a:pt x="6354504" y="2879347"/>
                </a:lnTo>
                <a:lnTo>
                  <a:pt x="6344456" y="2924879"/>
                </a:lnTo>
                <a:lnTo>
                  <a:pt x="6331738" y="2969347"/>
                </a:lnTo>
                <a:lnTo>
                  <a:pt x="6316437" y="3012662"/>
                </a:lnTo>
                <a:lnTo>
                  <a:pt x="6298644" y="3054734"/>
                </a:lnTo>
                <a:lnTo>
                  <a:pt x="6278448" y="3095474"/>
                </a:lnTo>
                <a:lnTo>
                  <a:pt x="6255938" y="3134792"/>
                </a:lnTo>
                <a:lnTo>
                  <a:pt x="6231204" y="3172600"/>
                </a:lnTo>
                <a:lnTo>
                  <a:pt x="6204334" y="3208809"/>
                </a:lnTo>
                <a:lnTo>
                  <a:pt x="6175418" y="3243328"/>
                </a:lnTo>
                <a:lnTo>
                  <a:pt x="6144545" y="3276069"/>
                </a:lnTo>
                <a:lnTo>
                  <a:pt x="6111804" y="3306942"/>
                </a:lnTo>
                <a:lnTo>
                  <a:pt x="6077285" y="3335858"/>
                </a:lnTo>
                <a:lnTo>
                  <a:pt x="6041077" y="3362729"/>
                </a:lnTo>
                <a:lnTo>
                  <a:pt x="6003269" y="3387464"/>
                </a:lnTo>
                <a:lnTo>
                  <a:pt x="5963951" y="3409974"/>
                </a:lnTo>
                <a:lnTo>
                  <a:pt x="5923211" y="3430170"/>
                </a:lnTo>
                <a:lnTo>
                  <a:pt x="5881139" y="3447963"/>
                </a:lnTo>
                <a:lnTo>
                  <a:pt x="5837824" y="3463264"/>
                </a:lnTo>
                <a:lnTo>
                  <a:pt x="5793356" y="3475983"/>
                </a:lnTo>
                <a:lnTo>
                  <a:pt x="5747823" y="3486031"/>
                </a:lnTo>
                <a:lnTo>
                  <a:pt x="5701316" y="3493319"/>
                </a:lnTo>
                <a:lnTo>
                  <a:pt x="5675991" y="3495681"/>
                </a:lnTo>
              </a:path>
            </a:pathLst>
          </a:custGeom>
          <a:ln w="57149">
            <a:solidFill>
              <a:srgbClr val="BA9977"/>
            </a:solidFill>
          </a:ln>
        </p:spPr>
        <p:txBody>
          <a:bodyPr wrap="square" lIns="0" tIns="0" rIns="0" bIns="0" rtlCol="0"/>
          <a:lstStyle/>
          <a:p>
            <a:endParaRPr/>
          </a:p>
        </p:txBody>
      </p:sp>
      <p:sp>
        <p:nvSpPr>
          <p:cNvPr id="11" name="object 11"/>
          <p:cNvSpPr txBox="1">
            <a:spLocks noGrp="1"/>
          </p:cNvSpPr>
          <p:nvPr>
            <p:ph type="title"/>
          </p:nvPr>
        </p:nvSpPr>
        <p:spPr>
          <a:xfrm>
            <a:off x="3336093" y="292901"/>
            <a:ext cx="12385040" cy="1674817"/>
          </a:xfrm>
          <a:prstGeom prst="rect">
            <a:avLst/>
          </a:prstGeom>
        </p:spPr>
        <p:txBody>
          <a:bodyPr vert="horz" wrap="square" lIns="0" tIns="12700" rIns="0" bIns="0" rtlCol="0">
            <a:spAutoFit/>
          </a:bodyPr>
          <a:lstStyle/>
          <a:p>
            <a:pPr marL="1713864" marR="5080" indent="-542290">
              <a:lnSpc>
                <a:spcPct val="115900"/>
              </a:lnSpc>
              <a:spcBef>
                <a:spcPts val="100"/>
              </a:spcBef>
            </a:pPr>
            <a:r>
              <a:rPr sz="4800" spc="685" dirty="0"/>
              <a:t>Q</a:t>
            </a:r>
            <a:r>
              <a:rPr lang="en-US" sz="4800" spc="685" dirty="0"/>
              <a:t>10</a:t>
            </a:r>
            <a:r>
              <a:rPr sz="4800" spc="130" dirty="0"/>
              <a:t> </a:t>
            </a:r>
            <a:r>
              <a:rPr sz="4800" spc="795" dirty="0"/>
              <a:t>-</a:t>
            </a:r>
            <a:r>
              <a:rPr sz="4800" spc="135" dirty="0"/>
              <a:t> </a:t>
            </a:r>
            <a:r>
              <a:rPr lang="en-US" sz="4800" spc="425" dirty="0"/>
              <a:t>Which time slots generate </a:t>
            </a:r>
            <a:br>
              <a:rPr lang="en-US" sz="4800" spc="425" dirty="0"/>
            </a:br>
            <a:r>
              <a:rPr lang="en-US" sz="4800" spc="425" dirty="0"/>
              <a:t>the highest revenue?</a:t>
            </a:r>
            <a:endParaRPr sz="4800" dirty="0"/>
          </a:p>
        </p:txBody>
      </p:sp>
      <p:sp>
        <p:nvSpPr>
          <p:cNvPr id="12" name="object 12"/>
          <p:cNvSpPr txBox="1"/>
          <p:nvPr/>
        </p:nvSpPr>
        <p:spPr>
          <a:xfrm>
            <a:off x="724170" y="6151214"/>
            <a:ext cx="7976234" cy="1890261"/>
          </a:xfrm>
          <a:prstGeom prst="rect">
            <a:avLst/>
          </a:prstGeom>
        </p:spPr>
        <p:txBody>
          <a:bodyPr vert="horz" wrap="square" lIns="0" tIns="83820" rIns="0" bIns="0" rtlCol="0">
            <a:spAutoFit/>
          </a:bodyPr>
          <a:lstStyle/>
          <a:p>
            <a:pPr marL="12700">
              <a:lnSpc>
                <a:spcPct val="100000"/>
              </a:lnSpc>
              <a:spcBef>
                <a:spcPts val="660"/>
              </a:spcBef>
            </a:pPr>
            <a:r>
              <a:rPr sz="2750" spc="-25" dirty="0">
                <a:solidFill>
                  <a:srgbClr val="672912"/>
                </a:solidFill>
                <a:latin typeface="Verdana"/>
                <a:cs typeface="Verdana"/>
              </a:rPr>
              <a:t>Insight</a:t>
            </a:r>
            <a:r>
              <a:rPr sz="2750" spc="-45" dirty="0">
                <a:solidFill>
                  <a:srgbClr val="672912"/>
                </a:solidFill>
                <a:latin typeface="Verdana"/>
                <a:cs typeface="Verdana"/>
              </a:rPr>
              <a:t> </a:t>
            </a:r>
            <a:r>
              <a:rPr sz="2750" spc="-575" dirty="0">
                <a:solidFill>
                  <a:srgbClr val="672912"/>
                </a:solidFill>
                <a:latin typeface="Verdana"/>
                <a:cs typeface="Verdana"/>
              </a:rPr>
              <a:t>:</a:t>
            </a:r>
            <a:endParaRPr lang="en-US" sz="2750" spc="-575" dirty="0">
              <a:solidFill>
                <a:srgbClr val="672912"/>
              </a:solidFill>
              <a:latin typeface="Verdana"/>
              <a:cs typeface="Verdana"/>
            </a:endParaRPr>
          </a:p>
          <a:p>
            <a:pPr marL="12700">
              <a:lnSpc>
                <a:spcPct val="100000"/>
              </a:lnSpc>
              <a:spcBef>
                <a:spcPts val="660"/>
              </a:spcBef>
            </a:pPr>
            <a:r>
              <a:rPr lang="en-US" sz="2800" dirty="0">
                <a:solidFill>
                  <a:schemeClr val="accent2">
                    <a:lumMod val="50000"/>
                  </a:schemeClr>
                </a:solidFill>
              </a:rPr>
              <a:t>Revenue peaks during lunch (12–1 PM) and dinner (6–8 PM) hours, reflecting higher-value customer purchases during meal times.</a:t>
            </a:r>
            <a:endParaRPr sz="2750" dirty="0">
              <a:solidFill>
                <a:schemeClr val="accent2">
                  <a:lumMod val="50000"/>
                </a:schemeClr>
              </a:solidFill>
              <a:latin typeface="Verdana"/>
              <a:cs typeface="Verdana"/>
            </a:endParaRPr>
          </a:p>
        </p:txBody>
      </p:sp>
      <p:sp>
        <p:nvSpPr>
          <p:cNvPr id="13" name="object 13"/>
          <p:cNvSpPr/>
          <p:nvPr/>
        </p:nvSpPr>
        <p:spPr>
          <a:xfrm>
            <a:off x="269753" y="5742583"/>
            <a:ext cx="8874760" cy="2895600"/>
          </a:xfrm>
          <a:custGeom>
            <a:avLst/>
            <a:gdLst/>
            <a:ahLst/>
            <a:cxnLst/>
            <a:rect l="l" t="t" r="r" b="b"/>
            <a:pathLst>
              <a:path w="8874760" h="2895600">
                <a:moveTo>
                  <a:pt x="680664" y="2895596"/>
                </a:moveTo>
                <a:lnTo>
                  <a:pt x="619901" y="2886977"/>
                </a:lnTo>
                <a:lnTo>
                  <a:pt x="574368" y="2876929"/>
                </a:lnTo>
                <a:lnTo>
                  <a:pt x="529899" y="2864209"/>
                </a:lnTo>
                <a:lnTo>
                  <a:pt x="486584" y="2848908"/>
                </a:lnTo>
                <a:lnTo>
                  <a:pt x="444512" y="2831115"/>
                </a:lnTo>
                <a:lnTo>
                  <a:pt x="403772" y="2810918"/>
                </a:lnTo>
                <a:lnTo>
                  <a:pt x="364454" y="2788408"/>
                </a:lnTo>
                <a:lnTo>
                  <a:pt x="326646" y="2763673"/>
                </a:lnTo>
                <a:lnTo>
                  <a:pt x="290438" y="2736802"/>
                </a:lnTo>
                <a:lnTo>
                  <a:pt x="255919" y="2707885"/>
                </a:lnTo>
                <a:lnTo>
                  <a:pt x="223179" y="2677012"/>
                </a:lnTo>
                <a:lnTo>
                  <a:pt x="192306" y="2644270"/>
                </a:lnTo>
                <a:lnTo>
                  <a:pt x="163390" y="2609751"/>
                </a:lnTo>
                <a:lnTo>
                  <a:pt x="136521" y="2573543"/>
                </a:lnTo>
                <a:lnTo>
                  <a:pt x="111786" y="2535735"/>
                </a:lnTo>
                <a:lnTo>
                  <a:pt x="89277" y="2496416"/>
                </a:lnTo>
                <a:lnTo>
                  <a:pt x="69081" y="2455676"/>
                </a:lnTo>
                <a:lnTo>
                  <a:pt x="51289" y="2413604"/>
                </a:lnTo>
                <a:lnTo>
                  <a:pt x="35989" y="2370290"/>
                </a:lnTo>
                <a:lnTo>
                  <a:pt x="23271" y="2325822"/>
                </a:lnTo>
                <a:lnTo>
                  <a:pt x="13223" y="2280289"/>
                </a:lnTo>
                <a:lnTo>
                  <a:pt x="5936" y="2233782"/>
                </a:lnTo>
                <a:lnTo>
                  <a:pt x="1499" y="2186390"/>
                </a:lnTo>
                <a:lnTo>
                  <a:pt x="0" y="2138200"/>
                </a:lnTo>
                <a:lnTo>
                  <a:pt x="0" y="761994"/>
                </a:lnTo>
                <a:lnTo>
                  <a:pt x="1499" y="713804"/>
                </a:lnTo>
                <a:lnTo>
                  <a:pt x="5937" y="666411"/>
                </a:lnTo>
                <a:lnTo>
                  <a:pt x="13225" y="619904"/>
                </a:lnTo>
                <a:lnTo>
                  <a:pt x="23273" y="574371"/>
                </a:lnTo>
                <a:lnTo>
                  <a:pt x="35992" y="529903"/>
                </a:lnTo>
                <a:lnTo>
                  <a:pt x="51292" y="486589"/>
                </a:lnTo>
                <a:lnTo>
                  <a:pt x="69085" y="444517"/>
                </a:lnTo>
                <a:lnTo>
                  <a:pt x="89281" y="403778"/>
                </a:lnTo>
                <a:lnTo>
                  <a:pt x="111791" y="364459"/>
                </a:lnTo>
                <a:lnTo>
                  <a:pt x="136526" y="326652"/>
                </a:lnTo>
                <a:lnTo>
                  <a:pt x="163395" y="290444"/>
                </a:lnTo>
                <a:lnTo>
                  <a:pt x="192311" y="255925"/>
                </a:lnTo>
                <a:lnTo>
                  <a:pt x="223184" y="223184"/>
                </a:lnTo>
                <a:lnTo>
                  <a:pt x="255924" y="192311"/>
                </a:lnTo>
                <a:lnTo>
                  <a:pt x="290443" y="163395"/>
                </a:lnTo>
                <a:lnTo>
                  <a:pt x="326651" y="136525"/>
                </a:lnTo>
                <a:lnTo>
                  <a:pt x="364459" y="111790"/>
                </a:lnTo>
                <a:lnTo>
                  <a:pt x="403777" y="89280"/>
                </a:lnTo>
                <a:lnTo>
                  <a:pt x="444516" y="69084"/>
                </a:lnTo>
                <a:lnTo>
                  <a:pt x="486588" y="51291"/>
                </a:lnTo>
                <a:lnTo>
                  <a:pt x="529903" y="35991"/>
                </a:lnTo>
                <a:lnTo>
                  <a:pt x="574371" y="23272"/>
                </a:lnTo>
                <a:lnTo>
                  <a:pt x="619903" y="13224"/>
                </a:lnTo>
                <a:lnTo>
                  <a:pt x="666411" y="5937"/>
                </a:lnTo>
                <a:lnTo>
                  <a:pt x="713804" y="1499"/>
                </a:lnTo>
                <a:lnTo>
                  <a:pt x="761994" y="0"/>
                </a:lnTo>
                <a:lnTo>
                  <a:pt x="8112185" y="0"/>
                </a:lnTo>
                <a:lnTo>
                  <a:pt x="8160374" y="1499"/>
                </a:lnTo>
                <a:lnTo>
                  <a:pt x="8207767" y="5936"/>
                </a:lnTo>
                <a:lnTo>
                  <a:pt x="8254274" y="13224"/>
                </a:lnTo>
                <a:lnTo>
                  <a:pt x="8299806" y="23271"/>
                </a:lnTo>
                <a:lnTo>
                  <a:pt x="8344274" y="35990"/>
                </a:lnTo>
                <a:lnTo>
                  <a:pt x="8387589" y="51290"/>
                </a:lnTo>
                <a:lnTo>
                  <a:pt x="8429660" y="69083"/>
                </a:lnTo>
                <a:lnTo>
                  <a:pt x="8470400" y="89278"/>
                </a:lnTo>
                <a:lnTo>
                  <a:pt x="8509719" y="111788"/>
                </a:lnTo>
                <a:lnTo>
                  <a:pt x="8547526" y="136522"/>
                </a:lnTo>
                <a:lnTo>
                  <a:pt x="8583735" y="163392"/>
                </a:lnTo>
                <a:lnTo>
                  <a:pt x="8618254" y="192308"/>
                </a:lnTo>
                <a:lnTo>
                  <a:pt x="8650995" y="223181"/>
                </a:lnTo>
                <a:lnTo>
                  <a:pt x="8681868" y="255921"/>
                </a:lnTo>
                <a:lnTo>
                  <a:pt x="8710785" y="290440"/>
                </a:lnTo>
                <a:lnTo>
                  <a:pt x="8737655" y="326648"/>
                </a:lnTo>
                <a:lnTo>
                  <a:pt x="8762390" y="364456"/>
                </a:lnTo>
                <a:lnTo>
                  <a:pt x="8784901" y="403774"/>
                </a:lnTo>
                <a:lnTo>
                  <a:pt x="8805097" y="444514"/>
                </a:lnTo>
                <a:lnTo>
                  <a:pt x="8822891" y="486586"/>
                </a:lnTo>
                <a:lnTo>
                  <a:pt x="8838192" y="529901"/>
                </a:lnTo>
                <a:lnTo>
                  <a:pt x="8850911" y="574369"/>
                </a:lnTo>
                <a:lnTo>
                  <a:pt x="8860959" y="619902"/>
                </a:lnTo>
                <a:lnTo>
                  <a:pt x="8868247" y="666410"/>
                </a:lnTo>
                <a:lnTo>
                  <a:pt x="8872686" y="713804"/>
                </a:lnTo>
                <a:lnTo>
                  <a:pt x="8874185" y="761994"/>
                </a:lnTo>
                <a:lnTo>
                  <a:pt x="8874185" y="2138201"/>
                </a:lnTo>
                <a:lnTo>
                  <a:pt x="8872686" y="2186390"/>
                </a:lnTo>
                <a:lnTo>
                  <a:pt x="8868248" y="2233784"/>
                </a:lnTo>
                <a:lnTo>
                  <a:pt x="8860961" y="2280291"/>
                </a:lnTo>
                <a:lnTo>
                  <a:pt x="8850913" y="2325824"/>
                </a:lnTo>
                <a:lnTo>
                  <a:pt x="8838194" y="2370293"/>
                </a:lnTo>
                <a:lnTo>
                  <a:pt x="8822894" y="2413608"/>
                </a:lnTo>
                <a:lnTo>
                  <a:pt x="8805101" y="2455680"/>
                </a:lnTo>
                <a:lnTo>
                  <a:pt x="8784905" y="2496420"/>
                </a:lnTo>
                <a:lnTo>
                  <a:pt x="8762394" y="2535739"/>
                </a:lnTo>
                <a:lnTo>
                  <a:pt x="8737660" y="2573547"/>
                </a:lnTo>
                <a:lnTo>
                  <a:pt x="8710789" y="2609755"/>
                </a:lnTo>
                <a:lnTo>
                  <a:pt x="8681873" y="2644274"/>
                </a:lnTo>
                <a:lnTo>
                  <a:pt x="8651000" y="2677015"/>
                </a:lnTo>
                <a:lnTo>
                  <a:pt x="8618259" y="2707889"/>
                </a:lnTo>
                <a:lnTo>
                  <a:pt x="8583740" y="2736805"/>
                </a:lnTo>
                <a:lnTo>
                  <a:pt x="8547531" y="2763675"/>
                </a:lnTo>
                <a:lnTo>
                  <a:pt x="8509723" y="2788410"/>
                </a:lnTo>
                <a:lnTo>
                  <a:pt x="8470404" y="2810921"/>
                </a:lnTo>
                <a:lnTo>
                  <a:pt x="8429664" y="2831117"/>
                </a:lnTo>
                <a:lnTo>
                  <a:pt x="8387592" y="2848910"/>
                </a:lnTo>
                <a:lnTo>
                  <a:pt x="8344277" y="2864211"/>
                </a:lnTo>
                <a:lnTo>
                  <a:pt x="8299809" y="2876929"/>
                </a:lnTo>
                <a:lnTo>
                  <a:pt x="8254276" y="2886977"/>
                </a:lnTo>
                <a:lnTo>
                  <a:pt x="8207768" y="2894265"/>
                </a:lnTo>
                <a:lnTo>
                  <a:pt x="8193514" y="2895588"/>
                </a:lnTo>
              </a:path>
            </a:pathLst>
          </a:custGeom>
          <a:ln w="57150">
            <a:solidFill>
              <a:srgbClr val="BA9977"/>
            </a:solidFill>
          </a:ln>
        </p:spPr>
        <p:txBody>
          <a:bodyPr wrap="square" lIns="0" tIns="0" rIns="0" bIns="0" rtlCol="0"/>
          <a:lstStyle/>
          <a:p>
            <a:endParaRPr/>
          </a:p>
        </p:txBody>
      </p:sp>
      <p:sp>
        <p:nvSpPr>
          <p:cNvPr id="14" name="object 14"/>
          <p:cNvSpPr/>
          <p:nvPr/>
        </p:nvSpPr>
        <p:spPr>
          <a:xfrm>
            <a:off x="542753" y="2326285"/>
            <a:ext cx="10875010" cy="2895600"/>
          </a:xfrm>
          <a:custGeom>
            <a:avLst/>
            <a:gdLst/>
            <a:ahLst/>
            <a:cxnLst/>
            <a:rect l="l" t="t" r="r" b="b"/>
            <a:pathLst>
              <a:path w="10875010" h="2533650">
                <a:moveTo>
                  <a:pt x="757392" y="2533652"/>
                </a:moveTo>
                <a:lnTo>
                  <a:pt x="713807" y="2532294"/>
                </a:lnTo>
                <a:lnTo>
                  <a:pt x="666414" y="2527856"/>
                </a:lnTo>
                <a:lnTo>
                  <a:pt x="619907" y="2520568"/>
                </a:lnTo>
                <a:lnTo>
                  <a:pt x="574374" y="2510521"/>
                </a:lnTo>
                <a:lnTo>
                  <a:pt x="529906" y="2497802"/>
                </a:lnTo>
                <a:lnTo>
                  <a:pt x="486592" y="2482501"/>
                </a:lnTo>
                <a:lnTo>
                  <a:pt x="444520" y="2464709"/>
                </a:lnTo>
                <a:lnTo>
                  <a:pt x="403780" y="2444513"/>
                </a:lnTo>
                <a:lnTo>
                  <a:pt x="364462" y="2422003"/>
                </a:lnTo>
                <a:lnTo>
                  <a:pt x="326654" y="2397268"/>
                </a:lnTo>
                <a:lnTo>
                  <a:pt x="290446" y="2370398"/>
                </a:lnTo>
                <a:lnTo>
                  <a:pt x="255928" y="2341482"/>
                </a:lnTo>
                <a:lnTo>
                  <a:pt x="223187" y="2310610"/>
                </a:lnTo>
                <a:lnTo>
                  <a:pt x="192314" y="2277869"/>
                </a:lnTo>
                <a:lnTo>
                  <a:pt x="163398" y="2243351"/>
                </a:lnTo>
                <a:lnTo>
                  <a:pt x="136528" y="2207143"/>
                </a:lnTo>
                <a:lnTo>
                  <a:pt x="111793" y="2169336"/>
                </a:lnTo>
                <a:lnTo>
                  <a:pt x="89283" y="2130018"/>
                </a:lnTo>
                <a:lnTo>
                  <a:pt x="69087" y="2089279"/>
                </a:lnTo>
                <a:lnTo>
                  <a:pt x="51294" y="2047207"/>
                </a:lnTo>
                <a:lnTo>
                  <a:pt x="35993" y="2003893"/>
                </a:lnTo>
                <a:lnTo>
                  <a:pt x="23274" y="1959426"/>
                </a:lnTo>
                <a:lnTo>
                  <a:pt x="13226" y="1913894"/>
                </a:lnTo>
                <a:lnTo>
                  <a:pt x="5938" y="1867387"/>
                </a:lnTo>
                <a:lnTo>
                  <a:pt x="1499" y="1819994"/>
                </a:lnTo>
                <a:lnTo>
                  <a:pt x="0" y="1771805"/>
                </a:lnTo>
                <a:lnTo>
                  <a:pt x="0" y="762000"/>
                </a:lnTo>
                <a:lnTo>
                  <a:pt x="1498" y="713810"/>
                </a:lnTo>
                <a:lnTo>
                  <a:pt x="5936" y="666416"/>
                </a:lnTo>
                <a:lnTo>
                  <a:pt x="13223" y="619909"/>
                </a:lnTo>
                <a:lnTo>
                  <a:pt x="23270" y="574376"/>
                </a:lnTo>
                <a:lnTo>
                  <a:pt x="35989" y="529907"/>
                </a:lnTo>
                <a:lnTo>
                  <a:pt x="51289" y="486592"/>
                </a:lnTo>
                <a:lnTo>
                  <a:pt x="69082" y="444520"/>
                </a:lnTo>
                <a:lnTo>
                  <a:pt x="89278" y="403780"/>
                </a:lnTo>
                <a:lnTo>
                  <a:pt x="111788" y="364462"/>
                </a:lnTo>
                <a:lnTo>
                  <a:pt x="136523" y="326654"/>
                </a:lnTo>
                <a:lnTo>
                  <a:pt x="163393" y="290446"/>
                </a:lnTo>
                <a:lnTo>
                  <a:pt x="192310" y="255926"/>
                </a:lnTo>
                <a:lnTo>
                  <a:pt x="223183" y="223186"/>
                </a:lnTo>
                <a:lnTo>
                  <a:pt x="255924" y="192313"/>
                </a:lnTo>
                <a:lnTo>
                  <a:pt x="290443" y="163397"/>
                </a:lnTo>
                <a:lnTo>
                  <a:pt x="326651" y="136527"/>
                </a:lnTo>
                <a:lnTo>
                  <a:pt x="364460" y="111792"/>
                </a:lnTo>
                <a:lnTo>
                  <a:pt x="403778" y="89282"/>
                </a:lnTo>
                <a:lnTo>
                  <a:pt x="444518" y="69086"/>
                </a:lnTo>
                <a:lnTo>
                  <a:pt x="486590" y="51294"/>
                </a:lnTo>
                <a:lnTo>
                  <a:pt x="529905" y="35993"/>
                </a:lnTo>
                <a:lnTo>
                  <a:pt x="574373" y="23275"/>
                </a:lnTo>
                <a:lnTo>
                  <a:pt x="619906" y="13227"/>
                </a:lnTo>
                <a:lnTo>
                  <a:pt x="666414" y="5940"/>
                </a:lnTo>
                <a:lnTo>
                  <a:pt x="713807" y="1502"/>
                </a:lnTo>
                <a:lnTo>
                  <a:pt x="761997" y="0"/>
                </a:lnTo>
                <a:lnTo>
                  <a:pt x="10112597" y="0"/>
                </a:lnTo>
                <a:lnTo>
                  <a:pt x="10160784" y="1504"/>
                </a:lnTo>
                <a:lnTo>
                  <a:pt x="10208175" y="5944"/>
                </a:lnTo>
                <a:lnTo>
                  <a:pt x="10254681" y="13232"/>
                </a:lnTo>
                <a:lnTo>
                  <a:pt x="10300211" y="23281"/>
                </a:lnTo>
                <a:lnTo>
                  <a:pt x="10344678" y="36000"/>
                </a:lnTo>
                <a:lnTo>
                  <a:pt x="10387991" y="51301"/>
                </a:lnTo>
                <a:lnTo>
                  <a:pt x="10430062" y="69095"/>
                </a:lnTo>
                <a:lnTo>
                  <a:pt x="10470801" y="89291"/>
                </a:lnTo>
                <a:lnTo>
                  <a:pt x="10510118" y="111802"/>
                </a:lnTo>
                <a:lnTo>
                  <a:pt x="10547926" y="136537"/>
                </a:lnTo>
                <a:lnTo>
                  <a:pt x="10584133" y="163407"/>
                </a:lnTo>
                <a:lnTo>
                  <a:pt x="10618651" y="192324"/>
                </a:lnTo>
                <a:lnTo>
                  <a:pt x="10651392" y="223197"/>
                </a:lnTo>
                <a:lnTo>
                  <a:pt x="10682264" y="255938"/>
                </a:lnTo>
                <a:lnTo>
                  <a:pt x="10711179" y="290457"/>
                </a:lnTo>
                <a:lnTo>
                  <a:pt x="10738049" y="326665"/>
                </a:lnTo>
                <a:lnTo>
                  <a:pt x="10762783" y="364473"/>
                </a:lnTo>
                <a:lnTo>
                  <a:pt x="10785292" y="403791"/>
                </a:lnTo>
                <a:lnTo>
                  <a:pt x="10805487" y="444530"/>
                </a:lnTo>
                <a:lnTo>
                  <a:pt x="10823279" y="486602"/>
                </a:lnTo>
                <a:lnTo>
                  <a:pt x="10838578" y="529915"/>
                </a:lnTo>
                <a:lnTo>
                  <a:pt x="10851296" y="574382"/>
                </a:lnTo>
                <a:lnTo>
                  <a:pt x="10861343" y="619913"/>
                </a:lnTo>
                <a:lnTo>
                  <a:pt x="10868630" y="666419"/>
                </a:lnTo>
                <a:lnTo>
                  <a:pt x="10873067" y="713811"/>
                </a:lnTo>
                <a:lnTo>
                  <a:pt x="10874566" y="762000"/>
                </a:lnTo>
                <a:lnTo>
                  <a:pt x="10874566" y="1771804"/>
                </a:lnTo>
                <a:lnTo>
                  <a:pt x="10873066" y="1819991"/>
                </a:lnTo>
                <a:lnTo>
                  <a:pt x="10868628" y="1867382"/>
                </a:lnTo>
                <a:lnTo>
                  <a:pt x="10861340" y="1913887"/>
                </a:lnTo>
                <a:lnTo>
                  <a:pt x="10851293" y="1959418"/>
                </a:lnTo>
                <a:lnTo>
                  <a:pt x="10838575" y="2003884"/>
                </a:lnTo>
                <a:lnTo>
                  <a:pt x="10823275" y="2047197"/>
                </a:lnTo>
                <a:lnTo>
                  <a:pt x="10805483" y="2089267"/>
                </a:lnTo>
                <a:lnTo>
                  <a:pt x="10785288" y="2130006"/>
                </a:lnTo>
                <a:lnTo>
                  <a:pt x="10762779" y="2169324"/>
                </a:lnTo>
                <a:lnTo>
                  <a:pt x="10738045" y="2207131"/>
                </a:lnTo>
                <a:lnTo>
                  <a:pt x="10711176" y="2243339"/>
                </a:lnTo>
                <a:lnTo>
                  <a:pt x="10682261" y="2277858"/>
                </a:lnTo>
                <a:lnTo>
                  <a:pt x="10651389" y="2310598"/>
                </a:lnTo>
                <a:lnTo>
                  <a:pt x="10618649" y="2341471"/>
                </a:lnTo>
                <a:lnTo>
                  <a:pt x="10584131" y="2370388"/>
                </a:lnTo>
                <a:lnTo>
                  <a:pt x="10547924" y="2397258"/>
                </a:lnTo>
                <a:lnTo>
                  <a:pt x="10510117" y="2421994"/>
                </a:lnTo>
                <a:lnTo>
                  <a:pt x="10470800" y="2444504"/>
                </a:lnTo>
                <a:lnTo>
                  <a:pt x="10430061" y="2464701"/>
                </a:lnTo>
                <a:lnTo>
                  <a:pt x="10387991" y="2482495"/>
                </a:lnTo>
                <a:lnTo>
                  <a:pt x="10344678" y="2497796"/>
                </a:lnTo>
                <a:lnTo>
                  <a:pt x="10300211" y="2510515"/>
                </a:lnTo>
                <a:lnTo>
                  <a:pt x="10254681" y="2520564"/>
                </a:lnTo>
                <a:lnTo>
                  <a:pt x="10208175" y="2527853"/>
                </a:lnTo>
                <a:lnTo>
                  <a:pt x="10160784" y="2532293"/>
                </a:lnTo>
                <a:lnTo>
                  <a:pt x="10117171" y="2533653"/>
                </a:lnTo>
              </a:path>
            </a:pathLst>
          </a:custGeom>
          <a:ln w="57150">
            <a:solidFill>
              <a:srgbClr val="BA9977"/>
            </a:solidFill>
          </a:ln>
        </p:spPr>
        <p:txBody>
          <a:bodyPr wrap="square" lIns="0" tIns="0" rIns="0" bIns="0" rtlCol="0"/>
          <a:lstStyle/>
          <a:p>
            <a:endParaRPr/>
          </a:p>
        </p:txBody>
      </p:sp>
      <p:pic>
        <p:nvPicPr>
          <p:cNvPr id="8" name="Picture 7">
            <a:extLst>
              <a:ext uri="{FF2B5EF4-FFF2-40B4-BE49-F238E27FC236}">
                <a16:creationId xmlns:a16="http://schemas.microsoft.com/office/drawing/2014/main" id="{6A6E37C3-0E4A-4216-9EEA-E35EFD8308F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40247" y="2488416"/>
            <a:ext cx="9932553" cy="2502684"/>
          </a:xfrm>
          <a:prstGeom prst="rect">
            <a:avLst/>
          </a:prstGeom>
        </p:spPr>
      </p:pic>
      <p:pic>
        <p:nvPicPr>
          <p:cNvPr id="16" name="Picture 15">
            <a:extLst>
              <a:ext uri="{FF2B5EF4-FFF2-40B4-BE49-F238E27FC236}">
                <a16:creationId xmlns:a16="http://schemas.microsoft.com/office/drawing/2014/main" id="{4797690A-057A-4952-BE7A-04E36741597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744199" y="5981699"/>
            <a:ext cx="2740211" cy="3050849"/>
          </a:xfrm>
          <a:prstGeom prst="rect">
            <a:avLst/>
          </a:prstGeom>
        </p:spPr>
      </p:pic>
      <p:pic>
        <p:nvPicPr>
          <p:cNvPr id="19" name="Picture 18">
            <a:extLst>
              <a:ext uri="{FF2B5EF4-FFF2-40B4-BE49-F238E27FC236}">
                <a16:creationId xmlns:a16="http://schemas.microsoft.com/office/drawing/2014/main" id="{8FF7E3F6-0B9A-48DE-B72F-FD7819ECE21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718989" y="5981700"/>
            <a:ext cx="2740211" cy="3050848"/>
          </a:xfrm>
          <a:prstGeom prst="rect">
            <a:avLst/>
          </a:prstGeom>
        </p:spPr>
      </p:pic>
    </p:spTree>
    <p:extLst>
      <p:ext uri="{BB962C8B-B14F-4D97-AF65-F5344CB8AC3E}">
        <p14:creationId xmlns:p14="http://schemas.microsoft.com/office/powerpoint/2010/main" val="2097321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8" y="93"/>
            <a:ext cx="2569889" cy="2083451"/>
          </a:xfrm>
          <a:prstGeom prst="rect">
            <a:avLst/>
          </a:prstGeom>
        </p:spPr>
      </p:pic>
      <p:pic>
        <p:nvPicPr>
          <p:cNvPr id="3" name="object 3"/>
          <p:cNvPicPr/>
          <p:nvPr/>
        </p:nvPicPr>
        <p:blipFill>
          <a:blip r:embed="rId3" cstate="print"/>
          <a:stretch>
            <a:fillRect/>
          </a:stretch>
        </p:blipFill>
        <p:spPr>
          <a:xfrm>
            <a:off x="15974353" y="641190"/>
            <a:ext cx="2313645" cy="3131389"/>
          </a:xfrm>
          <a:prstGeom prst="rect">
            <a:avLst/>
          </a:prstGeom>
        </p:spPr>
      </p:pic>
      <p:pic>
        <p:nvPicPr>
          <p:cNvPr id="4" name="object 4"/>
          <p:cNvPicPr/>
          <p:nvPr/>
        </p:nvPicPr>
        <p:blipFill>
          <a:blip r:embed="rId4" cstate="print"/>
          <a:stretch>
            <a:fillRect/>
          </a:stretch>
        </p:blipFill>
        <p:spPr>
          <a:xfrm>
            <a:off x="0" y="8271392"/>
            <a:ext cx="3010139" cy="2006600"/>
          </a:xfrm>
          <a:prstGeom prst="rect">
            <a:avLst/>
          </a:prstGeom>
        </p:spPr>
      </p:pic>
      <p:pic>
        <p:nvPicPr>
          <p:cNvPr id="5" name="object 5"/>
          <p:cNvPicPr/>
          <p:nvPr/>
        </p:nvPicPr>
        <p:blipFill>
          <a:blip r:embed="rId5" cstate="print"/>
          <a:stretch>
            <a:fillRect/>
          </a:stretch>
        </p:blipFill>
        <p:spPr>
          <a:xfrm>
            <a:off x="15547739" y="8833143"/>
            <a:ext cx="2740211" cy="1453505"/>
          </a:xfrm>
          <a:prstGeom prst="rect">
            <a:avLst/>
          </a:prstGeom>
        </p:spPr>
      </p:pic>
      <p:sp>
        <p:nvSpPr>
          <p:cNvPr id="6" name="object 6"/>
          <p:cNvSpPr/>
          <p:nvPr/>
        </p:nvSpPr>
        <p:spPr>
          <a:xfrm>
            <a:off x="4096661" y="439679"/>
            <a:ext cx="10765155" cy="1739900"/>
          </a:xfrm>
          <a:custGeom>
            <a:avLst/>
            <a:gdLst/>
            <a:ahLst/>
            <a:cxnLst/>
            <a:rect l="l" t="t" r="r" b="b"/>
            <a:pathLst>
              <a:path w="10765155" h="1739900">
                <a:moveTo>
                  <a:pt x="10567021" y="1739800"/>
                </a:moveTo>
                <a:lnTo>
                  <a:pt x="200025" y="1739800"/>
                </a:lnTo>
                <a:lnTo>
                  <a:pt x="154161" y="1734518"/>
                </a:lnTo>
                <a:lnTo>
                  <a:pt x="112059" y="1719470"/>
                </a:lnTo>
                <a:lnTo>
                  <a:pt x="74919" y="1695857"/>
                </a:lnTo>
                <a:lnTo>
                  <a:pt x="43943" y="1664881"/>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5" y="0"/>
                </a:lnTo>
                <a:lnTo>
                  <a:pt x="10567021" y="0"/>
                </a:lnTo>
                <a:lnTo>
                  <a:pt x="10612881" y="5282"/>
                </a:lnTo>
                <a:lnTo>
                  <a:pt x="10654979" y="20330"/>
                </a:lnTo>
                <a:lnTo>
                  <a:pt x="10692116" y="43943"/>
                </a:lnTo>
                <a:lnTo>
                  <a:pt x="10723090" y="74919"/>
                </a:lnTo>
                <a:lnTo>
                  <a:pt x="10746701" y="112059"/>
                </a:lnTo>
                <a:lnTo>
                  <a:pt x="10761749" y="154161"/>
                </a:lnTo>
                <a:lnTo>
                  <a:pt x="10765014" y="182514"/>
                </a:lnTo>
                <a:lnTo>
                  <a:pt x="10765014" y="1557286"/>
                </a:lnTo>
                <a:lnTo>
                  <a:pt x="10746701" y="1627741"/>
                </a:lnTo>
                <a:lnTo>
                  <a:pt x="10723090" y="1664881"/>
                </a:lnTo>
                <a:lnTo>
                  <a:pt x="10692116" y="1695857"/>
                </a:lnTo>
                <a:lnTo>
                  <a:pt x="10654979" y="1719470"/>
                </a:lnTo>
                <a:lnTo>
                  <a:pt x="10612881" y="1734518"/>
                </a:lnTo>
                <a:lnTo>
                  <a:pt x="10567021" y="1739800"/>
                </a:lnTo>
                <a:close/>
              </a:path>
            </a:pathLst>
          </a:custGeom>
          <a:solidFill>
            <a:srgbClr val="DABD9D">
              <a:alpha val="78999"/>
            </a:srgbClr>
          </a:solidFill>
        </p:spPr>
        <p:txBody>
          <a:bodyPr wrap="square" lIns="0" tIns="0" rIns="0" bIns="0" rtlCol="0"/>
          <a:lstStyle/>
          <a:p>
            <a:endParaRPr/>
          </a:p>
        </p:txBody>
      </p:sp>
      <p:sp>
        <p:nvSpPr>
          <p:cNvPr id="10" name="object 10"/>
          <p:cNvSpPr/>
          <p:nvPr/>
        </p:nvSpPr>
        <p:spPr>
          <a:xfrm>
            <a:off x="10439400" y="5778382"/>
            <a:ext cx="6367780" cy="3496310"/>
          </a:xfrm>
          <a:custGeom>
            <a:avLst/>
            <a:gdLst/>
            <a:ahLst/>
            <a:cxnLst/>
            <a:rect l="l" t="t" r="r" b="b"/>
            <a:pathLst>
              <a:path w="6367780" h="3496309">
                <a:moveTo>
                  <a:pt x="691772" y="3495685"/>
                </a:moveTo>
                <a:lnTo>
                  <a:pt x="619957" y="3486034"/>
                </a:lnTo>
                <a:lnTo>
                  <a:pt x="574424" y="3475986"/>
                </a:lnTo>
                <a:lnTo>
                  <a:pt x="529956" y="3463266"/>
                </a:lnTo>
                <a:lnTo>
                  <a:pt x="486641" y="3447965"/>
                </a:lnTo>
                <a:lnTo>
                  <a:pt x="444570" y="3430172"/>
                </a:lnTo>
                <a:lnTo>
                  <a:pt x="403830" y="3409975"/>
                </a:lnTo>
                <a:lnTo>
                  <a:pt x="364512" y="3387464"/>
                </a:lnTo>
                <a:lnTo>
                  <a:pt x="326705" y="3362728"/>
                </a:lnTo>
                <a:lnTo>
                  <a:pt x="290498" y="3335857"/>
                </a:lnTo>
                <a:lnTo>
                  <a:pt x="255979" y="3306941"/>
                </a:lnTo>
                <a:lnTo>
                  <a:pt x="223239" y="3276067"/>
                </a:lnTo>
                <a:lnTo>
                  <a:pt x="192367" y="3243326"/>
                </a:lnTo>
                <a:lnTo>
                  <a:pt x="163452" y="3208806"/>
                </a:lnTo>
                <a:lnTo>
                  <a:pt x="136582" y="3172598"/>
                </a:lnTo>
                <a:lnTo>
                  <a:pt x="111848" y="3134790"/>
                </a:lnTo>
                <a:lnTo>
                  <a:pt x="89339" y="3095472"/>
                </a:lnTo>
                <a:lnTo>
                  <a:pt x="69143" y="3054732"/>
                </a:lnTo>
                <a:lnTo>
                  <a:pt x="51351" y="3012660"/>
                </a:lnTo>
                <a:lnTo>
                  <a:pt x="36051" y="2969346"/>
                </a:lnTo>
                <a:lnTo>
                  <a:pt x="23332" y="2924878"/>
                </a:lnTo>
                <a:lnTo>
                  <a:pt x="13285" y="2879346"/>
                </a:lnTo>
                <a:lnTo>
                  <a:pt x="5998" y="2832839"/>
                </a:lnTo>
                <a:lnTo>
                  <a:pt x="1560" y="2785446"/>
                </a:lnTo>
                <a:lnTo>
                  <a:pt x="0" y="2737257"/>
                </a:lnTo>
                <a:lnTo>
                  <a:pt x="0" y="761986"/>
                </a:lnTo>
                <a:lnTo>
                  <a:pt x="1561" y="713799"/>
                </a:lnTo>
                <a:lnTo>
                  <a:pt x="5999" y="666406"/>
                </a:lnTo>
                <a:lnTo>
                  <a:pt x="13287" y="619899"/>
                </a:lnTo>
                <a:lnTo>
                  <a:pt x="23335" y="574368"/>
                </a:lnTo>
                <a:lnTo>
                  <a:pt x="36054" y="529900"/>
                </a:lnTo>
                <a:lnTo>
                  <a:pt x="51355" y="486586"/>
                </a:lnTo>
                <a:lnTo>
                  <a:pt x="69148" y="444515"/>
                </a:lnTo>
                <a:lnTo>
                  <a:pt x="89344" y="403776"/>
                </a:lnTo>
                <a:lnTo>
                  <a:pt x="111853" y="364458"/>
                </a:lnTo>
                <a:lnTo>
                  <a:pt x="136587" y="326651"/>
                </a:lnTo>
                <a:lnTo>
                  <a:pt x="163457" y="290443"/>
                </a:lnTo>
                <a:lnTo>
                  <a:pt x="192372" y="255925"/>
                </a:lnTo>
                <a:lnTo>
                  <a:pt x="223245" y="223184"/>
                </a:lnTo>
                <a:lnTo>
                  <a:pt x="255984" y="192311"/>
                </a:lnTo>
                <a:lnTo>
                  <a:pt x="290503" y="163395"/>
                </a:lnTo>
                <a:lnTo>
                  <a:pt x="326710" y="136525"/>
                </a:lnTo>
                <a:lnTo>
                  <a:pt x="364517" y="111790"/>
                </a:lnTo>
                <a:lnTo>
                  <a:pt x="403835" y="89280"/>
                </a:lnTo>
                <a:lnTo>
                  <a:pt x="444574" y="69083"/>
                </a:lnTo>
                <a:lnTo>
                  <a:pt x="486645" y="51290"/>
                </a:lnTo>
                <a:lnTo>
                  <a:pt x="529959" y="35989"/>
                </a:lnTo>
                <a:lnTo>
                  <a:pt x="574427" y="23271"/>
                </a:lnTo>
                <a:lnTo>
                  <a:pt x="619959" y="13223"/>
                </a:lnTo>
                <a:lnTo>
                  <a:pt x="666466" y="5936"/>
                </a:lnTo>
                <a:lnTo>
                  <a:pt x="713859" y="1499"/>
                </a:lnTo>
                <a:lnTo>
                  <a:pt x="762048" y="0"/>
                </a:lnTo>
                <a:lnTo>
                  <a:pt x="5605733" y="0"/>
                </a:lnTo>
                <a:lnTo>
                  <a:pt x="5653922" y="1500"/>
                </a:lnTo>
                <a:lnTo>
                  <a:pt x="5701315" y="5938"/>
                </a:lnTo>
                <a:lnTo>
                  <a:pt x="5747822" y="13225"/>
                </a:lnTo>
                <a:lnTo>
                  <a:pt x="5793354" y="23273"/>
                </a:lnTo>
                <a:lnTo>
                  <a:pt x="5837822" y="35992"/>
                </a:lnTo>
                <a:lnTo>
                  <a:pt x="5881136" y="51292"/>
                </a:lnTo>
                <a:lnTo>
                  <a:pt x="5923207" y="69085"/>
                </a:lnTo>
                <a:lnTo>
                  <a:pt x="5963947" y="89281"/>
                </a:lnTo>
                <a:lnTo>
                  <a:pt x="6003265" y="111790"/>
                </a:lnTo>
                <a:lnTo>
                  <a:pt x="6041072" y="136525"/>
                </a:lnTo>
                <a:lnTo>
                  <a:pt x="6077280" y="163394"/>
                </a:lnTo>
                <a:lnTo>
                  <a:pt x="6111799" y="192310"/>
                </a:lnTo>
                <a:lnTo>
                  <a:pt x="6144539" y="223183"/>
                </a:lnTo>
                <a:lnTo>
                  <a:pt x="6175412" y="255923"/>
                </a:lnTo>
                <a:lnTo>
                  <a:pt x="6204329" y="290441"/>
                </a:lnTo>
                <a:lnTo>
                  <a:pt x="6231199" y="326649"/>
                </a:lnTo>
                <a:lnTo>
                  <a:pt x="6255934" y="364456"/>
                </a:lnTo>
                <a:lnTo>
                  <a:pt x="6278444" y="403774"/>
                </a:lnTo>
                <a:lnTo>
                  <a:pt x="6298640" y="444513"/>
                </a:lnTo>
                <a:lnTo>
                  <a:pt x="6316434" y="486584"/>
                </a:lnTo>
                <a:lnTo>
                  <a:pt x="6331735" y="529898"/>
                </a:lnTo>
                <a:lnTo>
                  <a:pt x="6344454" y="574366"/>
                </a:lnTo>
                <a:lnTo>
                  <a:pt x="6354502" y="619898"/>
                </a:lnTo>
                <a:lnTo>
                  <a:pt x="6361791" y="666405"/>
                </a:lnTo>
                <a:lnTo>
                  <a:pt x="6366229" y="713798"/>
                </a:lnTo>
                <a:lnTo>
                  <a:pt x="6367729" y="761988"/>
                </a:lnTo>
                <a:lnTo>
                  <a:pt x="6367729" y="2737257"/>
                </a:lnTo>
                <a:lnTo>
                  <a:pt x="6366230" y="2785446"/>
                </a:lnTo>
                <a:lnTo>
                  <a:pt x="6361792" y="2832840"/>
                </a:lnTo>
                <a:lnTo>
                  <a:pt x="6354504" y="2879347"/>
                </a:lnTo>
                <a:lnTo>
                  <a:pt x="6344456" y="2924879"/>
                </a:lnTo>
                <a:lnTo>
                  <a:pt x="6331738" y="2969347"/>
                </a:lnTo>
                <a:lnTo>
                  <a:pt x="6316437" y="3012662"/>
                </a:lnTo>
                <a:lnTo>
                  <a:pt x="6298644" y="3054734"/>
                </a:lnTo>
                <a:lnTo>
                  <a:pt x="6278448" y="3095474"/>
                </a:lnTo>
                <a:lnTo>
                  <a:pt x="6255938" y="3134792"/>
                </a:lnTo>
                <a:lnTo>
                  <a:pt x="6231204" y="3172600"/>
                </a:lnTo>
                <a:lnTo>
                  <a:pt x="6204334" y="3208809"/>
                </a:lnTo>
                <a:lnTo>
                  <a:pt x="6175418" y="3243328"/>
                </a:lnTo>
                <a:lnTo>
                  <a:pt x="6144545" y="3276069"/>
                </a:lnTo>
                <a:lnTo>
                  <a:pt x="6111804" y="3306942"/>
                </a:lnTo>
                <a:lnTo>
                  <a:pt x="6077285" y="3335858"/>
                </a:lnTo>
                <a:lnTo>
                  <a:pt x="6041077" y="3362729"/>
                </a:lnTo>
                <a:lnTo>
                  <a:pt x="6003269" y="3387464"/>
                </a:lnTo>
                <a:lnTo>
                  <a:pt x="5963951" y="3409974"/>
                </a:lnTo>
                <a:lnTo>
                  <a:pt x="5923211" y="3430170"/>
                </a:lnTo>
                <a:lnTo>
                  <a:pt x="5881139" y="3447963"/>
                </a:lnTo>
                <a:lnTo>
                  <a:pt x="5837824" y="3463264"/>
                </a:lnTo>
                <a:lnTo>
                  <a:pt x="5793356" y="3475983"/>
                </a:lnTo>
                <a:lnTo>
                  <a:pt x="5747823" y="3486031"/>
                </a:lnTo>
                <a:lnTo>
                  <a:pt x="5701316" y="3493319"/>
                </a:lnTo>
                <a:lnTo>
                  <a:pt x="5675991" y="3495681"/>
                </a:lnTo>
              </a:path>
            </a:pathLst>
          </a:custGeom>
          <a:ln w="57149">
            <a:solidFill>
              <a:srgbClr val="BA9977"/>
            </a:solidFill>
          </a:ln>
        </p:spPr>
        <p:txBody>
          <a:bodyPr wrap="square" lIns="0" tIns="0" rIns="0" bIns="0" rtlCol="0"/>
          <a:lstStyle/>
          <a:p>
            <a:endParaRPr/>
          </a:p>
        </p:txBody>
      </p:sp>
      <p:sp>
        <p:nvSpPr>
          <p:cNvPr id="11" name="object 11"/>
          <p:cNvSpPr txBox="1">
            <a:spLocks noGrp="1"/>
          </p:cNvSpPr>
          <p:nvPr>
            <p:ph type="title"/>
          </p:nvPr>
        </p:nvSpPr>
        <p:spPr>
          <a:xfrm>
            <a:off x="3336093" y="292901"/>
            <a:ext cx="12385040" cy="1674817"/>
          </a:xfrm>
          <a:prstGeom prst="rect">
            <a:avLst/>
          </a:prstGeom>
        </p:spPr>
        <p:txBody>
          <a:bodyPr vert="horz" wrap="square" lIns="0" tIns="12700" rIns="0" bIns="0" rtlCol="0">
            <a:spAutoFit/>
          </a:bodyPr>
          <a:lstStyle/>
          <a:p>
            <a:pPr marL="1713864" marR="5080" indent="-542290">
              <a:lnSpc>
                <a:spcPct val="115900"/>
              </a:lnSpc>
              <a:spcBef>
                <a:spcPts val="100"/>
              </a:spcBef>
            </a:pPr>
            <a:r>
              <a:rPr sz="4800" spc="685" dirty="0"/>
              <a:t>Q</a:t>
            </a:r>
            <a:r>
              <a:rPr lang="en-US" sz="4800" spc="685" dirty="0"/>
              <a:t>11</a:t>
            </a:r>
            <a:r>
              <a:rPr sz="4800" spc="130" dirty="0"/>
              <a:t> </a:t>
            </a:r>
            <a:r>
              <a:rPr sz="4800" spc="795" dirty="0"/>
              <a:t>-</a:t>
            </a:r>
            <a:r>
              <a:rPr sz="4800" spc="135" dirty="0"/>
              <a:t> </a:t>
            </a:r>
            <a:r>
              <a:rPr lang="en-US" sz="4800" spc="425" dirty="0"/>
              <a:t>Which days have the </a:t>
            </a:r>
            <a:br>
              <a:rPr lang="en-US" sz="4800" spc="425" dirty="0"/>
            </a:br>
            <a:r>
              <a:rPr lang="en-US" sz="4800" spc="425" dirty="0"/>
              <a:t>highest order volume?</a:t>
            </a:r>
            <a:endParaRPr sz="4800" dirty="0"/>
          </a:p>
        </p:txBody>
      </p:sp>
      <p:sp>
        <p:nvSpPr>
          <p:cNvPr id="12" name="object 12"/>
          <p:cNvSpPr txBox="1"/>
          <p:nvPr/>
        </p:nvSpPr>
        <p:spPr>
          <a:xfrm>
            <a:off x="724170" y="6151214"/>
            <a:ext cx="7976234" cy="1890261"/>
          </a:xfrm>
          <a:prstGeom prst="rect">
            <a:avLst/>
          </a:prstGeom>
        </p:spPr>
        <p:txBody>
          <a:bodyPr vert="horz" wrap="square" lIns="0" tIns="83820" rIns="0" bIns="0" rtlCol="0">
            <a:spAutoFit/>
          </a:bodyPr>
          <a:lstStyle/>
          <a:p>
            <a:pPr marL="12700">
              <a:lnSpc>
                <a:spcPct val="100000"/>
              </a:lnSpc>
              <a:spcBef>
                <a:spcPts val="660"/>
              </a:spcBef>
            </a:pPr>
            <a:r>
              <a:rPr sz="2750" spc="-25" dirty="0">
                <a:solidFill>
                  <a:srgbClr val="672912"/>
                </a:solidFill>
                <a:latin typeface="Verdana"/>
                <a:cs typeface="Verdana"/>
              </a:rPr>
              <a:t>Insight</a:t>
            </a:r>
            <a:r>
              <a:rPr sz="2750" spc="-45" dirty="0">
                <a:solidFill>
                  <a:srgbClr val="672912"/>
                </a:solidFill>
                <a:latin typeface="Verdana"/>
                <a:cs typeface="Verdana"/>
              </a:rPr>
              <a:t> </a:t>
            </a:r>
            <a:r>
              <a:rPr sz="2750" spc="-575" dirty="0">
                <a:solidFill>
                  <a:srgbClr val="672912"/>
                </a:solidFill>
                <a:latin typeface="Verdana"/>
                <a:cs typeface="Verdana"/>
              </a:rPr>
              <a:t>:</a:t>
            </a:r>
            <a:endParaRPr lang="en-US" sz="2750" spc="-575" dirty="0">
              <a:solidFill>
                <a:srgbClr val="672912"/>
              </a:solidFill>
              <a:latin typeface="Verdana"/>
              <a:cs typeface="Verdana"/>
            </a:endParaRPr>
          </a:p>
          <a:p>
            <a:pPr marL="12700">
              <a:lnSpc>
                <a:spcPct val="100000"/>
              </a:lnSpc>
              <a:spcBef>
                <a:spcPts val="660"/>
              </a:spcBef>
            </a:pPr>
            <a:r>
              <a:rPr lang="en-US" sz="2800" dirty="0">
                <a:solidFill>
                  <a:schemeClr val="accent2">
                    <a:lumMod val="50000"/>
                  </a:schemeClr>
                </a:solidFill>
              </a:rPr>
              <a:t>Order volume is highest on Fridays and Saturdays, indicating increased demand toward the weekend.</a:t>
            </a:r>
            <a:endParaRPr lang="en-US" sz="2750" spc="-575" dirty="0">
              <a:solidFill>
                <a:schemeClr val="accent2">
                  <a:lumMod val="50000"/>
                </a:schemeClr>
              </a:solidFill>
              <a:latin typeface="Verdana"/>
              <a:cs typeface="Verdana"/>
            </a:endParaRPr>
          </a:p>
        </p:txBody>
      </p:sp>
      <p:sp>
        <p:nvSpPr>
          <p:cNvPr id="13" name="object 13"/>
          <p:cNvSpPr/>
          <p:nvPr/>
        </p:nvSpPr>
        <p:spPr>
          <a:xfrm>
            <a:off x="269753" y="5742583"/>
            <a:ext cx="8874760" cy="2895600"/>
          </a:xfrm>
          <a:custGeom>
            <a:avLst/>
            <a:gdLst/>
            <a:ahLst/>
            <a:cxnLst/>
            <a:rect l="l" t="t" r="r" b="b"/>
            <a:pathLst>
              <a:path w="8874760" h="2895600">
                <a:moveTo>
                  <a:pt x="680664" y="2895596"/>
                </a:moveTo>
                <a:lnTo>
                  <a:pt x="619901" y="2886977"/>
                </a:lnTo>
                <a:lnTo>
                  <a:pt x="574368" y="2876929"/>
                </a:lnTo>
                <a:lnTo>
                  <a:pt x="529899" y="2864209"/>
                </a:lnTo>
                <a:lnTo>
                  <a:pt x="486584" y="2848908"/>
                </a:lnTo>
                <a:lnTo>
                  <a:pt x="444512" y="2831115"/>
                </a:lnTo>
                <a:lnTo>
                  <a:pt x="403772" y="2810918"/>
                </a:lnTo>
                <a:lnTo>
                  <a:pt x="364454" y="2788408"/>
                </a:lnTo>
                <a:lnTo>
                  <a:pt x="326646" y="2763673"/>
                </a:lnTo>
                <a:lnTo>
                  <a:pt x="290438" y="2736802"/>
                </a:lnTo>
                <a:lnTo>
                  <a:pt x="255919" y="2707885"/>
                </a:lnTo>
                <a:lnTo>
                  <a:pt x="223179" y="2677012"/>
                </a:lnTo>
                <a:lnTo>
                  <a:pt x="192306" y="2644270"/>
                </a:lnTo>
                <a:lnTo>
                  <a:pt x="163390" y="2609751"/>
                </a:lnTo>
                <a:lnTo>
                  <a:pt x="136521" y="2573543"/>
                </a:lnTo>
                <a:lnTo>
                  <a:pt x="111786" y="2535735"/>
                </a:lnTo>
                <a:lnTo>
                  <a:pt x="89277" y="2496416"/>
                </a:lnTo>
                <a:lnTo>
                  <a:pt x="69081" y="2455676"/>
                </a:lnTo>
                <a:lnTo>
                  <a:pt x="51289" y="2413604"/>
                </a:lnTo>
                <a:lnTo>
                  <a:pt x="35989" y="2370290"/>
                </a:lnTo>
                <a:lnTo>
                  <a:pt x="23271" y="2325822"/>
                </a:lnTo>
                <a:lnTo>
                  <a:pt x="13223" y="2280289"/>
                </a:lnTo>
                <a:lnTo>
                  <a:pt x="5936" y="2233782"/>
                </a:lnTo>
                <a:lnTo>
                  <a:pt x="1499" y="2186390"/>
                </a:lnTo>
                <a:lnTo>
                  <a:pt x="0" y="2138200"/>
                </a:lnTo>
                <a:lnTo>
                  <a:pt x="0" y="761994"/>
                </a:lnTo>
                <a:lnTo>
                  <a:pt x="1499" y="713804"/>
                </a:lnTo>
                <a:lnTo>
                  <a:pt x="5937" y="666411"/>
                </a:lnTo>
                <a:lnTo>
                  <a:pt x="13225" y="619904"/>
                </a:lnTo>
                <a:lnTo>
                  <a:pt x="23273" y="574371"/>
                </a:lnTo>
                <a:lnTo>
                  <a:pt x="35992" y="529903"/>
                </a:lnTo>
                <a:lnTo>
                  <a:pt x="51292" y="486589"/>
                </a:lnTo>
                <a:lnTo>
                  <a:pt x="69085" y="444517"/>
                </a:lnTo>
                <a:lnTo>
                  <a:pt x="89281" y="403778"/>
                </a:lnTo>
                <a:lnTo>
                  <a:pt x="111791" y="364459"/>
                </a:lnTo>
                <a:lnTo>
                  <a:pt x="136526" y="326652"/>
                </a:lnTo>
                <a:lnTo>
                  <a:pt x="163395" y="290444"/>
                </a:lnTo>
                <a:lnTo>
                  <a:pt x="192311" y="255925"/>
                </a:lnTo>
                <a:lnTo>
                  <a:pt x="223184" y="223184"/>
                </a:lnTo>
                <a:lnTo>
                  <a:pt x="255924" y="192311"/>
                </a:lnTo>
                <a:lnTo>
                  <a:pt x="290443" y="163395"/>
                </a:lnTo>
                <a:lnTo>
                  <a:pt x="326651" y="136525"/>
                </a:lnTo>
                <a:lnTo>
                  <a:pt x="364459" y="111790"/>
                </a:lnTo>
                <a:lnTo>
                  <a:pt x="403777" y="89280"/>
                </a:lnTo>
                <a:lnTo>
                  <a:pt x="444516" y="69084"/>
                </a:lnTo>
                <a:lnTo>
                  <a:pt x="486588" y="51291"/>
                </a:lnTo>
                <a:lnTo>
                  <a:pt x="529903" y="35991"/>
                </a:lnTo>
                <a:lnTo>
                  <a:pt x="574371" y="23272"/>
                </a:lnTo>
                <a:lnTo>
                  <a:pt x="619903" y="13224"/>
                </a:lnTo>
                <a:lnTo>
                  <a:pt x="666411" y="5937"/>
                </a:lnTo>
                <a:lnTo>
                  <a:pt x="713804" y="1499"/>
                </a:lnTo>
                <a:lnTo>
                  <a:pt x="761994" y="0"/>
                </a:lnTo>
                <a:lnTo>
                  <a:pt x="8112185" y="0"/>
                </a:lnTo>
                <a:lnTo>
                  <a:pt x="8160374" y="1499"/>
                </a:lnTo>
                <a:lnTo>
                  <a:pt x="8207767" y="5936"/>
                </a:lnTo>
                <a:lnTo>
                  <a:pt x="8254274" y="13224"/>
                </a:lnTo>
                <a:lnTo>
                  <a:pt x="8299806" y="23271"/>
                </a:lnTo>
                <a:lnTo>
                  <a:pt x="8344274" y="35990"/>
                </a:lnTo>
                <a:lnTo>
                  <a:pt x="8387589" y="51290"/>
                </a:lnTo>
                <a:lnTo>
                  <a:pt x="8429660" y="69083"/>
                </a:lnTo>
                <a:lnTo>
                  <a:pt x="8470400" y="89278"/>
                </a:lnTo>
                <a:lnTo>
                  <a:pt x="8509719" y="111788"/>
                </a:lnTo>
                <a:lnTo>
                  <a:pt x="8547526" y="136522"/>
                </a:lnTo>
                <a:lnTo>
                  <a:pt x="8583735" y="163392"/>
                </a:lnTo>
                <a:lnTo>
                  <a:pt x="8618254" y="192308"/>
                </a:lnTo>
                <a:lnTo>
                  <a:pt x="8650995" y="223181"/>
                </a:lnTo>
                <a:lnTo>
                  <a:pt x="8681868" y="255921"/>
                </a:lnTo>
                <a:lnTo>
                  <a:pt x="8710785" y="290440"/>
                </a:lnTo>
                <a:lnTo>
                  <a:pt x="8737655" y="326648"/>
                </a:lnTo>
                <a:lnTo>
                  <a:pt x="8762390" y="364456"/>
                </a:lnTo>
                <a:lnTo>
                  <a:pt x="8784901" y="403774"/>
                </a:lnTo>
                <a:lnTo>
                  <a:pt x="8805097" y="444514"/>
                </a:lnTo>
                <a:lnTo>
                  <a:pt x="8822891" y="486586"/>
                </a:lnTo>
                <a:lnTo>
                  <a:pt x="8838192" y="529901"/>
                </a:lnTo>
                <a:lnTo>
                  <a:pt x="8850911" y="574369"/>
                </a:lnTo>
                <a:lnTo>
                  <a:pt x="8860959" y="619902"/>
                </a:lnTo>
                <a:lnTo>
                  <a:pt x="8868247" y="666410"/>
                </a:lnTo>
                <a:lnTo>
                  <a:pt x="8872686" y="713804"/>
                </a:lnTo>
                <a:lnTo>
                  <a:pt x="8874185" y="761994"/>
                </a:lnTo>
                <a:lnTo>
                  <a:pt x="8874185" y="2138201"/>
                </a:lnTo>
                <a:lnTo>
                  <a:pt x="8872686" y="2186390"/>
                </a:lnTo>
                <a:lnTo>
                  <a:pt x="8868248" y="2233784"/>
                </a:lnTo>
                <a:lnTo>
                  <a:pt x="8860961" y="2280291"/>
                </a:lnTo>
                <a:lnTo>
                  <a:pt x="8850913" y="2325824"/>
                </a:lnTo>
                <a:lnTo>
                  <a:pt x="8838194" y="2370293"/>
                </a:lnTo>
                <a:lnTo>
                  <a:pt x="8822894" y="2413608"/>
                </a:lnTo>
                <a:lnTo>
                  <a:pt x="8805101" y="2455680"/>
                </a:lnTo>
                <a:lnTo>
                  <a:pt x="8784905" y="2496420"/>
                </a:lnTo>
                <a:lnTo>
                  <a:pt x="8762394" y="2535739"/>
                </a:lnTo>
                <a:lnTo>
                  <a:pt x="8737660" y="2573547"/>
                </a:lnTo>
                <a:lnTo>
                  <a:pt x="8710789" y="2609755"/>
                </a:lnTo>
                <a:lnTo>
                  <a:pt x="8681873" y="2644274"/>
                </a:lnTo>
                <a:lnTo>
                  <a:pt x="8651000" y="2677015"/>
                </a:lnTo>
                <a:lnTo>
                  <a:pt x="8618259" y="2707889"/>
                </a:lnTo>
                <a:lnTo>
                  <a:pt x="8583740" y="2736805"/>
                </a:lnTo>
                <a:lnTo>
                  <a:pt x="8547531" y="2763675"/>
                </a:lnTo>
                <a:lnTo>
                  <a:pt x="8509723" y="2788410"/>
                </a:lnTo>
                <a:lnTo>
                  <a:pt x="8470404" y="2810921"/>
                </a:lnTo>
                <a:lnTo>
                  <a:pt x="8429664" y="2831117"/>
                </a:lnTo>
                <a:lnTo>
                  <a:pt x="8387592" y="2848910"/>
                </a:lnTo>
                <a:lnTo>
                  <a:pt x="8344277" y="2864211"/>
                </a:lnTo>
                <a:lnTo>
                  <a:pt x="8299809" y="2876929"/>
                </a:lnTo>
                <a:lnTo>
                  <a:pt x="8254276" y="2886977"/>
                </a:lnTo>
                <a:lnTo>
                  <a:pt x="8207768" y="2894265"/>
                </a:lnTo>
                <a:lnTo>
                  <a:pt x="8193514" y="2895588"/>
                </a:lnTo>
              </a:path>
            </a:pathLst>
          </a:custGeom>
          <a:ln w="57150">
            <a:solidFill>
              <a:srgbClr val="BA9977"/>
            </a:solidFill>
          </a:ln>
        </p:spPr>
        <p:txBody>
          <a:bodyPr wrap="square" lIns="0" tIns="0" rIns="0" bIns="0" rtlCol="0"/>
          <a:lstStyle/>
          <a:p>
            <a:endParaRPr/>
          </a:p>
        </p:txBody>
      </p:sp>
      <p:sp>
        <p:nvSpPr>
          <p:cNvPr id="14" name="object 14"/>
          <p:cNvSpPr/>
          <p:nvPr/>
        </p:nvSpPr>
        <p:spPr>
          <a:xfrm>
            <a:off x="542753" y="2326285"/>
            <a:ext cx="10875010" cy="2895600"/>
          </a:xfrm>
          <a:custGeom>
            <a:avLst/>
            <a:gdLst/>
            <a:ahLst/>
            <a:cxnLst/>
            <a:rect l="l" t="t" r="r" b="b"/>
            <a:pathLst>
              <a:path w="10875010" h="2533650">
                <a:moveTo>
                  <a:pt x="757392" y="2533652"/>
                </a:moveTo>
                <a:lnTo>
                  <a:pt x="713807" y="2532294"/>
                </a:lnTo>
                <a:lnTo>
                  <a:pt x="666414" y="2527856"/>
                </a:lnTo>
                <a:lnTo>
                  <a:pt x="619907" y="2520568"/>
                </a:lnTo>
                <a:lnTo>
                  <a:pt x="574374" y="2510521"/>
                </a:lnTo>
                <a:lnTo>
                  <a:pt x="529906" y="2497802"/>
                </a:lnTo>
                <a:lnTo>
                  <a:pt x="486592" y="2482501"/>
                </a:lnTo>
                <a:lnTo>
                  <a:pt x="444520" y="2464709"/>
                </a:lnTo>
                <a:lnTo>
                  <a:pt x="403780" y="2444513"/>
                </a:lnTo>
                <a:lnTo>
                  <a:pt x="364462" y="2422003"/>
                </a:lnTo>
                <a:lnTo>
                  <a:pt x="326654" y="2397268"/>
                </a:lnTo>
                <a:lnTo>
                  <a:pt x="290446" y="2370398"/>
                </a:lnTo>
                <a:lnTo>
                  <a:pt x="255928" y="2341482"/>
                </a:lnTo>
                <a:lnTo>
                  <a:pt x="223187" y="2310610"/>
                </a:lnTo>
                <a:lnTo>
                  <a:pt x="192314" y="2277869"/>
                </a:lnTo>
                <a:lnTo>
                  <a:pt x="163398" y="2243351"/>
                </a:lnTo>
                <a:lnTo>
                  <a:pt x="136528" y="2207143"/>
                </a:lnTo>
                <a:lnTo>
                  <a:pt x="111793" y="2169336"/>
                </a:lnTo>
                <a:lnTo>
                  <a:pt x="89283" y="2130018"/>
                </a:lnTo>
                <a:lnTo>
                  <a:pt x="69087" y="2089279"/>
                </a:lnTo>
                <a:lnTo>
                  <a:pt x="51294" y="2047207"/>
                </a:lnTo>
                <a:lnTo>
                  <a:pt x="35993" y="2003893"/>
                </a:lnTo>
                <a:lnTo>
                  <a:pt x="23274" y="1959426"/>
                </a:lnTo>
                <a:lnTo>
                  <a:pt x="13226" y="1913894"/>
                </a:lnTo>
                <a:lnTo>
                  <a:pt x="5938" y="1867387"/>
                </a:lnTo>
                <a:lnTo>
                  <a:pt x="1499" y="1819994"/>
                </a:lnTo>
                <a:lnTo>
                  <a:pt x="0" y="1771805"/>
                </a:lnTo>
                <a:lnTo>
                  <a:pt x="0" y="762000"/>
                </a:lnTo>
                <a:lnTo>
                  <a:pt x="1498" y="713810"/>
                </a:lnTo>
                <a:lnTo>
                  <a:pt x="5936" y="666416"/>
                </a:lnTo>
                <a:lnTo>
                  <a:pt x="13223" y="619909"/>
                </a:lnTo>
                <a:lnTo>
                  <a:pt x="23270" y="574376"/>
                </a:lnTo>
                <a:lnTo>
                  <a:pt x="35989" y="529907"/>
                </a:lnTo>
                <a:lnTo>
                  <a:pt x="51289" y="486592"/>
                </a:lnTo>
                <a:lnTo>
                  <a:pt x="69082" y="444520"/>
                </a:lnTo>
                <a:lnTo>
                  <a:pt x="89278" y="403780"/>
                </a:lnTo>
                <a:lnTo>
                  <a:pt x="111788" y="364462"/>
                </a:lnTo>
                <a:lnTo>
                  <a:pt x="136523" y="326654"/>
                </a:lnTo>
                <a:lnTo>
                  <a:pt x="163393" y="290446"/>
                </a:lnTo>
                <a:lnTo>
                  <a:pt x="192310" y="255926"/>
                </a:lnTo>
                <a:lnTo>
                  <a:pt x="223183" y="223186"/>
                </a:lnTo>
                <a:lnTo>
                  <a:pt x="255924" y="192313"/>
                </a:lnTo>
                <a:lnTo>
                  <a:pt x="290443" y="163397"/>
                </a:lnTo>
                <a:lnTo>
                  <a:pt x="326651" y="136527"/>
                </a:lnTo>
                <a:lnTo>
                  <a:pt x="364460" y="111792"/>
                </a:lnTo>
                <a:lnTo>
                  <a:pt x="403778" y="89282"/>
                </a:lnTo>
                <a:lnTo>
                  <a:pt x="444518" y="69086"/>
                </a:lnTo>
                <a:lnTo>
                  <a:pt x="486590" y="51294"/>
                </a:lnTo>
                <a:lnTo>
                  <a:pt x="529905" y="35993"/>
                </a:lnTo>
                <a:lnTo>
                  <a:pt x="574373" y="23275"/>
                </a:lnTo>
                <a:lnTo>
                  <a:pt x="619906" y="13227"/>
                </a:lnTo>
                <a:lnTo>
                  <a:pt x="666414" y="5940"/>
                </a:lnTo>
                <a:lnTo>
                  <a:pt x="713807" y="1502"/>
                </a:lnTo>
                <a:lnTo>
                  <a:pt x="761997" y="0"/>
                </a:lnTo>
                <a:lnTo>
                  <a:pt x="10112597" y="0"/>
                </a:lnTo>
                <a:lnTo>
                  <a:pt x="10160784" y="1504"/>
                </a:lnTo>
                <a:lnTo>
                  <a:pt x="10208175" y="5944"/>
                </a:lnTo>
                <a:lnTo>
                  <a:pt x="10254681" y="13232"/>
                </a:lnTo>
                <a:lnTo>
                  <a:pt x="10300211" y="23281"/>
                </a:lnTo>
                <a:lnTo>
                  <a:pt x="10344678" y="36000"/>
                </a:lnTo>
                <a:lnTo>
                  <a:pt x="10387991" y="51301"/>
                </a:lnTo>
                <a:lnTo>
                  <a:pt x="10430062" y="69095"/>
                </a:lnTo>
                <a:lnTo>
                  <a:pt x="10470801" y="89291"/>
                </a:lnTo>
                <a:lnTo>
                  <a:pt x="10510118" y="111802"/>
                </a:lnTo>
                <a:lnTo>
                  <a:pt x="10547926" y="136537"/>
                </a:lnTo>
                <a:lnTo>
                  <a:pt x="10584133" y="163407"/>
                </a:lnTo>
                <a:lnTo>
                  <a:pt x="10618651" y="192324"/>
                </a:lnTo>
                <a:lnTo>
                  <a:pt x="10651392" y="223197"/>
                </a:lnTo>
                <a:lnTo>
                  <a:pt x="10682264" y="255938"/>
                </a:lnTo>
                <a:lnTo>
                  <a:pt x="10711179" y="290457"/>
                </a:lnTo>
                <a:lnTo>
                  <a:pt x="10738049" y="326665"/>
                </a:lnTo>
                <a:lnTo>
                  <a:pt x="10762783" y="364473"/>
                </a:lnTo>
                <a:lnTo>
                  <a:pt x="10785292" y="403791"/>
                </a:lnTo>
                <a:lnTo>
                  <a:pt x="10805487" y="444530"/>
                </a:lnTo>
                <a:lnTo>
                  <a:pt x="10823279" y="486602"/>
                </a:lnTo>
                <a:lnTo>
                  <a:pt x="10838578" y="529915"/>
                </a:lnTo>
                <a:lnTo>
                  <a:pt x="10851296" y="574382"/>
                </a:lnTo>
                <a:lnTo>
                  <a:pt x="10861343" y="619913"/>
                </a:lnTo>
                <a:lnTo>
                  <a:pt x="10868630" y="666419"/>
                </a:lnTo>
                <a:lnTo>
                  <a:pt x="10873067" y="713811"/>
                </a:lnTo>
                <a:lnTo>
                  <a:pt x="10874566" y="762000"/>
                </a:lnTo>
                <a:lnTo>
                  <a:pt x="10874566" y="1771804"/>
                </a:lnTo>
                <a:lnTo>
                  <a:pt x="10873066" y="1819991"/>
                </a:lnTo>
                <a:lnTo>
                  <a:pt x="10868628" y="1867382"/>
                </a:lnTo>
                <a:lnTo>
                  <a:pt x="10861340" y="1913887"/>
                </a:lnTo>
                <a:lnTo>
                  <a:pt x="10851293" y="1959418"/>
                </a:lnTo>
                <a:lnTo>
                  <a:pt x="10838575" y="2003884"/>
                </a:lnTo>
                <a:lnTo>
                  <a:pt x="10823275" y="2047197"/>
                </a:lnTo>
                <a:lnTo>
                  <a:pt x="10805483" y="2089267"/>
                </a:lnTo>
                <a:lnTo>
                  <a:pt x="10785288" y="2130006"/>
                </a:lnTo>
                <a:lnTo>
                  <a:pt x="10762779" y="2169324"/>
                </a:lnTo>
                <a:lnTo>
                  <a:pt x="10738045" y="2207131"/>
                </a:lnTo>
                <a:lnTo>
                  <a:pt x="10711176" y="2243339"/>
                </a:lnTo>
                <a:lnTo>
                  <a:pt x="10682261" y="2277858"/>
                </a:lnTo>
                <a:lnTo>
                  <a:pt x="10651389" y="2310598"/>
                </a:lnTo>
                <a:lnTo>
                  <a:pt x="10618649" y="2341471"/>
                </a:lnTo>
                <a:lnTo>
                  <a:pt x="10584131" y="2370388"/>
                </a:lnTo>
                <a:lnTo>
                  <a:pt x="10547924" y="2397258"/>
                </a:lnTo>
                <a:lnTo>
                  <a:pt x="10510117" y="2421994"/>
                </a:lnTo>
                <a:lnTo>
                  <a:pt x="10470800" y="2444504"/>
                </a:lnTo>
                <a:lnTo>
                  <a:pt x="10430061" y="2464701"/>
                </a:lnTo>
                <a:lnTo>
                  <a:pt x="10387991" y="2482495"/>
                </a:lnTo>
                <a:lnTo>
                  <a:pt x="10344678" y="2497796"/>
                </a:lnTo>
                <a:lnTo>
                  <a:pt x="10300211" y="2510515"/>
                </a:lnTo>
                <a:lnTo>
                  <a:pt x="10254681" y="2520564"/>
                </a:lnTo>
                <a:lnTo>
                  <a:pt x="10208175" y="2527853"/>
                </a:lnTo>
                <a:lnTo>
                  <a:pt x="10160784" y="2532293"/>
                </a:lnTo>
                <a:lnTo>
                  <a:pt x="10117171" y="2533653"/>
                </a:lnTo>
              </a:path>
            </a:pathLst>
          </a:custGeom>
          <a:ln w="57150">
            <a:solidFill>
              <a:srgbClr val="BA9977"/>
            </a:solidFill>
          </a:ln>
        </p:spPr>
        <p:txBody>
          <a:bodyPr wrap="square" lIns="0" tIns="0" rIns="0" bIns="0" rtlCol="0"/>
          <a:lstStyle/>
          <a:p>
            <a:endParaRPr/>
          </a:p>
        </p:txBody>
      </p:sp>
      <p:pic>
        <p:nvPicPr>
          <p:cNvPr id="9" name="Picture 8">
            <a:extLst>
              <a:ext uri="{FF2B5EF4-FFF2-40B4-BE49-F238E27FC236}">
                <a16:creationId xmlns:a16="http://schemas.microsoft.com/office/drawing/2014/main" id="{9AF69F3E-0DAB-4EEE-BC3D-93A0A0D8778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636" y="2588210"/>
            <a:ext cx="10255563" cy="2326690"/>
          </a:xfrm>
          <a:prstGeom prst="rect">
            <a:avLst/>
          </a:prstGeom>
        </p:spPr>
      </p:pic>
      <p:pic>
        <p:nvPicPr>
          <p:cNvPr id="17" name="Picture 16">
            <a:extLst>
              <a:ext uri="{FF2B5EF4-FFF2-40B4-BE49-F238E27FC236}">
                <a16:creationId xmlns:a16="http://schemas.microsoft.com/office/drawing/2014/main" id="{7BC11B53-14DD-465D-B0CE-633806EC572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784703" y="5961333"/>
            <a:ext cx="5677174" cy="3071216"/>
          </a:xfrm>
          <a:prstGeom prst="rect">
            <a:avLst/>
          </a:prstGeom>
        </p:spPr>
      </p:pic>
    </p:spTree>
    <p:extLst>
      <p:ext uri="{BB962C8B-B14F-4D97-AF65-F5344CB8AC3E}">
        <p14:creationId xmlns:p14="http://schemas.microsoft.com/office/powerpoint/2010/main" val="10500609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8" y="93"/>
            <a:ext cx="2569889" cy="2083451"/>
          </a:xfrm>
          <a:prstGeom prst="rect">
            <a:avLst/>
          </a:prstGeom>
        </p:spPr>
      </p:pic>
      <p:pic>
        <p:nvPicPr>
          <p:cNvPr id="3" name="object 3"/>
          <p:cNvPicPr/>
          <p:nvPr/>
        </p:nvPicPr>
        <p:blipFill>
          <a:blip r:embed="rId3" cstate="print"/>
          <a:stretch>
            <a:fillRect/>
          </a:stretch>
        </p:blipFill>
        <p:spPr>
          <a:xfrm>
            <a:off x="15974353" y="641190"/>
            <a:ext cx="2313645" cy="3131389"/>
          </a:xfrm>
          <a:prstGeom prst="rect">
            <a:avLst/>
          </a:prstGeom>
        </p:spPr>
      </p:pic>
      <p:pic>
        <p:nvPicPr>
          <p:cNvPr id="4" name="object 4"/>
          <p:cNvPicPr/>
          <p:nvPr/>
        </p:nvPicPr>
        <p:blipFill>
          <a:blip r:embed="rId4" cstate="print"/>
          <a:stretch>
            <a:fillRect/>
          </a:stretch>
        </p:blipFill>
        <p:spPr>
          <a:xfrm>
            <a:off x="0" y="8271392"/>
            <a:ext cx="3010139" cy="2006600"/>
          </a:xfrm>
          <a:prstGeom prst="rect">
            <a:avLst/>
          </a:prstGeom>
        </p:spPr>
      </p:pic>
      <p:pic>
        <p:nvPicPr>
          <p:cNvPr id="5" name="object 5"/>
          <p:cNvPicPr/>
          <p:nvPr/>
        </p:nvPicPr>
        <p:blipFill>
          <a:blip r:embed="rId5" cstate="print"/>
          <a:stretch>
            <a:fillRect/>
          </a:stretch>
        </p:blipFill>
        <p:spPr>
          <a:xfrm>
            <a:off x="15547739" y="8833143"/>
            <a:ext cx="2740211" cy="1453505"/>
          </a:xfrm>
          <a:prstGeom prst="rect">
            <a:avLst/>
          </a:prstGeom>
        </p:spPr>
      </p:pic>
      <p:sp>
        <p:nvSpPr>
          <p:cNvPr id="6" name="object 6"/>
          <p:cNvSpPr/>
          <p:nvPr/>
        </p:nvSpPr>
        <p:spPr>
          <a:xfrm>
            <a:off x="4096661" y="439679"/>
            <a:ext cx="10765155" cy="1739900"/>
          </a:xfrm>
          <a:custGeom>
            <a:avLst/>
            <a:gdLst/>
            <a:ahLst/>
            <a:cxnLst/>
            <a:rect l="l" t="t" r="r" b="b"/>
            <a:pathLst>
              <a:path w="10765155" h="1739900">
                <a:moveTo>
                  <a:pt x="10567021" y="1739800"/>
                </a:moveTo>
                <a:lnTo>
                  <a:pt x="200025" y="1739800"/>
                </a:lnTo>
                <a:lnTo>
                  <a:pt x="154161" y="1734518"/>
                </a:lnTo>
                <a:lnTo>
                  <a:pt x="112059" y="1719470"/>
                </a:lnTo>
                <a:lnTo>
                  <a:pt x="74919" y="1695857"/>
                </a:lnTo>
                <a:lnTo>
                  <a:pt x="43943" y="1664881"/>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5" y="0"/>
                </a:lnTo>
                <a:lnTo>
                  <a:pt x="10567021" y="0"/>
                </a:lnTo>
                <a:lnTo>
                  <a:pt x="10612881" y="5282"/>
                </a:lnTo>
                <a:lnTo>
                  <a:pt x="10654979" y="20330"/>
                </a:lnTo>
                <a:lnTo>
                  <a:pt x="10692116" y="43943"/>
                </a:lnTo>
                <a:lnTo>
                  <a:pt x="10723090" y="74919"/>
                </a:lnTo>
                <a:lnTo>
                  <a:pt x="10746701" y="112059"/>
                </a:lnTo>
                <a:lnTo>
                  <a:pt x="10761749" y="154161"/>
                </a:lnTo>
                <a:lnTo>
                  <a:pt x="10765014" y="182514"/>
                </a:lnTo>
                <a:lnTo>
                  <a:pt x="10765014" y="1557286"/>
                </a:lnTo>
                <a:lnTo>
                  <a:pt x="10746701" y="1627741"/>
                </a:lnTo>
                <a:lnTo>
                  <a:pt x="10723090" y="1664881"/>
                </a:lnTo>
                <a:lnTo>
                  <a:pt x="10692116" y="1695857"/>
                </a:lnTo>
                <a:lnTo>
                  <a:pt x="10654979" y="1719470"/>
                </a:lnTo>
                <a:lnTo>
                  <a:pt x="10612881" y="1734518"/>
                </a:lnTo>
                <a:lnTo>
                  <a:pt x="10567021" y="1739800"/>
                </a:lnTo>
                <a:close/>
              </a:path>
            </a:pathLst>
          </a:custGeom>
          <a:solidFill>
            <a:srgbClr val="DABD9D">
              <a:alpha val="78999"/>
            </a:srgbClr>
          </a:solidFill>
        </p:spPr>
        <p:txBody>
          <a:bodyPr wrap="square" lIns="0" tIns="0" rIns="0" bIns="0" rtlCol="0"/>
          <a:lstStyle/>
          <a:p>
            <a:endParaRPr/>
          </a:p>
        </p:txBody>
      </p:sp>
      <p:sp>
        <p:nvSpPr>
          <p:cNvPr id="10" name="object 10"/>
          <p:cNvSpPr/>
          <p:nvPr/>
        </p:nvSpPr>
        <p:spPr>
          <a:xfrm>
            <a:off x="10439400" y="5778382"/>
            <a:ext cx="6367780" cy="3496310"/>
          </a:xfrm>
          <a:custGeom>
            <a:avLst/>
            <a:gdLst/>
            <a:ahLst/>
            <a:cxnLst/>
            <a:rect l="l" t="t" r="r" b="b"/>
            <a:pathLst>
              <a:path w="6367780" h="3496309">
                <a:moveTo>
                  <a:pt x="691772" y="3495685"/>
                </a:moveTo>
                <a:lnTo>
                  <a:pt x="619957" y="3486034"/>
                </a:lnTo>
                <a:lnTo>
                  <a:pt x="574424" y="3475986"/>
                </a:lnTo>
                <a:lnTo>
                  <a:pt x="529956" y="3463266"/>
                </a:lnTo>
                <a:lnTo>
                  <a:pt x="486641" y="3447965"/>
                </a:lnTo>
                <a:lnTo>
                  <a:pt x="444570" y="3430172"/>
                </a:lnTo>
                <a:lnTo>
                  <a:pt x="403830" y="3409975"/>
                </a:lnTo>
                <a:lnTo>
                  <a:pt x="364512" y="3387464"/>
                </a:lnTo>
                <a:lnTo>
                  <a:pt x="326705" y="3362728"/>
                </a:lnTo>
                <a:lnTo>
                  <a:pt x="290498" y="3335857"/>
                </a:lnTo>
                <a:lnTo>
                  <a:pt x="255979" y="3306941"/>
                </a:lnTo>
                <a:lnTo>
                  <a:pt x="223239" y="3276067"/>
                </a:lnTo>
                <a:lnTo>
                  <a:pt x="192367" y="3243326"/>
                </a:lnTo>
                <a:lnTo>
                  <a:pt x="163452" y="3208806"/>
                </a:lnTo>
                <a:lnTo>
                  <a:pt x="136582" y="3172598"/>
                </a:lnTo>
                <a:lnTo>
                  <a:pt x="111848" y="3134790"/>
                </a:lnTo>
                <a:lnTo>
                  <a:pt x="89339" y="3095472"/>
                </a:lnTo>
                <a:lnTo>
                  <a:pt x="69143" y="3054732"/>
                </a:lnTo>
                <a:lnTo>
                  <a:pt x="51351" y="3012660"/>
                </a:lnTo>
                <a:lnTo>
                  <a:pt x="36051" y="2969346"/>
                </a:lnTo>
                <a:lnTo>
                  <a:pt x="23332" y="2924878"/>
                </a:lnTo>
                <a:lnTo>
                  <a:pt x="13285" y="2879346"/>
                </a:lnTo>
                <a:lnTo>
                  <a:pt x="5998" y="2832839"/>
                </a:lnTo>
                <a:lnTo>
                  <a:pt x="1560" y="2785446"/>
                </a:lnTo>
                <a:lnTo>
                  <a:pt x="0" y="2737257"/>
                </a:lnTo>
                <a:lnTo>
                  <a:pt x="0" y="761986"/>
                </a:lnTo>
                <a:lnTo>
                  <a:pt x="1561" y="713799"/>
                </a:lnTo>
                <a:lnTo>
                  <a:pt x="5999" y="666406"/>
                </a:lnTo>
                <a:lnTo>
                  <a:pt x="13287" y="619899"/>
                </a:lnTo>
                <a:lnTo>
                  <a:pt x="23335" y="574368"/>
                </a:lnTo>
                <a:lnTo>
                  <a:pt x="36054" y="529900"/>
                </a:lnTo>
                <a:lnTo>
                  <a:pt x="51355" y="486586"/>
                </a:lnTo>
                <a:lnTo>
                  <a:pt x="69148" y="444515"/>
                </a:lnTo>
                <a:lnTo>
                  <a:pt x="89344" y="403776"/>
                </a:lnTo>
                <a:lnTo>
                  <a:pt x="111853" y="364458"/>
                </a:lnTo>
                <a:lnTo>
                  <a:pt x="136587" y="326651"/>
                </a:lnTo>
                <a:lnTo>
                  <a:pt x="163457" y="290443"/>
                </a:lnTo>
                <a:lnTo>
                  <a:pt x="192372" y="255925"/>
                </a:lnTo>
                <a:lnTo>
                  <a:pt x="223245" y="223184"/>
                </a:lnTo>
                <a:lnTo>
                  <a:pt x="255984" y="192311"/>
                </a:lnTo>
                <a:lnTo>
                  <a:pt x="290503" y="163395"/>
                </a:lnTo>
                <a:lnTo>
                  <a:pt x="326710" y="136525"/>
                </a:lnTo>
                <a:lnTo>
                  <a:pt x="364517" y="111790"/>
                </a:lnTo>
                <a:lnTo>
                  <a:pt x="403835" y="89280"/>
                </a:lnTo>
                <a:lnTo>
                  <a:pt x="444574" y="69083"/>
                </a:lnTo>
                <a:lnTo>
                  <a:pt x="486645" y="51290"/>
                </a:lnTo>
                <a:lnTo>
                  <a:pt x="529959" y="35989"/>
                </a:lnTo>
                <a:lnTo>
                  <a:pt x="574427" y="23271"/>
                </a:lnTo>
                <a:lnTo>
                  <a:pt x="619959" y="13223"/>
                </a:lnTo>
                <a:lnTo>
                  <a:pt x="666466" y="5936"/>
                </a:lnTo>
                <a:lnTo>
                  <a:pt x="713859" y="1499"/>
                </a:lnTo>
                <a:lnTo>
                  <a:pt x="762048" y="0"/>
                </a:lnTo>
                <a:lnTo>
                  <a:pt x="5605733" y="0"/>
                </a:lnTo>
                <a:lnTo>
                  <a:pt x="5653922" y="1500"/>
                </a:lnTo>
                <a:lnTo>
                  <a:pt x="5701315" y="5938"/>
                </a:lnTo>
                <a:lnTo>
                  <a:pt x="5747822" y="13225"/>
                </a:lnTo>
                <a:lnTo>
                  <a:pt x="5793354" y="23273"/>
                </a:lnTo>
                <a:lnTo>
                  <a:pt x="5837822" y="35992"/>
                </a:lnTo>
                <a:lnTo>
                  <a:pt x="5881136" y="51292"/>
                </a:lnTo>
                <a:lnTo>
                  <a:pt x="5923207" y="69085"/>
                </a:lnTo>
                <a:lnTo>
                  <a:pt x="5963947" y="89281"/>
                </a:lnTo>
                <a:lnTo>
                  <a:pt x="6003265" y="111790"/>
                </a:lnTo>
                <a:lnTo>
                  <a:pt x="6041072" y="136525"/>
                </a:lnTo>
                <a:lnTo>
                  <a:pt x="6077280" y="163394"/>
                </a:lnTo>
                <a:lnTo>
                  <a:pt x="6111799" y="192310"/>
                </a:lnTo>
                <a:lnTo>
                  <a:pt x="6144539" y="223183"/>
                </a:lnTo>
                <a:lnTo>
                  <a:pt x="6175412" y="255923"/>
                </a:lnTo>
                <a:lnTo>
                  <a:pt x="6204329" y="290441"/>
                </a:lnTo>
                <a:lnTo>
                  <a:pt x="6231199" y="326649"/>
                </a:lnTo>
                <a:lnTo>
                  <a:pt x="6255934" y="364456"/>
                </a:lnTo>
                <a:lnTo>
                  <a:pt x="6278444" y="403774"/>
                </a:lnTo>
                <a:lnTo>
                  <a:pt x="6298640" y="444513"/>
                </a:lnTo>
                <a:lnTo>
                  <a:pt x="6316434" y="486584"/>
                </a:lnTo>
                <a:lnTo>
                  <a:pt x="6331735" y="529898"/>
                </a:lnTo>
                <a:lnTo>
                  <a:pt x="6344454" y="574366"/>
                </a:lnTo>
                <a:lnTo>
                  <a:pt x="6354502" y="619898"/>
                </a:lnTo>
                <a:lnTo>
                  <a:pt x="6361791" y="666405"/>
                </a:lnTo>
                <a:lnTo>
                  <a:pt x="6366229" y="713798"/>
                </a:lnTo>
                <a:lnTo>
                  <a:pt x="6367729" y="761988"/>
                </a:lnTo>
                <a:lnTo>
                  <a:pt x="6367729" y="2737257"/>
                </a:lnTo>
                <a:lnTo>
                  <a:pt x="6366230" y="2785446"/>
                </a:lnTo>
                <a:lnTo>
                  <a:pt x="6361792" y="2832840"/>
                </a:lnTo>
                <a:lnTo>
                  <a:pt x="6354504" y="2879347"/>
                </a:lnTo>
                <a:lnTo>
                  <a:pt x="6344456" y="2924879"/>
                </a:lnTo>
                <a:lnTo>
                  <a:pt x="6331738" y="2969347"/>
                </a:lnTo>
                <a:lnTo>
                  <a:pt x="6316437" y="3012662"/>
                </a:lnTo>
                <a:lnTo>
                  <a:pt x="6298644" y="3054734"/>
                </a:lnTo>
                <a:lnTo>
                  <a:pt x="6278448" y="3095474"/>
                </a:lnTo>
                <a:lnTo>
                  <a:pt x="6255938" y="3134792"/>
                </a:lnTo>
                <a:lnTo>
                  <a:pt x="6231204" y="3172600"/>
                </a:lnTo>
                <a:lnTo>
                  <a:pt x="6204334" y="3208809"/>
                </a:lnTo>
                <a:lnTo>
                  <a:pt x="6175418" y="3243328"/>
                </a:lnTo>
                <a:lnTo>
                  <a:pt x="6144545" y="3276069"/>
                </a:lnTo>
                <a:lnTo>
                  <a:pt x="6111804" y="3306942"/>
                </a:lnTo>
                <a:lnTo>
                  <a:pt x="6077285" y="3335858"/>
                </a:lnTo>
                <a:lnTo>
                  <a:pt x="6041077" y="3362729"/>
                </a:lnTo>
                <a:lnTo>
                  <a:pt x="6003269" y="3387464"/>
                </a:lnTo>
                <a:lnTo>
                  <a:pt x="5963951" y="3409974"/>
                </a:lnTo>
                <a:lnTo>
                  <a:pt x="5923211" y="3430170"/>
                </a:lnTo>
                <a:lnTo>
                  <a:pt x="5881139" y="3447963"/>
                </a:lnTo>
                <a:lnTo>
                  <a:pt x="5837824" y="3463264"/>
                </a:lnTo>
                <a:lnTo>
                  <a:pt x="5793356" y="3475983"/>
                </a:lnTo>
                <a:lnTo>
                  <a:pt x="5747823" y="3486031"/>
                </a:lnTo>
                <a:lnTo>
                  <a:pt x="5701316" y="3493319"/>
                </a:lnTo>
                <a:lnTo>
                  <a:pt x="5675991" y="3495681"/>
                </a:lnTo>
              </a:path>
            </a:pathLst>
          </a:custGeom>
          <a:ln w="57149">
            <a:solidFill>
              <a:srgbClr val="BA9977"/>
            </a:solidFill>
          </a:ln>
        </p:spPr>
        <p:txBody>
          <a:bodyPr wrap="square" lIns="0" tIns="0" rIns="0" bIns="0" rtlCol="0"/>
          <a:lstStyle/>
          <a:p>
            <a:endParaRPr/>
          </a:p>
        </p:txBody>
      </p:sp>
      <p:sp>
        <p:nvSpPr>
          <p:cNvPr id="11" name="object 11"/>
          <p:cNvSpPr txBox="1">
            <a:spLocks noGrp="1"/>
          </p:cNvSpPr>
          <p:nvPr>
            <p:ph type="title"/>
          </p:nvPr>
        </p:nvSpPr>
        <p:spPr>
          <a:xfrm>
            <a:off x="3336093" y="292901"/>
            <a:ext cx="12385040" cy="1674817"/>
          </a:xfrm>
          <a:prstGeom prst="rect">
            <a:avLst/>
          </a:prstGeom>
        </p:spPr>
        <p:txBody>
          <a:bodyPr vert="horz" wrap="square" lIns="0" tIns="12700" rIns="0" bIns="0" rtlCol="0">
            <a:spAutoFit/>
          </a:bodyPr>
          <a:lstStyle/>
          <a:p>
            <a:pPr marL="1713864" marR="5080" indent="-542290">
              <a:lnSpc>
                <a:spcPct val="115900"/>
              </a:lnSpc>
              <a:spcBef>
                <a:spcPts val="100"/>
              </a:spcBef>
            </a:pPr>
            <a:r>
              <a:rPr sz="4800" spc="685" dirty="0"/>
              <a:t>Q</a:t>
            </a:r>
            <a:r>
              <a:rPr lang="en-US" sz="4800" spc="685" dirty="0"/>
              <a:t>12</a:t>
            </a:r>
            <a:r>
              <a:rPr sz="4800" spc="130" dirty="0"/>
              <a:t> </a:t>
            </a:r>
            <a:r>
              <a:rPr sz="4800" spc="795" dirty="0"/>
              <a:t>-</a:t>
            </a:r>
            <a:r>
              <a:rPr sz="4800" spc="135" dirty="0"/>
              <a:t> </a:t>
            </a:r>
            <a:r>
              <a:rPr lang="en-US" sz="4800" spc="425" dirty="0"/>
              <a:t>Which days have the </a:t>
            </a:r>
            <a:br>
              <a:rPr lang="en-US" sz="4800" spc="425" dirty="0"/>
            </a:br>
            <a:r>
              <a:rPr lang="en-US" sz="4800" spc="425" dirty="0"/>
              <a:t>highest order volume?</a:t>
            </a:r>
            <a:endParaRPr sz="4800" dirty="0"/>
          </a:p>
        </p:txBody>
      </p:sp>
      <p:sp>
        <p:nvSpPr>
          <p:cNvPr id="12" name="object 12"/>
          <p:cNvSpPr txBox="1"/>
          <p:nvPr/>
        </p:nvSpPr>
        <p:spPr>
          <a:xfrm>
            <a:off x="724170" y="6151214"/>
            <a:ext cx="7976234" cy="1890261"/>
          </a:xfrm>
          <a:prstGeom prst="rect">
            <a:avLst/>
          </a:prstGeom>
        </p:spPr>
        <p:txBody>
          <a:bodyPr vert="horz" wrap="square" lIns="0" tIns="83820" rIns="0" bIns="0" rtlCol="0">
            <a:spAutoFit/>
          </a:bodyPr>
          <a:lstStyle/>
          <a:p>
            <a:pPr marL="12700">
              <a:lnSpc>
                <a:spcPct val="100000"/>
              </a:lnSpc>
              <a:spcBef>
                <a:spcPts val="660"/>
              </a:spcBef>
            </a:pPr>
            <a:r>
              <a:rPr sz="2750" spc="-25" dirty="0">
                <a:solidFill>
                  <a:srgbClr val="672912"/>
                </a:solidFill>
                <a:latin typeface="Verdana"/>
                <a:cs typeface="Verdana"/>
              </a:rPr>
              <a:t>Insight</a:t>
            </a:r>
            <a:r>
              <a:rPr sz="2750" spc="-45" dirty="0">
                <a:solidFill>
                  <a:srgbClr val="672912"/>
                </a:solidFill>
                <a:latin typeface="Verdana"/>
                <a:cs typeface="Verdana"/>
              </a:rPr>
              <a:t> </a:t>
            </a:r>
            <a:r>
              <a:rPr sz="2750" spc="-575" dirty="0">
                <a:solidFill>
                  <a:srgbClr val="672912"/>
                </a:solidFill>
                <a:latin typeface="Verdana"/>
                <a:cs typeface="Verdana"/>
              </a:rPr>
              <a:t>:</a:t>
            </a:r>
            <a:endParaRPr lang="en-US" sz="2750" spc="-575" dirty="0">
              <a:solidFill>
                <a:srgbClr val="672912"/>
              </a:solidFill>
              <a:latin typeface="Verdana"/>
              <a:cs typeface="Verdana"/>
            </a:endParaRPr>
          </a:p>
          <a:p>
            <a:pPr marL="12700">
              <a:lnSpc>
                <a:spcPct val="100000"/>
              </a:lnSpc>
              <a:spcBef>
                <a:spcPts val="660"/>
              </a:spcBef>
            </a:pPr>
            <a:r>
              <a:rPr lang="en-US" sz="2800" dirty="0">
                <a:solidFill>
                  <a:schemeClr val="accent2">
                    <a:lumMod val="50000"/>
                  </a:schemeClr>
                </a:solidFill>
              </a:rPr>
              <a:t>Friday generates the highest revenue, indicating strong customer spending toward the end of the week.</a:t>
            </a:r>
            <a:endParaRPr lang="en-US" sz="2750" spc="-575" dirty="0">
              <a:solidFill>
                <a:schemeClr val="accent2">
                  <a:lumMod val="50000"/>
                </a:schemeClr>
              </a:solidFill>
              <a:latin typeface="Verdana"/>
              <a:cs typeface="Verdana"/>
            </a:endParaRPr>
          </a:p>
        </p:txBody>
      </p:sp>
      <p:sp>
        <p:nvSpPr>
          <p:cNvPr id="13" name="object 13"/>
          <p:cNvSpPr/>
          <p:nvPr/>
        </p:nvSpPr>
        <p:spPr>
          <a:xfrm>
            <a:off x="269753" y="5742583"/>
            <a:ext cx="8874760" cy="2895600"/>
          </a:xfrm>
          <a:custGeom>
            <a:avLst/>
            <a:gdLst/>
            <a:ahLst/>
            <a:cxnLst/>
            <a:rect l="l" t="t" r="r" b="b"/>
            <a:pathLst>
              <a:path w="8874760" h="2895600">
                <a:moveTo>
                  <a:pt x="680664" y="2895596"/>
                </a:moveTo>
                <a:lnTo>
                  <a:pt x="619901" y="2886977"/>
                </a:lnTo>
                <a:lnTo>
                  <a:pt x="574368" y="2876929"/>
                </a:lnTo>
                <a:lnTo>
                  <a:pt x="529899" y="2864209"/>
                </a:lnTo>
                <a:lnTo>
                  <a:pt x="486584" y="2848908"/>
                </a:lnTo>
                <a:lnTo>
                  <a:pt x="444512" y="2831115"/>
                </a:lnTo>
                <a:lnTo>
                  <a:pt x="403772" y="2810918"/>
                </a:lnTo>
                <a:lnTo>
                  <a:pt x="364454" y="2788408"/>
                </a:lnTo>
                <a:lnTo>
                  <a:pt x="326646" y="2763673"/>
                </a:lnTo>
                <a:lnTo>
                  <a:pt x="290438" y="2736802"/>
                </a:lnTo>
                <a:lnTo>
                  <a:pt x="255919" y="2707885"/>
                </a:lnTo>
                <a:lnTo>
                  <a:pt x="223179" y="2677012"/>
                </a:lnTo>
                <a:lnTo>
                  <a:pt x="192306" y="2644270"/>
                </a:lnTo>
                <a:lnTo>
                  <a:pt x="163390" y="2609751"/>
                </a:lnTo>
                <a:lnTo>
                  <a:pt x="136521" y="2573543"/>
                </a:lnTo>
                <a:lnTo>
                  <a:pt x="111786" y="2535735"/>
                </a:lnTo>
                <a:lnTo>
                  <a:pt x="89277" y="2496416"/>
                </a:lnTo>
                <a:lnTo>
                  <a:pt x="69081" y="2455676"/>
                </a:lnTo>
                <a:lnTo>
                  <a:pt x="51289" y="2413604"/>
                </a:lnTo>
                <a:lnTo>
                  <a:pt x="35989" y="2370290"/>
                </a:lnTo>
                <a:lnTo>
                  <a:pt x="23271" y="2325822"/>
                </a:lnTo>
                <a:lnTo>
                  <a:pt x="13223" y="2280289"/>
                </a:lnTo>
                <a:lnTo>
                  <a:pt x="5936" y="2233782"/>
                </a:lnTo>
                <a:lnTo>
                  <a:pt x="1499" y="2186390"/>
                </a:lnTo>
                <a:lnTo>
                  <a:pt x="0" y="2138200"/>
                </a:lnTo>
                <a:lnTo>
                  <a:pt x="0" y="761994"/>
                </a:lnTo>
                <a:lnTo>
                  <a:pt x="1499" y="713804"/>
                </a:lnTo>
                <a:lnTo>
                  <a:pt x="5937" y="666411"/>
                </a:lnTo>
                <a:lnTo>
                  <a:pt x="13225" y="619904"/>
                </a:lnTo>
                <a:lnTo>
                  <a:pt x="23273" y="574371"/>
                </a:lnTo>
                <a:lnTo>
                  <a:pt x="35992" y="529903"/>
                </a:lnTo>
                <a:lnTo>
                  <a:pt x="51292" y="486589"/>
                </a:lnTo>
                <a:lnTo>
                  <a:pt x="69085" y="444517"/>
                </a:lnTo>
                <a:lnTo>
                  <a:pt x="89281" y="403778"/>
                </a:lnTo>
                <a:lnTo>
                  <a:pt x="111791" y="364459"/>
                </a:lnTo>
                <a:lnTo>
                  <a:pt x="136526" y="326652"/>
                </a:lnTo>
                <a:lnTo>
                  <a:pt x="163395" y="290444"/>
                </a:lnTo>
                <a:lnTo>
                  <a:pt x="192311" y="255925"/>
                </a:lnTo>
                <a:lnTo>
                  <a:pt x="223184" y="223184"/>
                </a:lnTo>
                <a:lnTo>
                  <a:pt x="255924" y="192311"/>
                </a:lnTo>
                <a:lnTo>
                  <a:pt x="290443" y="163395"/>
                </a:lnTo>
                <a:lnTo>
                  <a:pt x="326651" y="136525"/>
                </a:lnTo>
                <a:lnTo>
                  <a:pt x="364459" y="111790"/>
                </a:lnTo>
                <a:lnTo>
                  <a:pt x="403777" y="89280"/>
                </a:lnTo>
                <a:lnTo>
                  <a:pt x="444516" y="69084"/>
                </a:lnTo>
                <a:lnTo>
                  <a:pt x="486588" y="51291"/>
                </a:lnTo>
                <a:lnTo>
                  <a:pt x="529903" y="35991"/>
                </a:lnTo>
                <a:lnTo>
                  <a:pt x="574371" y="23272"/>
                </a:lnTo>
                <a:lnTo>
                  <a:pt x="619903" y="13224"/>
                </a:lnTo>
                <a:lnTo>
                  <a:pt x="666411" y="5937"/>
                </a:lnTo>
                <a:lnTo>
                  <a:pt x="713804" y="1499"/>
                </a:lnTo>
                <a:lnTo>
                  <a:pt x="761994" y="0"/>
                </a:lnTo>
                <a:lnTo>
                  <a:pt x="8112185" y="0"/>
                </a:lnTo>
                <a:lnTo>
                  <a:pt x="8160374" y="1499"/>
                </a:lnTo>
                <a:lnTo>
                  <a:pt x="8207767" y="5936"/>
                </a:lnTo>
                <a:lnTo>
                  <a:pt x="8254274" y="13224"/>
                </a:lnTo>
                <a:lnTo>
                  <a:pt x="8299806" y="23271"/>
                </a:lnTo>
                <a:lnTo>
                  <a:pt x="8344274" y="35990"/>
                </a:lnTo>
                <a:lnTo>
                  <a:pt x="8387589" y="51290"/>
                </a:lnTo>
                <a:lnTo>
                  <a:pt x="8429660" y="69083"/>
                </a:lnTo>
                <a:lnTo>
                  <a:pt x="8470400" y="89278"/>
                </a:lnTo>
                <a:lnTo>
                  <a:pt x="8509719" y="111788"/>
                </a:lnTo>
                <a:lnTo>
                  <a:pt x="8547526" y="136522"/>
                </a:lnTo>
                <a:lnTo>
                  <a:pt x="8583735" y="163392"/>
                </a:lnTo>
                <a:lnTo>
                  <a:pt x="8618254" y="192308"/>
                </a:lnTo>
                <a:lnTo>
                  <a:pt x="8650995" y="223181"/>
                </a:lnTo>
                <a:lnTo>
                  <a:pt x="8681868" y="255921"/>
                </a:lnTo>
                <a:lnTo>
                  <a:pt x="8710785" y="290440"/>
                </a:lnTo>
                <a:lnTo>
                  <a:pt x="8737655" y="326648"/>
                </a:lnTo>
                <a:lnTo>
                  <a:pt x="8762390" y="364456"/>
                </a:lnTo>
                <a:lnTo>
                  <a:pt x="8784901" y="403774"/>
                </a:lnTo>
                <a:lnTo>
                  <a:pt x="8805097" y="444514"/>
                </a:lnTo>
                <a:lnTo>
                  <a:pt x="8822891" y="486586"/>
                </a:lnTo>
                <a:lnTo>
                  <a:pt x="8838192" y="529901"/>
                </a:lnTo>
                <a:lnTo>
                  <a:pt x="8850911" y="574369"/>
                </a:lnTo>
                <a:lnTo>
                  <a:pt x="8860959" y="619902"/>
                </a:lnTo>
                <a:lnTo>
                  <a:pt x="8868247" y="666410"/>
                </a:lnTo>
                <a:lnTo>
                  <a:pt x="8872686" y="713804"/>
                </a:lnTo>
                <a:lnTo>
                  <a:pt x="8874185" y="761994"/>
                </a:lnTo>
                <a:lnTo>
                  <a:pt x="8874185" y="2138201"/>
                </a:lnTo>
                <a:lnTo>
                  <a:pt x="8872686" y="2186390"/>
                </a:lnTo>
                <a:lnTo>
                  <a:pt x="8868248" y="2233784"/>
                </a:lnTo>
                <a:lnTo>
                  <a:pt x="8860961" y="2280291"/>
                </a:lnTo>
                <a:lnTo>
                  <a:pt x="8850913" y="2325824"/>
                </a:lnTo>
                <a:lnTo>
                  <a:pt x="8838194" y="2370293"/>
                </a:lnTo>
                <a:lnTo>
                  <a:pt x="8822894" y="2413608"/>
                </a:lnTo>
                <a:lnTo>
                  <a:pt x="8805101" y="2455680"/>
                </a:lnTo>
                <a:lnTo>
                  <a:pt x="8784905" y="2496420"/>
                </a:lnTo>
                <a:lnTo>
                  <a:pt x="8762394" y="2535739"/>
                </a:lnTo>
                <a:lnTo>
                  <a:pt x="8737660" y="2573547"/>
                </a:lnTo>
                <a:lnTo>
                  <a:pt x="8710789" y="2609755"/>
                </a:lnTo>
                <a:lnTo>
                  <a:pt x="8681873" y="2644274"/>
                </a:lnTo>
                <a:lnTo>
                  <a:pt x="8651000" y="2677015"/>
                </a:lnTo>
                <a:lnTo>
                  <a:pt x="8618259" y="2707889"/>
                </a:lnTo>
                <a:lnTo>
                  <a:pt x="8583740" y="2736805"/>
                </a:lnTo>
                <a:lnTo>
                  <a:pt x="8547531" y="2763675"/>
                </a:lnTo>
                <a:lnTo>
                  <a:pt x="8509723" y="2788410"/>
                </a:lnTo>
                <a:lnTo>
                  <a:pt x="8470404" y="2810921"/>
                </a:lnTo>
                <a:lnTo>
                  <a:pt x="8429664" y="2831117"/>
                </a:lnTo>
                <a:lnTo>
                  <a:pt x="8387592" y="2848910"/>
                </a:lnTo>
                <a:lnTo>
                  <a:pt x="8344277" y="2864211"/>
                </a:lnTo>
                <a:lnTo>
                  <a:pt x="8299809" y="2876929"/>
                </a:lnTo>
                <a:lnTo>
                  <a:pt x="8254276" y="2886977"/>
                </a:lnTo>
                <a:lnTo>
                  <a:pt x="8207768" y="2894265"/>
                </a:lnTo>
                <a:lnTo>
                  <a:pt x="8193514" y="2895588"/>
                </a:lnTo>
              </a:path>
            </a:pathLst>
          </a:custGeom>
          <a:ln w="57150">
            <a:solidFill>
              <a:srgbClr val="BA9977"/>
            </a:solidFill>
          </a:ln>
        </p:spPr>
        <p:txBody>
          <a:bodyPr wrap="square" lIns="0" tIns="0" rIns="0" bIns="0" rtlCol="0"/>
          <a:lstStyle/>
          <a:p>
            <a:endParaRPr/>
          </a:p>
        </p:txBody>
      </p:sp>
      <p:sp>
        <p:nvSpPr>
          <p:cNvPr id="14" name="object 14"/>
          <p:cNvSpPr/>
          <p:nvPr/>
        </p:nvSpPr>
        <p:spPr>
          <a:xfrm>
            <a:off x="542753" y="2326285"/>
            <a:ext cx="10875010" cy="2895600"/>
          </a:xfrm>
          <a:custGeom>
            <a:avLst/>
            <a:gdLst/>
            <a:ahLst/>
            <a:cxnLst/>
            <a:rect l="l" t="t" r="r" b="b"/>
            <a:pathLst>
              <a:path w="10875010" h="2533650">
                <a:moveTo>
                  <a:pt x="757392" y="2533652"/>
                </a:moveTo>
                <a:lnTo>
                  <a:pt x="713807" y="2532294"/>
                </a:lnTo>
                <a:lnTo>
                  <a:pt x="666414" y="2527856"/>
                </a:lnTo>
                <a:lnTo>
                  <a:pt x="619907" y="2520568"/>
                </a:lnTo>
                <a:lnTo>
                  <a:pt x="574374" y="2510521"/>
                </a:lnTo>
                <a:lnTo>
                  <a:pt x="529906" y="2497802"/>
                </a:lnTo>
                <a:lnTo>
                  <a:pt x="486592" y="2482501"/>
                </a:lnTo>
                <a:lnTo>
                  <a:pt x="444520" y="2464709"/>
                </a:lnTo>
                <a:lnTo>
                  <a:pt x="403780" y="2444513"/>
                </a:lnTo>
                <a:lnTo>
                  <a:pt x="364462" y="2422003"/>
                </a:lnTo>
                <a:lnTo>
                  <a:pt x="326654" y="2397268"/>
                </a:lnTo>
                <a:lnTo>
                  <a:pt x="290446" y="2370398"/>
                </a:lnTo>
                <a:lnTo>
                  <a:pt x="255928" y="2341482"/>
                </a:lnTo>
                <a:lnTo>
                  <a:pt x="223187" y="2310610"/>
                </a:lnTo>
                <a:lnTo>
                  <a:pt x="192314" y="2277869"/>
                </a:lnTo>
                <a:lnTo>
                  <a:pt x="163398" y="2243351"/>
                </a:lnTo>
                <a:lnTo>
                  <a:pt x="136528" y="2207143"/>
                </a:lnTo>
                <a:lnTo>
                  <a:pt x="111793" y="2169336"/>
                </a:lnTo>
                <a:lnTo>
                  <a:pt x="89283" y="2130018"/>
                </a:lnTo>
                <a:lnTo>
                  <a:pt x="69087" y="2089279"/>
                </a:lnTo>
                <a:lnTo>
                  <a:pt x="51294" y="2047207"/>
                </a:lnTo>
                <a:lnTo>
                  <a:pt x="35993" y="2003893"/>
                </a:lnTo>
                <a:lnTo>
                  <a:pt x="23274" y="1959426"/>
                </a:lnTo>
                <a:lnTo>
                  <a:pt x="13226" y="1913894"/>
                </a:lnTo>
                <a:lnTo>
                  <a:pt x="5938" y="1867387"/>
                </a:lnTo>
                <a:lnTo>
                  <a:pt x="1499" y="1819994"/>
                </a:lnTo>
                <a:lnTo>
                  <a:pt x="0" y="1771805"/>
                </a:lnTo>
                <a:lnTo>
                  <a:pt x="0" y="762000"/>
                </a:lnTo>
                <a:lnTo>
                  <a:pt x="1498" y="713810"/>
                </a:lnTo>
                <a:lnTo>
                  <a:pt x="5936" y="666416"/>
                </a:lnTo>
                <a:lnTo>
                  <a:pt x="13223" y="619909"/>
                </a:lnTo>
                <a:lnTo>
                  <a:pt x="23270" y="574376"/>
                </a:lnTo>
                <a:lnTo>
                  <a:pt x="35989" y="529907"/>
                </a:lnTo>
                <a:lnTo>
                  <a:pt x="51289" y="486592"/>
                </a:lnTo>
                <a:lnTo>
                  <a:pt x="69082" y="444520"/>
                </a:lnTo>
                <a:lnTo>
                  <a:pt x="89278" y="403780"/>
                </a:lnTo>
                <a:lnTo>
                  <a:pt x="111788" y="364462"/>
                </a:lnTo>
                <a:lnTo>
                  <a:pt x="136523" y="326654"/>
                </a:lnTo>
                <a:lnTo>
                  <a:pt x="163393" y="290446"/>
                </a:lnTo>
                <a:lnTo>
                  <a:pt x="192310" y="255926"/>
                </a:lnTo>
                <a:lnTo>
                  <a:pt x="223183" y="223186"/>
                </a:lnTo>
                <a:lnTo>
                  <a:pt x="255924" y="192313"/>
                </a:lnTo>
                <a:lnTo>
                  <a:pt x="290443" y="163397"/>
                </a:lnTo>
                <a:lnTo>
                  <a:pt x="326651" y="136527"/>
                </a:lnTo>
                <a:lnTo>
                  <a:pt x="364460" y="111792"/>
                </a:lnTo>
                <a:lnTo>
                  <a:pt x="403778" y="89282"/>
                </a:lnTo>
                <a:lnTo>
                  <a:pt x="444518" y="69086"/>
                </a:lnTo>
                <a:lnTo>
                  <a:pt x="486590" y="51294"/>
                </a:lnTo>
                <a:lnTo>
                  <a:pt x="529905" y="35993"/>
                </a:lnTo>
                <a:lnTo>
                  <a:pt x="574373" y="23275"/>
                </a:lnTo>
                <a:lnTo>
                  <a:pt x="619906" y="13227"/>
                </a:lnTo>
                <a:lnTo>
                  <a:pt x="666414" y="5940"/>
                </a:lnTo>
                <a:lnTo>
                  <a:pt x="713807" y="1502"/>
                </a:lnTo>
                <a:lnTo>
                  <a:pt x="761997" y="0"/>
                </a:lnTo>
                <a:lnTo>
                  <a:pt x="10112597" y="0"/>
                </a:lnTo>
                <a:lnTo>
                  <a:pt x="10160784" y="1504"/>
                </a:lnTo>
                <a:lnTo>
                  <a:pt x="10208175" y="5944"/>
                </a:lnTo>
                <a:lnTo>
                  <a:pt x="10254681" y="13232"/>
                </a:lnTo>
                <a:lnTo>
                  <a:pt x="10300211" y="23281"/>
                </a:lnTo>
                <a:lnTo>
                  <a:pt x="10344678" y="36000"/>
                </a:lnTo>
                <a:lnTo>
                  <a:pt x="10387991" y="51301"/>
                </a:lnTo>
                <a:lnTo>
                  <a:pt x="10430062" y="69095"/>
                </a:lnTo>
                <a:lnTo>
                  <a:pt x="10470801" y="89291"/>
                </a:lnTo>
                <a:lnTo>
                  <a:pt x="10510118" y="111802"/>
                </a:lnTo>
                <a:lnTo>
                  <a:pt x="10547926" y="136537"/>
                </a:lnTo>
                <a:lnTo>
                  <a:pt x="10584133" y="163407"/>
                </a:lnTo>
                <a:lnTo>
                  <a:pt x="10618651" y="192324"/>
                </a:lnTo>
                <a:lnTo>
                  <a:pt x="10651392" y="223197"/>
                </a:lnTo>
                <a:lnTo>
                  <a:pt x="10682264" y="255938"/>
                </a:lnTo>
                <a:lnTo>
                  <a:pt x="10711179" y="290457"/>
                </a:lnTo>
                <a:lnTo>
                  <a:pt x="10738049" y="326665"/>
                </a:lnTo>
                <a:lnTo>
                  <a:pt x="10762783" y="364473"/>
                </a:lnTo>
                <a:lnTo>
                  <a:pt x="10785292" y="403791"/>
                </a:lnTo>
                <a:lnTo>
                  <a:pt x="10805487" y="444530"/>
                </a:lnTo>
                <a:lnTo>
                  <a:pt x="10823279" y="486602"/>
                </a:lnTo>
                <a:lnTo>
                  <a:pt x="10838578" y="529915"/>
                </a:lnTo>
                <a:lnTo>
                  <a:pt x="10851296" y="574382"/>
                </a:lnTo>
                <a:lnTo>
                  <a:pt x="10861343" y="619913"/>
                </a:lnTo>
                <a:lnTo>
                  <a:pt x="10868630" y="666419"/>
                </a:lnTo>
                <a:lnTo>
                  <a:pt x="10873067" y="713811"/>
                </a:lnTo>
                <a:lnTo>
                  <a:pt x="10874566" y="762000"/>
                </a:lnTo>
                <a:lnTo>
                  <a:pt x="10874566" y="1771804"/>
                </a:lnTo>
                <a:lnTo>
                  <a:pt x="10873066" y="1819991"/>
                </a:lnTo>
                <a:lnTo>
                  <a:pt x="10868628" y="1867382"/>
                </a:lnTo>
                <a:lnTo>
                  <a:pt x="10861340" y="1913887"/>
                </a:lnTo>
                <a:lnTo>
                  <a:pt x="10851293" y="1959418"/>
                </a:lnTo>
                <a:lnTo>
                  <a:pt x="10838575" y="2003884"/>
                </a:lnTo>
                <a:lnTo>
                  <a:pt x="10823275" y="2047197"/>
                </a:lnTo>
                <a:lnTo>
                  <a:pt x="10805483" y="2089267"/>
                </a:lnTo>
                <a:lnTo>
                  <a:pt x="10785288" y="2130006"/>
                </a:lnTo>
                <a:lnTo>
                  <a:pt x="10762779" y="2169324"/>
                </a:lnTo>
                <a:lnTo>
                  <a:pt x="10738045" y="2207131"/>
                </a:lnTo>
                <a:lnTo>
                  <a:pt x="10711176" y="2243339"/>
                </a:lnTo>
                <a:lnTo>
                  <a:pt x="10682261" y="2277858"/>
                </a:lnTo>
                <a:lnTo>
                  <a:pt x="10651389" y="2310598"/>
                </a:lnTo>
                <a:lnTo>
                  <a:pt x="10618649" y="2341471"/>
                </a:lnTo>
                <a:lnTo>
                  <a:pt x="10584131" y="2370388"/>
                </a:lnTo>
                <a:lnTo>
                  <a:pt x="10547924" y="2397258"/>
                </a:lnTo>
                <a:lnTo>
                  <a:pt x="10510117" y="2421994"/>
                </a:lnTo>
                <a:lnTo>
                  <a:pt x="10470800" y="2444504"/>
                </a:lnTo>
                <a:lnTo>
                  <a:pt x="10430061" y="2464701"/>
                </a:lnTo>
                <a:lnTo>
                  <a:pt x="10387991" y="2482495"/>
                </a:lnTo>
                <a:lnTo>
                  <a:pt x="10344678" y="2497796"/>
                </a:lnTo>
                <a:lnTo>
                  <a:pt x="10300211" y="2510515"/>
                </a:lnTo>
                <a:lnTo>
                  <a:pt x="10254681" y="2520564"/>
                </a:lnTo>
                <a:lnTo>
                  <a:pt x="10208175" y="2527853"/>
                </a:lnTo>
                <a:lnTo>
                  <a:pt x="10160784" y="2532293"/>
                </a:lnTo>
                <a:lnTo>
                  <a:pt x="10117171" y="2533653"/>
                </a:lnTo>
              </a:path>
            </a:pathLst>
          </a:custGeom>
          <a:ln w="57150">
            <a:solidFill>
              <a:srgbClr val="BA9977"/>
            </a:solidFill>
          </a:ln>
        </p:spPr>
        <p:txBody>
          <a:bodyPr wrap="square" lIns="0" tIns="0" rIns="0" bIns="0" rtlCol="0"/>
          <a:lstStyle/>
          <a:p>
            <a:endParaRPr/>
          </a:p>
        </p:txBody>
      </p:sp>
      <p:pic>
        <p:nvPicPr>
          <p:cNvPr id="8" name="Picture 7">
            <a:extLst>
              <a:ext uri="{FF2B5EF4-FFF2-40B4-BE49-F238E27FC236}">
                <a16:creationId xmlns:a16="http://schemas.microsoft.com/office/drawing/2014/main" id="{738EA6DB-B3F2-45C6-AC48-FD009DAA022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4400" y="2588210"/>
            <a:ext cx="10058400" cy="2402889"/>
          </a:xfrm>
          <a:prstGeom prst="rect">
            <a:avLst/>
          </a:prstGeom>
        </p:spPr>
      </p:pic>
      <p:pic>
        <p:nvPicPr>
          <p:cNvPr id="16" name="Picture 15">
            <a:extLst>
              <a:ext uri="{FF2B5EF4-FFF2-40B4-BE49-F238E27FC236}">
                <a16:creationId xmlns:a16="http://schemas.microsoft.com/office/drawing/2014/main" id="{BD7D58FE-B78A-4D6E-AFA9-FC673ED628D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820400" y="6057900"/>
            <a:ext cx="5638800" cy="2974649"/>
          </a:xfrm>
          <a:prstGeom prst="rect">
            <a:avLst/>
          </a:prstGeom>
        </p:spPr>
      </p:pic>
    </p:spTree>
    <p:extLst>
      <p:ext uri="{BB962C8B-B14F-4D97-AF65-F5344CB8AC3E}">
        <p14:creationId xmlns:p14="http://schemas.microsoft.com/office/powerpoint/2010/main" val="30082548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99788" y="8228870"/>
            <a:ext cx="2988211" cy="2057399"/>
          </a:xfrm>
          <a:prstGeom prst="rect">
            <a:avLst/>
          </a:prstGeom>
        </p:spPr>
      </p:pic>
      <p:pic>
        <p:nvPicPr>
          <p:cNvPr id="3" name="object 3"/>
          <p:cNvPicPr/>
          <p:nvPr/>
        </p:nvPicPr>
        <p:blipFill>
          <a:blip r:embed="rId3" cstate="print"/>
          <a:stretch>
            <a:fillRect/>
          </a:stretch>
        </p:blipFill>
        <p:spPr>
          <a:xfrm>
            <a:off x="0" y="7777520"/>
            <a:ext cx="2661032" cy="2501899"/>
          </a:xfrm>
          <a:prstGeom prst="rect">
            <a:avLst/>
          </a:prstGeom>
        </p:spPr>
      </p:pic>
      <p:pic>
        <p:nvPicPr>
          <p:cNvPr id="4" name="object 4"/>
          <p:cNvPicPr/>
          <p:nvPr/>
        </p:nvPicPr>
        <p:blipFill>
          <a:blip r:embed="rId4" cstate="print"/>
          <a:stretch>
            <a:fillRect/>
          </a:stretch>
        </p:blipFill>
        <p:spPr>
          <a:xfrm>
            <a:off x="15989909" y="-10710"/>
            <a:ext cx="2297305" cy="2611198"/>
          </a:xfrm>
          <a:prstGeom prst="rect">
            <a:avLst/>
          </a:prstGeom>
        </p:spPr>
      </p:pic>
      <p:pic>
        <p:nvPicPr>
          <p:cNvPr id="5" name="object 5"/>
          <p:cNvPicPr/>
          <p:nvPr/>
        </p:nvPicPr>
        <p:blipFill>
          <a:blip r:embed="rId5" cstate="print"/>
          <a:stretch>
            <a:fillRect/>
          </a:stretch>
        </p:blipFill>
        <p:spPr>
          <a:xfrm>
            <a:off x="112" y="-6144"/>
            <a:ext cx="2800807" cy="1549972"/>
          </a:xfrm>
          <a:prstGeom prst="rect">
            <a:avLst/>
          </a:prstGeom>
        </p:spPr>
      </p:pic>
      <p:sp>
        <p:nvSpPr>
          <p:cNvPr id="6" name="object 6"/>
          <p:cNvSpPr/>
          <p:nvPr/>
        </p:nvSpPr>
        <p:spPr>
          <a:xfrm>
            <a:off x="4096661" y="439679"/>
            <a:ext cx="10765155" cy="1739900"/>
          </a:xfrm>
          <a:custGeom>
            <a:avLst/>
            <a:gdLst/>
            <a:ahLst/>
            <a:cxnLst/>
            <a:rect l="l" t="t" r="r" b="b"/>
            <a:pathLst>
              <a:path w="10765155" h="1739900">
                <a:moveTo>
                  <a:pt x="10567021" y="1739800"/>
                </a:moveTo>
                <a:lnTo>
                  <a:pt x="200025" y="1739800"/>
                </a:lnTo>
                <a:lnTo>
                  <a:pt x="154161" y="1734518"/>
                </a:lnTo>
                <a:lnTo>
                  <a:pt x="112059" y="1719470"/>
                </a:lnTo>
                <a:lnTo>
                  <a:pt x="74919" y="1695857"/>
                </a:lnTo>
                <a:lnTo>
                  <a:pt x="43943" y="1664881"/>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5" y="0"/>
                </a:lnTo>
                <a:lnTo>
                  <a:pt x="10567021" y="0"/>
                </a:lnTo>
                <a:lnTo>
                  <a:pt x="10612881" y="5282"/>
                </a:lnTo>
                <a:lnTo>
                  <a:pt x="10654979" y="20330"/>
                </a:lnTo>
                <a:lnTo>
                  <a:pt x="10692116" y="43943"/>
                </a:lnTo>
                <a:lnTo>
                  <a:pt x="10723090" y="74919"/>
                </a:lnTo>
                <a:lnTo>
                  <a:pt x="10746701" y="112059"/>
                </a:lnTo>
                <a:lnTo>
                  <a:pt x="10761749" y="154161"/>
                </a:lnTo>
                <a:lnTo>
                  <a:pt x="10765014" y="182514"/>
                </a:lnTo>
                <a:lnTo>
                  <a:pt x="10765014" y="1557286"/>
                </a:lnTo>
                <a:lnTo>
                  <a:pt x="10746701" y="1627741"/>
                </a:lnTo>
                <a:lnTo>
                  <a:pt x="10723090" y="1664881"/>
                </a:lnTo>
                <a:lnTo>
                  <a:pt x="10692116" y="1695857"/>
                </a:lnTo>
                <a:lnTo>
                  <a:pt x="10654979" y="1719470"/>
                </a:lnTo>
                <a:lnTo>
                  <a:pt x="10612881" y="1734518"/>
                </a:lnTo>
                <a:lnTo>
                  <a:pt x="10567021" y="1739800"/>
                </a:lnTo>
                <a:close/>
              </a:path>
            </a:pathLst>
          </a:custGeom>
          <a:solidFill>
            <a:srgbClr val="DABD9D">
              <a:alpha val="78999"/>
            </a:srgbClr>
          </a:solidFill>
        </p:spPr>
        <p:txBody>
          <a:bodyPr wrap="square" lIns="0" tIns="0" rIns="0" bIns="0" rtlCol="0"/>
          <a:lstStyle/>
          <a:p>
            <a:endParaRPr/>
          </a:p>
        </p:txBody>
      </p:sp>
      <p:sp>
        <p:nvSpPr>
          <p:cNvPr id="10" name="object 10"/>
          <p:cNvSpPr/>
          <p:nvPr/>
        </p:nvSpPr>
        <p:spPr>
          <a:xfrm>
            <a:off x="11464229" y="5345795"/>
            <a:ext cx="5779135" cy="2778125"/>
          </a:xfrm>
          <a:custGeom>
            <a:avLst/>
            <a:gdLst/>
            <a:ahLst/>
            <a:cxnLst/>
            <a:rect l="l" t="t" r="r" b="b"/>
            <a:pathLst>
              <a:path w="5779134" h="2778125">
                <a:moveTo>
                  <a:pt x="761973" y="0"/>
                </a:moveTo>
                <a:lnTo>
                  <a:pt x="5016579" y="0"/>
                </a:lnTo>
                <a:lnTo>
                  <a:pt x="5064767" y="1501"/>
                </a:lnTo>
                <a:lnTo>
                  <a:pt x="5112159" y="5940"/>
                </a:lnTo>
                <a:lnTo>
                  <a:pt x="5158664" y="13228"/>
                </a:lnTo>
                <a:lnTo>
                  <a:pt x="5204195" y="23276"/>
                </a:lnTo>
                <a:lnTo>
                  <a:pt x="5248661" y="35995"/>
                </a:lnTo>
                <a:lnTo>
                  <a:pt x="5291974" y="51295"/>
                </a:lnTo>
                <a:lnTo>
                  <a:pt x="5334044" y="69087"/>
                </a:lnTo>
                <a:lnTo>
                  <a:pt x="5374783" y="89282"/>
                </a:lnTo>
                <a:lnTo>
                  <a:pt x="5414100" y="111790"/>
                </a:lnTo>
                <a:lnTo>
                  <a:pt x="5451907" y="136524"/>
                </a:lnTo>
                <a:lnTo>
                  <a:pt x="5488114" y="163392"/>
                </a:lnTo>
                <a:lnTo>
                  <a:pt x="5522632" y="192307"/>
                </a:lnTo>
                <a:lnTo>
                  <a:pt x="5555372" y="223179"/>
                </a:lnTo>
                <a:lnTo>
                  <a:pt x="5586245" y="255918"/>
                </a:lnTo>
                <a:lnTo>
                  <a:pt x="5615160" y="290435"/>
                </a:lnTo>
                <a:lnTo>
                  <a:pt x="5642030" y="326642"/>
                </a:lnTo>
                <a:lnTo>
                  <a:pt x="5666764" y="364449"/>
                </a:lnTo>
                <a:lnTo>
                  <a:pt x="5689274" y="403766"/>
                </a:lnTo>
                <a:lnTo>
                  <a:pt x="5709469" y="444504"/>
                </a:lnTo>
                <a:lnTo>
                  <a:pt x="5727262" y="486575"/>
                </a:lnTo>
                <a:lnTo>
                  <a:pt x="5742562" y="529888"/>
                </a:lnTo>
                <a:lnTo>
                  <a:pt x="5755280" y="574355"/>
                </a:lnTo>
                <a:lnTo>
                  <a:pt x="5765327" y="619887"/>
                </a:lnTo>
                <a:lnTo>
                  <a:pt x="5772614" y="666393"/>
                </a:lnTo>
                <a:lnTo>
                  <a:pt x="5777051" y="713785"/>
                </a:lnTo>
                <a:lnTo>
                  <a:pt x="5778550" y="761973"/>
                </a:lnTo>
                <a:lnTo>
                  <a:pt x="5778550" y="2016052"/>
                </a:lnTo>
                <a:lnTo>
                  <a:pt x="5777050" y="2064240"/>
                </a:lnTo>
                <a:lnTo>
                  <a:pt x="5772612" y="2111631"/>
                </a:lnTo>
                <a:lnTo>
                  <a:pt x="5765324" y="2158137"/>
                </a:lnTo>
                <a:lnTo>
                  <a:pt x="5755276" y="2203668"/>
                </a:lnTo>
                <a:lnTo>
                  <a:pt x="5742558" y="2248134"/>
                </a:lnTo>
                <a:lnTo>
                  <a:pt x="5727258" y="2291447"/>
                </a:lnTo>
                <a:lnTo>
                  <a:pt x="5709465" y="2333517"/>
                </a:lnTo>
                <a:lnTo>
                  <a:pt x="5689270" y="2374256"/>
                </a:lnTo>
                <a:lnTo>
                  <a:pt x="5666761" y="2413573"/>
                </a:lnTo>
                <a:lnTo>
                  <a:pt x="5642028" y="2451380"/>
                </a:lnTo>
                <a:lnTo>
                  <a:pt x="5615159" y="2487587"/>
                </a:lnTo>
                <a:lnTo>
                  <a:pt x="5586244" y="2522105"/>
                </a:lnTo>
                <a:lnTo>
                  <a:pt x="5555372" y="2554845"/>
                </a:lnTo>
                <a:lnTo>
                  <a:pt x="5522633" y="2585717"/>
                </a:lnTo>
                <a:lnTo>
                  <a:pt x="5488116" y="2614633"/>
                </a:lnTo>
                <a:lnTo>
                  <a:pt x="5451910" y="2641503"/>
                </a:lnTo>
                <a:lnTo>
                  <a:pt x="5414104" y="2666238"/>
                </a:lnTo>
                <a:lnTo>
                  <a:pt x="5374787" y="2688749"/>
                </a:lnTo>
                <a:lnTo>
                  <a:pt x="5334049" y="2708945"/>
                </a:lnTo>
                <a:lnTo>
                  <a:pt x="5291978" y="2726739"/>
                </a:lnTo>
                <a:lnTo>
                  <a:pt x="5248665" y="2742040"/>
                </a:lnTo>
                <a:lnTo>
                  <a:pt x="5204198" y="2754760"/>
                </a:lnTo>
                <a:lnTo>
                  <a:pt x="5158667" y="2764810"/>
                </a:lnTo>
                <a:lnTo>
                  <a:pt x="5112160" y="2772099"/>
                </a:lnTo>
                <a:lnTo>
                  <a:pt x="5064768" y="2776538"/>
                </a:lnTo>
                <a:lnTo>
                  <a:pt x="5016579" y="2778038"/>
                </a:lnTo>
                <a:lnTo>
                  <a:pt x="761973" y="2778038"/>
                </a:lnTo>
                <a:lnTo>
                  <a:pt x="713783" y="2776539"/>
                </a:lnTo>
                <a:lnTo>
                  <a:pt x="666391" y="2772102"/>
                </a:lnTo>
                <a:lnTo>
                  <a:pt x="619883" y="2764814"/>
                </a:lnTo>
                <a:lnTo>
                  <a:pt x="574351" y="2754767"/>
                </a:lnTo>
                <a:lnTo>
                  <a:pt x="529884" y="2742048"/>
                </a:lnTo>
                <a:lnTo>
                  <a:pt x="486569" y="2726748"/>
                </a:lnTo>
                <a:lnTo>
                  <a:pt x="444498" y="2708954"/>
                </a:lnTo>
                <a:lnTo>
                  <a:pt x="403759" y="2688758"/>
                </a:lnTo>
                <a:lnTo>
                  <a:pt x="364441" y="2666248"/>
                </a:lnTo>
                <a:lnTo>
                  <a:pt x="326634" y="2641513"/>
                </a:lnTo>
                <a:lnTo>
                  <a:pt x="290427" y="2614642"/>
                </a:lnTo>
                <a:lnTo>
                  <a:pt x="255910" y="2585726"/>
                </a:lnTo>
                <a:lnTo>
                  <a:pt x="223171" y="2554852"/>
                </a:lnTo>
                <a:lnTo>
                  <a:pt x="192299" y="2522112"/>
                </a:lnTo>
                <a:lnTo>
                  <a:pt x="163384" y="2487593"/>
                </a:lnTo>
                <a:lnTo>
                  <a:pt x="136516" y="2451385"/>
                </a:lnTo>
                <a:lnTo>
                  <a:pt x="111783" y="2413577"/>
                </a:lnTo>
                <a:lnTo>
                  <a:pt x="89275" y="2374259"/>
                </a:lnTo>
                <a:lnTo>
                  <a:pt x="69080" y="2333520"/>
                </a:lnTo>
                <a:lnTo>
                  <a:pt x="51289" y="2291449"/>
                </a:lnTo>
                <a:lnTo>
                  <a:pt x="35990" y="2248135"/>
                </a:lnTo>
                <a:lnTo>
                  <a:pt x="23272" y="2203669"/>
                </a:lnTo>
                <a:lnTo>
                  <a:pt x="13224" y="2158138"/>
                </a:lnTo>
                <a:lnTo>
                  <a:pt x="5937" y="2111632"/>
                </a:lnTo>
                <a:lnTo>
                  <a:pt x="1499" y="2064240"/>
                </a:lnTo>
                <a:lnTo>
                  <a:pt x="0" y="2016052"/>
                </a:lnTo>
                <a:lnTo>
                  <a:pt x="0" y="761973"/>
                </a:lnTo>
                <a:lnTo>
                  <a:pt x="1498" y="713785"/>
                </a:lnTo>
                <a:lnTo>
                  <a:pt x="5935" y="666393"/>
                </a:lnTo>
                <a:lnTo>
                  <a:pt x="13222" y="619886"/>
                </a:lnTo>
                <a:lnTo>
                  <a:pt x="23268" y="574355"/>
                </a:lnTo>
                <a:lnTo>
                  <a:pt x="35986" y="529887"/>
                </a:lnTo>
                <a:lnTo>
                  <a:pt x="51285" y="486573"/>
                </a:lnTo>
                <a:lnTo>
                  <a:pt x="69076" y="444502"/>
                </a:lnTo>
                <a:lnTo>
                  <a:pt x="89271" y="403762"/>
                </a:lnTo>
                <a:lnTo>
                  <a:pt x="111780" y="364444"/>
                </a:lnTo>
                <a:lnTo>
                  <a:pt x="136514" y="326637"/>
                </a:lnTo>
                <a:lnTo>
                  <a:pt x="163383" y="290429"/>
                </a:lnTo>
                <a:lnTo>
                  <a:pt x="192298" y="255910"/>
                </a:lnTo>
                <a:lnTo>
                  <a:pt x="223171" y="223170"/>
                </a:lnTo>
                <a:lnTo>
                  <a:pt x="255911" y="192298"/>
                </a:lnTo>
                <a:lnTo>
                  <a:pt x="290429" y="163382"/>
                </a:lnTo>
                <a:lnTo>
                  <a:pt x="326637" y="136513"/>
                </a:lnTo>
                <a:lnTo>
                  <a:pt x="364445" y="111780"/>
                </a:lnTo>
                <a:lnTo>
                  <a:pt x="403763" y="89271"/>
                </a:lnTo>
                <a:lnTo>
                  <a:pt x="444502" y="69076"/>
                </a:lnTo>
                <a:lnTo>
                  <a:pt x="486574" y="51285"/>
                </a:lnTo>
                <a:lnTo>
                  <a:pt x="529888" y="35986"/>
                </a:lnTo>
                <a:lnTo>
                  <a:pt x="574355" y="23269"/>
                </a:lnTo>
                <a:lnTo>
                  <a:pt x="619887" y="13222"/>
                </a:lnTo>
                <a:lnTo>
                  <a:pt x="666393" y="5936"/>
                </a:lnTo>
                <a:lnTo>
                  <a:pt x="713785" y="1498"/>
                </a:lnTo>
                <a:lnTo>
                  <a:pt x="761973" y="0"/>
                </a:lnTo>
              </a:path>
            </a:pathLst>
          </a:custGeom>
          <a:ln w="57150">
            <a:solidFill>
              <a:srgbClr val="BA9977"/>
            </a:solidFill>
          </a:ln>
        </p:spPr>
        <p:txBody>
          <a:bodyPr wrap="square" lIns="0" tIns="0" rIns="0" bIns="0" rtlCol="0"/>
          <a:lstStyle/>
          <a:p>
            <a:endParaRPr/>
          </a:p>
        </p:txBody>
      </p:sp>
      <p:sp>
        <p:nvSpPr>
          <p:cNvPr id="11" name="object 11"/>
          <p:cNvSpPr txBox="1">
            <a:spLocks noGrp="1"/>
          </p:cNvSpPr>
          <p:nvPr>
            <p:ph type="title"/>
          </p:nvPr>
        </p:nvSpPr>
        <p:spPr>
          <a:xfrm>
            <a:off x="3336093" y="292901"/>
            <a:ext cx="12385040" cy="1674817"/>
          </a:xfrm>
          <a:prstGeom prst="rect">
            <a:avLst/>
          </a:prstGeom>
        </p:spPr>
        <p:txBody>
          <a:bodyPr vert="horz" wrap="square" lIns="0" tIns="12700" rIns="0" bIns="0" rtlCol="0">
            <a:spAutoFit/>
          </a:bodyPr>
          <a:lstStyle/>
          <a:p>
            <a:pPr marL="5156835" marR="5080" indent="-3840479">
              <a:lnSpc>
                <a:spcPct val="115900"/>
              </a:lnSpc>
              <a:spcBef>
                <a:spcPts val="100"/>
              </a:spcBef>
            </a:pPr>
            <a:r>
              <a:rPr sz="4800" spc="625" dirty="0"/>
              <a:t>Q</a:t>
            </a:r>
            <a:r>
              <a:rPr lang="en-US" sz="4800" spc="625" dirty="0"/>
              <a:t>1</a:t>
            </a:r>
            <a:r>
              <a:rPr sz="4800" spc="625" dirty="0"/>
              <a:t>3</a:t>
            </a:r>
            <a:r>
              <a:rPr sz="4800" spc="130" dirty="0"/>
              <a:t> </a:t>
            </a:r>
            <a:r>
              <a:rPr sz="4800" spc="795" dirty="0"/>
              <a:t>-</a:t>
            </a:r>
            <a:r>
              <a:rPr sz="4800" spc="135" dirty="0"/>
              <a:t> </a:t>
            </a:r>
            <a:r>
              <a:rPr lang="en-US" sz="4800" spc="445" dirty="0"/>
              <a:t>Which category contributes the most revenue?</a:t>
            </a:r>
            <a:endParaRPr sz="4800" dirty="0"/>
          </a:p>
        </p:txBody>
      </p:sp>
      <p:sp>
        <p:nvSpPr>
          <p:cNvPr id="12" name="object 12"/>
          <p:cNvSpPr txBox="1"/>
          <p:nvPr/>
        </p:nvSpPr>
        <p:spPr>
          <a:xfrm>
            <a:off x="2057400" y="6515100"/>
            <a:ext cx="8111490" cy="2439257"/>
          </a:xfrm>
          <a:prstGeom prst="rect">
            <a:avLst/>
          </a:prstGeom>
        </p:spPr>
        <p:txBody>
          <a:bodyPr vert="horz" wrap="square" lIns="0" tIns="98425" rIns="0" bIns="0" rtlCol="0">
            <a:spAutoFit/>
          </a:bodyPr>
          <a:lstStyle/>
          <a:p>
            <a:pPr marL="12700">
              <a:lnSpc>
                <a:spcPct val="100000"/>
              </a:lnSpc>
              <a:spcBef>
                <a:spcPts val="775"/>
              </a:spcBef>
            </a:pPr>
            <a:r>
              <a:rPr sz="3450" spc="-125" dirty="0">
                <a:solidFill>
                  <a:srgbClr val="672912"/>
                </a:solidFill>
                <a:latin typeface="Verdana"/>
                <a:cs typeface="Verdana"/>
              </a:rPr>
              <a:t>Insight</a:t>
            </a:r>
            <a:r>
              <a:rPr sz="3450" spc="-330" dirty="0">
                <a:solidFill>
                  <a:srgbClr val="672912"/>
                </a:solidFill>
                <a:latin typeface="Verdana"/>
                <a:cs typeface="Verdana"/>
              </a:rPr>
              <a:t> </a:t>
            </a:r>
            <a:r>
              <a:rPr sz="3450" spc="-710" dirty="0">
                <a:solidFill>
                  <a:srgbClr val="672912"/>
                </a:solidFill>
                <a:latin typeface="Verdana"/>
                <a:cs typeface="Verdana"/>
              </a:rPr>
              <a:t>:</a:t>
            </a:r>
            <a:endParaRPr sz="3450" dirty="0">
              <a:latin typeface="Verdana"/>
              <a:cs typeface="Verdana"/>
            </a:endParaRPr>
          </a:p>
          <a:p>
            <a:pPr marL="12700" marR="5080">
              <a:lnSpc>
                <a:spcPts val="4820"/>
              </a:lnSpc>
              <a:spcBef>
                <a:spcPts val="110"/>
              </a:spcBef>
            </a:pPr>
            <a:r>
              <a:rPr lang="en-US" sz="3600" dirty="0">
                <a:solidFill>
                  <a:schemeClr val="accent2">
                    <a:lumMod val="50000"/>
                  </a:schemeClr>
                </a:solidFill>
              </a:rPr>
              <a:t>The Classic category generates the highest revenue, making it the primary revenue driver for the business.</a:t>
            </a:r>
            <a:endParaRPr sz="3450" dirty="0">
              <a:solidFill>
                <a:schemeClr val="accent2">
                  <a:lumMod val="50000"/>
                </a:schemeClr>
              </a:solidFill>
              <a:latin typeface="Verdana"/>
              <a:cs typeface="Verdana"/>
            </a:endParaRPr>
          </a:p>
        </p:txBody>
      </p:sp>
      <p:sp>
        <p:nvSpPr>
          <p:cNvPr id="13" name="object 13"/>
          <p:cNvSpPr/>
          <p:nvPr/>
        </p:nvSpPr>
        <p:spPr>
          <a:xfrm>
            <a:off x="1375391" y="6232793"/>
            <a:ext cx="8916035" cy="2922905"/>
          </a:xfrm>
          <a:custGeom>
            <a:avLst/>
            <a:gdLst/>
            <a:ahLst/>
            <a:cxnLst/>
            <a:rect l="l" t="t" r="r" b="b"/>
            <a:pathLst>
              <a:path w="8916035" h="2922904">
                <a:moveTo>
                  <a:pt x="8915417" y="2232462"/>
                </a:moveTo>
                <a:lnTo>
                  <a:pt x="8905885" y="2302777"/>
                </a:lnTo>
                <a:lnTo>
                  <a:pt x="8895838" y="2348309"/>
                </a:lnTo>
                <a:lnTo>
                  <a:pt x="8883121" y="2392777"/>
                </a:lnTo>
                <a:lnTo>
                  <a:pt x="8867822" y="2436091"/>
                </a:lnTo>
                <a:lnTo>
                  <a:pt x="8850030" y="2478163"/>
                </a:lnTo>
                <a:lnTo>
                  <a:pt x="8829836" y="2518902"/>
                </a:lnTo>
                <a:lnTo>
                  <a:pt x="8807327" y="2558220"/>
                </a:lnTo>
                <a:lnTo>
                  <a:pt x="8782593" y="2596028"/>
                </a:lnTo>
                <a:lnTo>
                  <a:pt x="8755724" y="2632236"/>
                </a:lnTo>
                <a:lnTo>
                  <a:pt x="8726809" y="2666754"/>
                </a:lnTo>
                <a:lnTo>
                  <a:pt x="8695936" y="2699494"/>
                </a:lnTo>
                <a:lnTo>
                  <a:pt x="8663196" y="2730367"/>
                </a:lnTo>
                <a:lnTo>
                  <a:pt x="8628678" y="2759282"/>
                </a:lnTo>
                <a:lnTo>
                  <a:pt x="8592470" y="2786151"/>
                </a:lnTo>
                <a:lnTo>
                  <a:pt x="8554663" y="2810885"/>
                </a:lnTo>
                <a:lnTo>
                  <a:pt x="8515345" y="2833394"/>
                </a:lnTo>
                <a:lnTo>
                  <a:pt x="8474605" y="2853588"/>
                </a:lnTo>
                <a:lnTo>
                  <a:pt x="8432534" y="2871380"/>
                </a:lnTo>
                <a:lnTo>
                  <a:pt x="8389220" y="2886679"/>
                </a:lnTo>
                <a:lnTo>
                  <a:pt x="8344753" y="2899396"/>
                </a:lnTo>
                <a:lnTo>
                  <a:pt x="8299221" y="2909443"/>
                </a:lnTo>
                <a:lnTo>
                  <a:pt x="8252715" y="2916730"/>
                </a:lnTo>
                <a:lnTo>
                  <a:pt x="8205323" y="2921167"/>
                </a:lnTo>
                <a:lnTo>
                  <a:pt x="8157134" y="2922666"/>
                </a:lnTo>
                <a:lnTo>
                  <a:pt x="761988" y="2922666"/>
                </a:lnTo>
                <a:lnTo>
                  <a:pt x="713800" y="2921167"/>
                </a:lnTo>
                <a:lnTo>
                  <a:pt x="666408" y="2916729"/>
                </a:lnTo>
                <a:lnTo>
                  <a:pt x="619901" y="2909443"/>
                </a:lnTo>
                <a:lnTo>
                  <a:pt x="574370" y="2899396"/>
                </a:lnTo>
                <a:lnTo>
                  <a:pt x="529902" y="2886679"/>
                </a:lnTo>
                <a:lnTo>
                  <a:pt x="486588" y="2871380"/>
                </a:lnTo>
                <a:lnTo>
                  <a:pt x="444517" y="2853589"/>
                </a:lnTo>
                <a:lnTo>
                  <a:pt x="403778" y="2833394"/>
                </a:lnTo>
                <a:lnTo>
                  <a:pt x="364459" y="2810886"/>
                </a:lnTo>
                <a:lnTo>
                  <a:pt x="326652" y="2786153"/>
                </a:lnTo>
                <a:lnTo>
                  <a:pt x="290444" y="2759284"/>
                </a:lnTo>
                <a:lnTo>
                  <a:pt x="255924" y="2730369"/>
                </a:lnTo>
                <a:lnTo>
                  <a:pt x="223184" y="2699498"/>
                </a:lnTo>
                <a:lnTo>
                  <a:pt x="192310" y="2666758"/>
                </a:lnTo>
                <a:lnTo>
                  <a:pt x="163394" y="2632240"/>
                </a:lnTo>
                <a:lnTo>
                  <a:pt x="136524" y="2596033"/>
                </a:lnTo>
                <a:lnTo>
                  <a:pt x="111789" y="2558226"/>
                </a:lnTo>
                <a:lnTo>
                  <a:pt x="89279" y="2518908"/>
                </a:lnTo>
                <a:lnTo>
                  <a:pt x="69083" y="2478168"/>
                </a:lnTo>
                <a:lnTo>
                  <a:pt x="51290" y="2436096"/>
                </a:lnTo>
                <a:lnTo>
                  <a:pt x="35989" y="2392782"/>
                </a:lnTo>
                <a:lnTo>
                  <a:pt x="23271" y="2348313"/>
                </a:lnTo>
                <a:lnTo>
                  <a:pt x="13224" y="2302781"/>
                </a:lnTo>
                <a:lnTo>
                  <a:pt x="5936" y="2256273"/>
                </a:lnTo>
                <a:lnTo>
                  <a:pt x="1499" y="2208879"/>
                </a:lnTo>
                <a:lnTo>
                  <a:pt x="0" y="2160689"/>
                </a:lnTo>
                <a:lnTo>
                  <a:pt x="0" y="761987"/>
                </a:lnTo>
                <a:lnTo>
                  <a:pt x="1497" y="713798"/>
                </a:lnTo>
                <a:lnTo>
                  <a:pt x="5934" y="666405"/>
                </a:lnTo>
                <a:lnTo>
                  <a:pt x="13220" y="619897"/>
                </a:lnTo>
                <a:lnTo>
                  <a:pt x="23267" y="574365"/>
                </a:lnTo>
                <a:lnTo>
                  <a:pt x="35985" y="529896"/>
                </a:lnTo>
                <a:lnTo>
                  <a:pt x="51284" y="486581"/>
                </a:lnTo>
                <a:lnTo>
                  <a:pt x="69077" y="444509"/>
                </a:lnTo>
                <a:lnTo>
                  <a:pt x="89272" y="403769"/>
                </a:lnTo>
                <a:lnTo>
                  <a:pt x="111782" y="364450"/>
                </a:lnTo>
                <a:lnTo>
                  <a:pt x="136516" y="326642"/>
                </a:lnTo>
                <a:lnTo>
                  <a:pt x="163386" y="290434"/>
                </a:lnTo>
                <a:lnTo>
                  <a:pt x="192303" y="255916"/>
                </a:lnTo>
                <a:lnTo>
                  <a:pt x="223176" y="223175"/>
                </a:lnTo>
                <a:lnTo>
                  <a:pt x="255917" y="192303"/>
                </a:lnTo>
                <a:lnTo>
                  <a:pt x="290436" y="163387"/>
                </a:lnTo>
                <a:lnTo>
                  <a:pt x="326645" y="136518"/>
                </a:lnTo>
                <a:lnTo>
                  <a:pt x="364453" y="111784"/>
                </a:lnTo>
                <a:lnTo>
                  <a:pt x="403771" y="89275"/>
                </a:lnTo>
                <a:lnTo>
                  <a:pt x="444511" y="69079"/>
                </a:lnTo>
                <a:lnTo>
                  <a:pt x="486583" y="51287"/>
                </a:lnTo>
                <a:lnTo>
                  <a:pt x="529898" y="35988"/>
                </a:lnTo>
                <a:lnTo>
                  <a:pt x="574366" y="23270"/>
                </a:lnTo>
                <a:lnTo>
                  <a:pt x="619898" y="13223"/>
                </a:lnTo>
                <a:lnTo>
                  <a:pt x="666406" y="5936"/>
                </a:lnTo>
                <a:lnTo>
                  <a:pt x="713798" y="1499"/>
                </a:lnTo>
                <a:lnTo>
                  <a:pt x="761988" y="0"/>
                </a:lnTo>
                <a:lnTo>
                  <a:pt x="8157134" y="0"/>
                </a:lnTo>
                <a:lnTo>
                  <a:pt x="8205323" y="1498"/>
                </a:lnTo>
                <a:lnTo>
                  <a:pt x="8252716" y="5936"/>
                </a:lnTo>
                <a:lnTo>
                  <a:pt x="8299224" y="13222"/>
                </a:lnTo>
                <a:lnTo>
                  <a:pt x="8344756" y="23269"/>
                </a:lnTo>
                <a:lnTo>
                  <a:pt x="8389224" y="35987"/>
                </a:lnTo>
                <a:lnTo>
                  <a:pt x="8432539" y="51287"/>
                </a:lnTo>
                <a:lnTo>
                  <a:pt x="8474611" y="69079"/>
                </a:lnTo>
                <a:lnTo>
                  <a:pt x="8515351" y="89275"/>
                </a:lnTo>
                <a:lnTo>
                  <a:pt x="8554669" y="111785"/>
                </a:lnTo>
                <a:lnTo>
                  <a:pt x="8592477" y="136519"/>
                </a:lnTo>
                <a:lnTo>
                  <a:pt x="8628685" y="163389"/>
                </a:lnTo>
                <a:lnTo>
                  <a:pt x="8663204" y="192305"/>
                </a:lnTo>
                <a:lnTo>
                  <a:pt x="8695944" y="223179"/>
                </a:lnTo>
                <a:lnTo>
                  <a:pt x="8726816" y="255920"/>
                </a:lnTo>
                <a:lnTo>
                  <a:pt x="8755731" y="290439"/>
                </a:lnTo>
                <a:lnTo>
                  <a:pt x="8782600" y="326648"/>
                </a:lnTo>
                <a:lnTo>
                  <a:pt x="8807333" y="364456"/>
                </a:lnTo>
                <a:lnTo>
                  <a:pt x="8829841" y="403775"/>
                </a:lnTo>
                <a:lnTo>
                  <a:pt x="8850035" y="444515"/>
                </a:lnTo>
                <a:lnTo>
                  <a:pt x="8867826" y="486587"/>
                </a:lnTo>
                <a:lnTo>
                  <a:pt x="8883124" y="529901"/>
                </a:lnTo>
                <a:lnTo>
                  <a:pt x="8895841" y="574369"/>
                </a:lnTo>
                <a:lnTo>
                  <a:pt x="8905886" y="619900"/>
                </a:lnTo>
                <a:lnTo>
                  <a:pt x="8913172" y="666407"/>
                </a:lnTo>
                <a:lnTo>
                  <a:pt x="8915408" y="690205"/>
                </a:lnTo>
              </a:path>
            </a:pathLst>
          </a:custGeom>
          <a:ln w="57150">
            <a:solidFill>
              <a:srgbClr val="BA9977"/>
            </a:solidFill>
          </a:ln>
        </p:spPr>
        <p:txBody>
          <a:bodyPr wrap="square" lIns="0" tIns="0" rIns="0" bIns="0" rtlCol="0"/>
          <a:lstStyle/>
          <a:p>
            <a:endParaRPr/>
          </a:p>
        </p:txBody>
      </p:sp>
      <p:sp>
        <p:nvSpPr>
          <p:cNvPr id="14" name="object 14"/>
          <p:cNvSpPr/>
          <p:nvPr/>
        </p:nvSpPr>
        <p:spPr>
          <a:xfrm>
            <a:off x="361736" y="2414777"/>
            <a:ext cx="10944225" cy="3501390"/>
          </a:xfrm>
          <a:custGeom>
            <a:avLst/>
            <a:gdLst/>
            <a:ahLst/>
            <a:cxnLst/>
            <a:rect l="l" t="t" r="r" b="b"/>
            <a:pathLst>
              <a:path w="10944225" h="3501390">
                <a:moveTo>
                  <a:pt x="10944213" y="2794019"/>
                </a:moveTo>
                <a:lnTo>
                  <a:pt x="10940406" y="2834636"/>
                </a:lnTo>
                <a:lnTo>
                  <a:pt x="10933119" y="2881141"/>
                </a:lnTo>
                <a:lnTo>
                  <a:pt x="10923071" y="2926673"/>
                </a:lnTo>
                <a:lnTo>
                  <a:pt x="10910353" y="2971140"/>
                </a:lnTo>
                <a:lnTo>
                  <a:pt x="10895053" y="3014453"/>
                </a:lnTo>
                <a:lnTo>
                  <a:pt x="10877260" y="3056525"/>
                </a:lnTo>
                <a:lnTo>
                  <a:pt x="10857064" y="3097264"/>
                </a:lnTo>
                <a:lnTo>
                  <a:pt x="10834554" y="3136582"/>
                </a:lnTo>
                <a:lnTo>
                  <a:pt x="10809819" y="3174389"/>
                </a:lnTo>
                <a:lnTo>
                  <a:pt x="10782948" y="3210597"/>
                </a:lnTo>
                <a:lnTo>
                  <a:pt x="10754031" y="3245116"/>
                </a:lnTo>
                <a:lnTo>
                  <a:pt x="10723157" y="3277856"/>
                </a:lnTo>
                <a:lnTo>
                  <a:pt x="10690416" y="3308729"/>
                </a:lnTo>
                <a:lnTo>
                  <a:pt x="10655896" y="3337644"/>
                </a:lnTo>
                <a:lnTo>
                  <a:pt x="10619687" y="3364514"/>
                </a:lnTo>
                <a:lnTo>
                  <a:pt x="10581878" y="3389247"/>
                </a:lnTo>
                <a:lnTo>
                  <a:pt x="10542558" y="3411756"/>
                </a:lnTo>
                <a:lnTo>
                  <a:pt x="10501818" y="3431951"/>
                </a:lnTo>
                <a:lnTo>
                  <a:pt x="10459745" y="3449742"/>
                </a:lnTo>
                <a:lnTo>
                  <a:pt x="10416431" y="3465041"/>
                </a:lnTo>
                <a:lnTo>
                  <a:pt x="10371963" y="3477758"/>
                </a:lnTo>
                <a:lnTo>
                  <a:pt x="10326431" y="3487804"/>
                </a:lnTo>
                <a:lnTo>
                  <a:pt x="10279925" y="3495089"/>
                </a:lnTo>
                <a:lnTo>
                  <a:pt x="10232534" y="3499526"/>
                </a:lnTo>
                <a:lnTo>
                  <a:pt x="10184347" y="3501024"/>
                </a:lnTo>
                <a:lnTo>
                  <a:pt x="762097" y="3501024"/>
                </a:lnTo>
                <a:lnTo>
                  <a:pt x="713909" y="3499525"/>
                </a:lnTo>
                <a:lnTo>
                  <a:pt x="666517" y="3495087"/>
                </a:lnTo>
                <a:lnTo>
                  <a:pt x="620010" y="3487800"/>
                </a:lnTo>
                <a:lnTo>
                  <a:pt x="574479" y="3477753"/>
                </a:lnTo>
                <a:lnTo>
                  <a:pt x="530012" y="3465036"/>
                </a:lnTo>
                <a:lnTo>
                  <a:pt x="486698" y="3449736"/>
                </a:lnTo>
                <a:lnTo>
                  <a:pt x="444627" y="3431945"/>
                </a:lnTo>
                <a:lnTo>
                  <a:pt x="403889" y="3411750"/>
                </a:lnTo>
                <a:lnTo>
                  <a:pt x="364571" y="3389241"/>
                </a:lnTo>
                <a:lnTo>
                  <a:pt x="326764" y="3364508"/>
                </a:lnTo>
                <a:lnTo>
                  <a:pt x="290556" y="3337639"/>
                </a:lnTo>
                <a:lnTo>
                  <a:pt x="256038" y="3308724"/>
                </a:lnTo>
                <a:lnTo>
                  <a:pt x="223298" y="3277852"/>
                </a:lnTo>
                <a:lnTo>
                  <a:pt x="192425" y="3245112"/>
                </a:lnTo>
                <a:lnTo>
                  <a:pt x="163510" y="3210594"/>
                </a:lnTo>
                <a:lnTo>
                  <a:pt x="136640" y="3174387"/>
                </a:lnTo>
                <a:lnTo>
                  <a:pt x="111907" y="3136580"/>
                </a:lnTo>
                <a:lnTo>
                  <a:pt x="89397" y="3097263"/>
                </a:lnTo>
                <a:lnTo>
                  <a:pt x="69202" y="3056524"/>
                </a:lnTo>
                <a:lnTo>
                  <a:pt x="51410" y="3014454"/>
                </a:lnTo>
                <a:lnTo>
                  <a:pt x="36110" y="2971140"/>
                </a:lnTo>
                <a:lnTo>
                  <a:pt x="23392" y="2926673"/>
                </a:lnTo>
                <a:lnTo>
                  <a:pt x="13345" y="2881142"/>
                </a:lnTo>
                <a:lnTo>
                  <a:pt x="6058" y="2834636"/>
                </a:lnTo>
                <a:lnTo>
                  <a:pt x="1621" y="2787244"/>
                </a:lnTo>
                <a:lnTo>
                  <a:pt x="0" y="2739056"/>
                </a:lnTo>
                <a:lnTo>
                  <a:pt x="0" y="761971"/>
                </a:lnTo>
                <a:lnTo>
                  <a:pt x="1620" y="713786"/>
                </a:lnTo>
                <a:lnTo>
                  <a:pt x="6058" y="666394"/>
                </a:lnTo>
                <a:lnTo>
                  <a:pt x="13345" y="619888"/>
                </a:lnTo>
                <a:lnTo>
                  <a:pt x="23392" y="574356"/>
                </a:lnTo>
                <a:lnTo>
                  <a:pt x="36110" y="529889"/>
                </a:lnTo>
                <a:lnTo>
                  <a:pt x="51410" y="486575"/>
                </a:lnTo>
                <a:lnTo>
                  <a:pt x="69202" y="444504"/>
                </a:lnTo>
                <a:lnTo>
                  <a:pt x="89398" y="403766"/>
                </a:lnTo>
                <a:lnTo>
                  <a:pt x="111907" y="364448"/>
                </a:lnTo>
                <a:lnTo>
                  <a:pt x="136641" y="326641"/>
                </a:lnTo>
                <a:lnTo>
                  <a:pt x="163511" y="290434"/>
                </a:lnTo>
                <a:lnTo>
                  <a:pt x="192426" y="255916"/>
                </a:lnTo>
                <a:lnTo>
                  <a:pt x="223298" y="223176"/>
                </a:lnTo>
                <a:lnTo>
                  <a:pt x="256038" y="192304"/>
                </a:lnTo>
                <a:lnTo>
                  <a:pt x="290556" y="163389"/>
                </a:lnTo>
                <a:lnTo>
                  <a:pt x="326764" y="136520"/>
                </a:lnTo>
                <a:lnTo>
                  <a:pt x="364570" y="111786"/>
                </a:lnTo>
                <a:lnTo>
                  <a:pt x="403888" y="89277"/>
                </a:lnTo>
                <a:lnTo>
                  <a:pt x="444627" y="69081"/>
                </a:lnTo>
                <a:lnTo>
                  <a:pt x="486698" y="51289"/>
                </a:lnTo>
                <a:lnTo>
                  <a:pt x="530011" y="35989"/>
                </a:lnTo>
                <a:lnTo>
                  <a:pt x="574478" y="23271"/>
                </a:lnTo>
                <a:lnTo>
                  <a:pt x="620010" y="13224"/>
                </a:lnTo>
                <a:lnTo>
                  <a:pt x="666516" y="5936"/>
                </a:lnTo>
                <a:lnTo>
                  <a:pt x="713908" y="1499"/>
                </a:lnTo>
                <a:lnTo>
                  <a:pt x="762097" y="0"/>
                </a:lnTo>
                <a:lnTo>
                  <a:pt x="10184347" y="0"/>
                </a:lnTo>
                <a:lnTo>
                  <a:pt x="10232535" y="1496"/>
                </a:lnTo>
                <a:lnTo>
                  <a:pt x="10279926" y="5933"/>
                </a:lnTo>
                <a:lnTo>
                  <a:pt x="10326432" y="13219"/>
                </a:lnTo>
                <a:lnTo>
                  <a:pt x="10371964" y="23265"/>
                </a:lnTo>
                <a:lnTo>
                  <a:pt x="10416432" y="35983"/>
                </a:lnTo>
                <a:lnTo>
                  <a:pt x="10459747" y="51282"/>
                </a:lnTo>
                <a:lnTo>
                  <a:pt x="10501819" y="69074"/>
                </a:lnTo>
                <a:lnTo>
                  <a:pt x="10542559" y="89270"/>
                </a:lnTo>
                <a:lnTo>
                  <a:pt x="10581879" y="111779"/>
                </a:lnTo>
                <a:lnTo>
                  <a:pt x="10619687" y="136513"/>
                </a:lnTo>
                <a:lnTo>
                  <a:pt x="10655896" y="163383"/>
                </a:lnTo>
                <a:lnTo>
                  <a:pt x="10690416" y="192299"/>
                </a:lnTo>
                <a:lnTo>
                  <a:pt x="10723157" y="223172"/>
                </a:lnTo>
                <a:lnTo>
                  <a:pt x="10754031" y="255913"/>
                </a:lnTo>
                <a:lnTo>
                  <a:pt x="10782948" y="290432"/>
                </a:lnTo>
                <a:lnTo>
                  <a:pt x="10809818" y="326640"/>
                </a:lnTo>
                <a:lnTo>
                  <a:pt x="10834553" y="364447"/>
                </a:lnTo>
                <a:lnTo>
                  <a:pt x="10857063" y="403765"/>
                </a:lnTo>
                <a:lnTo>
                  <a:pt x="10877260" y="444505"/>
                </a:lnTo>
                <a:lnTo>
                  <a:pt x="10895053" y="486576"/>
                </a:lnTo>
                <a:lnTo>
                  <a:pt x="10910353" y="529890"/>
                </a:lnTo>
                <a:lnTo>
                  <a:pt x="10923072" y="574357"/>
                </a:lnTo>
                <a:lnTo>
                  <a:pt x="10933119" y="619888"/>
                </a:lnTo>
                <a:lnTo>
                  <a:pt x="10940406" y="666394"/>
                </a:lnTo>
                <a:lnTo>
                  <a:pt x="10944212" y="707006"/>
                </a:lnTo>
              </a:path>
            </a:pathLst>
          </a:custGeom>
          <a:ln w="57150">
            <a:solidFill>
              <a:srgbClr val="BA9977"/>
            </a:solidFill>
          </a:ln>
        </p:spPr>
        <p:txBody>
          <a:bodyPr wrap="square" lIns="0" tIns="0" rIns="0" bIns="0" rtlCol="0"/>
          <a:lstStyle/>
          <a:p>
            <a:endParaRPr/>
          </a:p>
        </p:txBody>
      </p:sp>
      <p:pic>
        <p:nvPicPr>
          <p:cNvPr id="16" name="Picture 15">
            <a:extLst>
              <a:ext uri="{FF2B5EF4-FFF2-40B4-BE49-F238E27FC236}">
                <a16:creationId xmlns:a16="http://schemas.microsoft.com/office/drawing/2014/main" id="{592EF186-9A91-4B1E-845A-EAC76DD0211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5800" y="2626638"/>
            <a:ext cx="10287000" cy="2974062"/>
          </a:xfrm>
          <a:prstGeom prst="rect">
            <a:avLst/>
          </a:prstGeom>
        </p:spPr>
      </p:pic>
      <p:pic>
        <p:nvPicPr>
          <p:cNvPr id="18" name="Picture 17">
            <a:extLst>
              <a:ext uri="{FF2B5EF4-FFF2-40B4-BE49-F238E27FC236}">
                <a16:creationId xmlns:a16="http://schemas.microsoft.com/office/drawing/2014/main" id="{42CDC6F3-F5AF-443E-A736-A94D8A042AD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711910" y="5600700"/>
            <a:ext cx="5356889" cy="220726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99788" y="8228870"/>
            <a:ext cx="2988211" cy="2057399"/>
          </a:xfrm>
          <a:prstGeom prst="rect">
            <a:avLst/>
          </a:prstGeom>
        </p:spPr>
      </p:pic>
      <p:pic>
        <p:nvPicPr>
          <p:cNvPr id="3" name="object 3"/>
          <p:cNvPicPr/>
          <p:nvPr/>
        </p:nvPicPr>
        <p:blipFill>
          <a:blip r:embed="rId3" cstate="print"/>
          <a:stretch>
            <a:fillRect/>
          </a:stretch>
        </p:blipFill>
        <p:spPr>
          <a:xfrm>
            <a:off x="0" y="7777520"/>
            <a:ext cx="2661032" cy="2501899"/>
          </a:xfrm>
          <a:prstGeom prst="rect">
            <a:avLst/>
          </a:prstGeom>
        </p:spPr>
      </p:pic>
      <p:pic>
        <p:nvPicPr>
          <p:cNvPr id="4" name="object 4"/>
          <p:cNvPicPr/>
          <p:nvPr/>
        </p:nvPicPr>
        <p:blipFill>
          <a:blip r:embed="rId4" cstate="print"/>
          <a:stretch>
            <a:fillRect/>
          </a:stretch>
        </p:blipFill>
        <p:spPr>
          <a:xfrm>
            <a:off x="15989909" y="-10710"/>
            <a:ext cx="2297305" cy="2611198"/>
          </a:xfrm>
          <a:prstGeom prst="rect">
            <a:avLst/>
          </a:prstGeom>
        </p:spPr>
      </p:pic>
      <p:pic>
        <p:nvPicPr>
          <p:cNvPr id="5" name="object 5"/>
          <p:cNvPicPr/>
          <p:nvPr/>
        </p:nvPicPr>
        <p:blipFill>
          <a:blip r:embed="rId5" cstate="print"/>
          <a:stretch>
            <a:fillRect/>
          </a:stretch>
        </p:blipFill>
        <p:spPr>
          <a:xfrm>
            <a:off x="112" y="-6144"/>
            <a:ext cx="2800807" cy="1549972"/>
          </a:xfrm>
          <a:prstGeom prst="rect">
            <a:avLst/>
          </a:prstGeom>
        </p:spPr>
      </p:pic>
      <p:sp>
        <p:nvSpPr>
          <p:cNvPr id="6" name="object 6"/>
          <p:cNvSpPr/>
          <p:nvPr/>
        </p:nvSpPr>
        <p:spPr>
          <a:xfrm>
            <a:off x="4096661" y="439679"/>
            <a:ext cx="10765155" cy="1739900"/>
          </a:xfrm>
          <a:custGeom>
            <a:avLst/>
            <a:gdLst/>
            <a:ahLst/>
            <a:cxnLst/>
            <a:rect l="l" t="t" r="r" b="b"/>
            <a:pathLst>
              <a:path w="10765155" h="1739900">
                <a:moveTo>
                  <a:pt x="10567021" y="1739800"/>
                </a:moveTo>
                <a:lnTo>
                  <a:pt x="200025" y="1739800"/>
                </a:lnTo>
                <a:lnTo>
                  <a:pt x="154161" y="1734518"/>
                </a:lnTo>
                <a:lnTo>
                  <a:pt x="112059" y="1719470"/>
                </a:lnTo>
                <a:lnTo>
                  <a:pt x="74919" y="1695857"/>
                </a:lnTo>
                <a:lnTo>
                  <a:pt x="43943" y="1664881"/>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5" y="0"/>
                </a:lnTo>
                <a:lnTo>
                  <a:pt x="10567021" y="0"/>
                </a:lnTo>
                <a:lnTo>
                  <a:pt x="10612881" y="5282"/>
                </a:lnTo>
                <a:lnTo>
                  <a:pt x="10654979" y="20330"/>
                </a:lnTo>
                <a:lnTo>
                  <a:pt x="10692116" y="43943"/>
                </a:lnTo>
                <a:lnTo>
                  <a:pt x="10723090" y="74919"/>
                </a:lnTo>
                <a:lnTo>
                  <a:pt x="10746701" y="112059"/>
                </a:lnTo>
                <a:lnTo>
                  <a:pt x="10761749" y="154161"/>
                </a:lnTo>
                <a:lnTo>
                  <a:pt x="10765014" y="182514"/>
                </a:lnTo>
                <a:lnTo>
                  <a:pt x="10765014" y="1557286"/>
                </a:lnTo>
                <a:lnTo>
                  <a:pt x="10746701" y="1627741"/>
                </a:lnTo>
                <a:lnTo>
                  <a:pt x="10723090" y="1664881"/>
                </a:lnTo>
                <a:lnTo>
                  <a:pt x="10692116" y="1695857"/>
                </a:lnTo>
                <a:lnTo>
                  <a:pt x="10654979" y="1719470"/>
                </a:lnTo>
                <a:lnTo>
                  <a:pt x="10612881" y="1734518"/>
                </a:lnTo>
                <a:lnTo>
                  <a:pt x="10567021" y="1739800"/>
                </a:lnTo>
                <a:close/>
              </a:path>
            </a:pathLst>
          </a:custGeom>
          <a:solidFill>
            <a:srgbClr val="DABD9D">
              <a:alpha val="78999"/>
            </a:srgbClr>
          </a:solidFill>
        </p:spPr>
        <p:txBody>
          <a:bodyPr wrap="square" lIns="0" tIns="0" rIns="0" bIns="0" rtlCol="0"/>
          <a:lstStyle/>
          <a:p>
            <a:endParaRPr/>
          </a:p>
        </p:txBody>
      </p:sp>
      <p:sp>
        <p:nvSpPr>
          <p:cNvPr id="10" name="object 10"/>
          <p:cNvSpPr/>
          <p:nvPr/>
        </p:nvSpPr>
        <p:spPr>
          <a:xfrm>
            <a:off x="11464229" y="5345795"/>
            <a:ext cx="5779135" cy="2778125"/>
          </a:xfrm>
          <a:custGeom>
            <a:avLst/>
            <a:gdLst/>
            <a:ahLst/>
            <a:cxnLst/>
            <a:rect l="l" t="t" r="r" b="b"/>
            <a:pathLst>
              <a:path w="5779134" h="2778125">
                <a:moveTo>
                  <a:pt x="761973" y="0"/>
                </a:moveTo>
                <a:lnTo>
                  <a:pt x="5016579" y="0"/>
                </a:lnTo>
                <a:lnTo>
                  <a:pt x="5064767" y="1501"/>
                </a:lnTo>
                <a:lnTo>
                  <a:pt x="5112159" y="5940"/>
                </a:lnTo>
                <a:lnTo>
                  <a:pt x="5158664" y="13228"/>
                </a:lnTo>
                <a:lnTo>
                  <a:pt x="5204195" y="23276"/>
                </a:lnTo>
                <a:lnTo>
                  <a:pt x="5248661" y="35995"/>
                </a:lnTo>
                <a:lnTo>
                  <a:pt x="5291974" y="51295"/>
                </a:lnTo>
                <a:lnTo>
                  <a:pt x="5334044" y="69087"/>
                </a:lnTo>
                <a:lnTo>
                  <a:pt x="5374783" y="89282"/>
                </a:lnTo>
                <a:lnTo>
                  <a:pt x="5414100" y="111790"/>
                </a:lnTo>
                <a:lnTo>
                  <a:pt x="5451907" y="136524"/>
                </a:lnTo>
                <a:lnTo>
                  <a:pt x="5488114" y="163392"/>
                </a:lnTo>
                <a:lnTo>
                  <a:pt x="5522632" y="192307"/>
                </a:lnTo>
                <a:lnTo>
                  <a:pt x="5555372" y="223179"/>
                </a:lnTo>
                <a:lnTo>
                  <a:pt x="5586245" y="255918"/>
                </a:lnTo>
                <a:lnTo>
                  <a:pt x="5615160" y="290435"/>
                </a:lnTo>
                <a:lnTo>
                  <a:pt x="5642030" y="326642"/>
                </a:lnTo>
                <a:lnTo>
                  <a:pt x="5666764" y="364449"/>
                </a:lnTo>
                <a:lnTo>
                  <a:pt x="5689274" y="403766"/>
                </a:lnTo>
                <a:lnTo>
                  <a:pt x="5709469" y="444504"/>
                </a:lnTo>
                <a:lnTo>
                  <a:pt x="5727262" y="486575"/>
                </a:lnTo>
                <a:lnTo>
                  <a:pt x="5742562" y="529888"/>
                </a:lnTo>
                <a:lnTo>
                  <a:pt x="5755280" y="574355"/>
                </a:lnTo>
                <a:lnTo>
                  <a:pt x="5765327" y="619887"/>
                </a:lnTo>
                <a:lnTo>
                  <a:pt x="5772614" y="666393"/>
                </a:lnTo>
                <a:lnTo>
                  <a:pt x="5777051" y="713785"/>
                </a:lnTo>
                <a:lnTo>
                  <a:pt x="5778550" y="761973"/>
                </a:lnTo>
                <a:lnTo>
                  <a:pt x="5778550" y="2016052"/>
                </a:lnTo>
                <a:lnTo>
                  <a:pt x="5777050" y="2064240"/>
                </a:lnTo>
                <a:lnTo>
                  <a:pt x="5772612" y="2111631"/>
                </a:lnTo>
                <a:lnTo>
                  <a:pt x="5765324" y="2158137"/>
                </a:lnTo>
                <a:lnTo>
                  <a:pt x="5755276" y="2203668"/>
                </a:lnTo>
                <a:lnTo>
                  <a:pt x="5742558" y="2248134"/>
                </a:lnTo>
                <a:lnTo>
                  <a:pt x="5727258" y="2291447"/>
                </a:lnTo>
                <a:lnTo>
                  <a:pt x="5709465" y="2333517"/>
                </a:lnTo>
                <a:lnTo>
                  <a:pt x="5689270" y="2374256"/>
                </a:lnTo>
                <a:lnTo>
                  <a:pt x="5666761" y="2413573"/>
                </a:lnTo>
                <a:lnTo>
                  <a:pt x="5642028" y="2451380"/>
                </a:lnTo>
                <a:lnTo>
                  <a:pt x="5615159" y="2487587"/>
                </a:lnTo>
                <a:lnTo>
                  <a:pt x="5586244" y="2522105"/>
                </a:lnTo>
                <a:lnTo>
                  <a:pt x="5555372" y="2554845"/>
                </a:lnTo>
                <a:lnTo>
                  <a:pt x="5522633" y="2585717"/>
                </a:lnTo>
                <a:lnTo>
                  <a:pt x="5488116" y="2614633"/>
                </a:lnTo>
                <a:lnTo>
                  <a:pt x="5451910" y="2641503"/>
                </a:lnTo>
                <a:lnTo>
                  <a:pt x="5414104" y="2666238"/>
                </a:lnTo>
                <a:lnTo>
                  <a:pt x="5374787" y="2688749"/>
                </a:lnTo>
                <a:lnTo>
                  <a:pt x="5334049" y="2708945"/>
                </a:lnTo>
                <a:lnTo>
                  <a:pt x="5291978" y="2726739"/>
                </a:lnTo>
                <a:lnTo>
                  <a:pt x="5248665" y="2742040"/>
                </a:lnTo>
                <a:lnTo>
                  <a:pt x="5204198" y="2754760"/>
                </a:lnTo>
                <a:lnTo>
                  <a:pt x="5158667" y="2764810"/>
                </a:lnTo>
                <a:lnTo>
                  <a:pt x="5112160" y="2772099"/>
                </a:lnTo>
                <a:lnTo>
                  <a:pt x="5064768" y="2776538"/>
                </a:lnTo>
                <a:lnTo>
                  <a:pt x="5016579" y="2778038"/>
                </a:lnTo>
                <a:lnTo>
                  <a:pt x="761973" y="2778038"/>
                </a:lnTo>
                <a:lnTo>
                  <a:pt x="713783" y="2776539"/>
                </a:lnTo>
                <a:lnTo>
                  <a:pt x="666391" y="2772102"/>
                </a:lnTo>
                <a:lnTo>
                  <a:pt x="619883" y="2764814"/>
                </a:lnTo>
                <a:lnTo>
                  <a:pt x="574351" y="2754767"/>
                </a:lnTo>
                <a:lnTo>
                  <a:pt x="529884" y="2742048"/>
                </a:lnTo>
                <a:lnTo>
                  <a:pt x="486569" y="2726748"/>
                </a:lnTo>
                <a:lnTo>
                  <a:pt x="444498" y="2708954"/>
                </a:lnTo>
                <a:lnTo>
                  <a:pt x="403759" y="2688758"/>
                </a:lnTo>
                <a:lnTo>
                  <a:pt x="364441" y="2666248"/>
                </a:lnTo>
                <a:lnTo>
                  <a:pt x="326634" y="2641513"/>
                </a:lnTo>
                <a:lnTo>
                  <a:pt x="290427" y="2614642"/>
                </a:lnTo>
                <a:lnTo>
                  <a:pt x="255910" y="2585726"/>
                </a:lnTo>
                <a:lnTo>
                  <a:pt x="223171" y="2554852"/>
                </a:lnTo>
                <a:lnTo>
                  <a:pt x="192299" y="2522112"/>
                </a:lnTo>
                <a:lnTo>
                  <a:pt x="163384" y="2487593"/>
                </a:lnTo>
                <a:lnTo>
                  <a:pt x="136516" y="2451385"/>
                </a:lnTo>
                <a:lnTo>
                  <a:pt x="111783" y="2413577"/>
                </a:lnTo>
                <a:lnTo>
                  <a:pt x="89275" y="2374259"/>
                </a:lnTo>
                <a:lnTo>
                  <a:pt x="69080" y="2333520"/>
                </a:lnTo>
                <a:lnTo>
                  <a:pt x="51289" y="2291449"/>
                </a:lnTo>
                <a:lnTo>
                  <a:pt x="35990" y="2248135"/>
                </a:lnTo>
                <a:lnTo>
                  <a:pt x="23272" y="2203669"/>
                </a:lnTo>
                <a:lnTo>
                  <a:pt x="13224" y="2158138"/>
                </a:lnTo>
                <a:lnTo>
                  <a:pt x="5937" y="2111632"/>
                </a:lnTo>
                <a:lnTo>
                  <a:pt x="1499" y="2064240"/>
                </a:lnTo>
                <a:lnTo>
                  <a:pt x="0" y="2016052"/>
                </a:lnTo>
                <a:lnTo>
                  <a:pt x="0" y="761973"/>
                </a:lnTo>
                <a:lnTo>
                  <a:pt x="1498" y="713785"/>
                </a:lnTo>
                <a:lnTo>
                  <a:pt x="5935" y="666393"/>
                </a:lnTo>
                <a:lnTo>
                  <a:pt x="13222" y="619886"/>
                </a:lnTo>
                <a:lnTo>
                  <a:pt x="23268" y="574355"/>
                </a:lnTo>
                <a:lnTo>
                  <a:pt x="35986" y="529887"/>
                </a:lnTo>
                <a:lnTo>
                  <a:pt x="51285" y="486573"/>
                </a:lnTo>
                <a:lnTo>
                  <a:pt x="69076" y="444502"/>
                </a:lnTo>
                <a:lnTo>
                  <a:pt x="89271" y="403762"/>
                </a:lnTo>
                <a:lnTo>
                  <a:pt x="111780" y="364444"/>
                </a:lnTo>
                <a:lnTo>
                  <a:pt x="136514" y="326637"/>
                </a:lnTo>
                <a:lnTo>
                  <a:pt x="163383" y="290429"/>
                </a:lnTo>
                <a:lnTo>
                  <a:pt x="192298" y="255910"/>
                </a:lnTo>
                <a:lnTo>
                  <a:pt x="223171" y="223170"/>
                </a:lnTo>
                <a:lnTo>
                  <a:pt x="255911" y="192298"/>
                </a:lnTo>
                <a:lnTo>
                  <a:pt x="290429" y="163382"/>
                </a:lnTo>
                <a:lnTo>
                  <a:pt x="326637" y="136513"/>
                </a:lnTo>
                <a:lnTo>
                  <a:pt x="364445" y="111780"/>
                </a:lnTo>
                <a:lnTo>
                  <a:pt x="403763" y="89271"/>
                </a:lnTo>
                <a:lnTo>
                  <a:pt x="444502" y="69076"/>
                </a:lnTo>
                <a:lnTo>
                  <a:pt x="486574" y="51285"/>
                </a:lnTo>
                <a:lnTo>
                  <a:pt x="529888" y="35986"/>
                </a:lnTo>
                <a:lnTo>
                  <a:pt x="574355" y="23269"/>
                </a:lnTo>
                <a:lnTo>
                  <a:pt x="619887" y="13222"/>
                </a:lnTo>
                <a:lnTo>
                  <a:pt x="666393" y="5936"/>
                </a:lnTo>
                <a:lnTo>
                  <a:pt x="713785" y="1498"/>
                </a:lnTo>
                <a:lnTo>
                  <a:pt x="761973" y="0"/>
                </a:lnTo>
              </a:path>
            </a:pathLst>
          </a:custGeom>
          <a:ln w="57150">
            <a:solidFill>
              <a:srgbClr val="BA9977"/>
            </a:solidFill>
          </a:ln>
        </p:spPr>
        <p:txBody>
          <a:bodyPr wrap="square" lIns="0" tIns="0" rIns="0" bIns="0" rtlCol="0"/>
          <a:lstStyle/>
          <a:p>
            <a:endParaRPr/>
          </a:p>
        </p:txBody>
      </p:sp>
      <p:sp>
        <p:nvSpPr>
          <p:cNvPr id="11" name="object 11"/>
          <p:cNvSpPr txBox="1">
            <a:spLocks noGrp="1"/>
          </p:cNvSpPr>
          <p:nvPr>
            <p:ph type="title"/>
          </p:nvPr>
        </p:nvSpPr>
        <p:spPr>
          <a:xfrm>
            <a:off x="3336093" y="292901"/>
            <a:ext cx="12385040" cy="1674817"/>
          </a:xfrm>
          <a:prstGeom prst="rect">
            <a:avLst/>
          </a:prstGeom>
        </p:spPr>
        <p:txBody>
          <a:bodyPr vert="horz" wrap="square" lIns="0" tIns="12700" rIns="0" bIns="0" rtlCol="0">
            <a:spAutoFit/>
          </a:bodyPr>
          <a:lstStyle/>
          <a:p>
            <a:pPr marL="5156835" marR="5080" indent="-3840479">
              <a:lnSpc>
                <a:spcPct val="115900"/>
              </a:lnSpc>
              <a:spcBef>
                <a:spcPts val="100"/>
              </a:spcBef>
            </a:pPr>
            <a:r>
              <a:rPr sz="4800" spc="625" dirty="0"/>
              <a:t>Q</a:t>
            </a:r>
            <a:r>
              <a:rPr lang="en-US" sz="4800" spc="625" dirty="0"/>
              <a:t>14</a:t>
            </a:r>
            <a:r>
              <a:rPr sz="4800" spc="130" dirty="0"/>
              <a:t> </a:t>
            </a:r>
            <a:r>
              <a:rPr sz="4800" spc="795" dirty="0"/>
              <a:t>-</a:t>
            </a:r>
            <a:r>
              <a:rPr sz="4800" spc="135" dirty="0"/>
              <a:t> </a:t>
            </a:r>
            <a:r>
              <a:rPr lang="en-US" sz="4800" spc="445" dirty="0"/>
              <a:t>Which category sells the most pizzas?</a:t>
            </a:r>
            <a:endParaRPr sz="4800" dirty="0"/>
          </a:p>
        </p:txBody>
      </p:sp>
      <p:sp>
        <p:nvSpPr>
          <p:cNvPr id="12" name="object 12"/>
          <p:cNvSpPr txBox="1"/>
          <p:nvPr/>
        </p:nvSpPr>
        <p:spPr>
          <a:xfrm>
            <a:off x="2057400" y="6515100"/>
            <a:ext cx="8111490" cy="2439257"/>
          </a:xfrm>
          <a:prstGeom prst="rect">
            <a:avLst/>
          </a:prstGeom>
        </p:spPr>
        <p:txBody>
          <a:bodyPr vert="horz" wrap="square" lIns="0" tIns="98425" rIns="0" bIns="0" rtlCol="0">
            <a:spAutoFit/>
          </a:bodyPr>
          <a:lstStyle/>
          <a:p>
            <a:pPr marL="12700">
              <a:lnSpc>
                <a:spcPct val="100000"/>
              </a:lnSpc>
              <a:spcBef>
                <a:spcPts val="775"/>
              </a:spcBef>
            </a:pPr>
            <a:r>
              <a:rPr sz="3450" spc="-125" dirty="0">
                <a:solidFill>
                  <a:srgbClr val="672912"/>
                </a:solidFill>
                <a:latin typeface="Verdana"/>
                <a:cs typeface="Verdana"/>
              </a:rPr>
              <a:t>Insight</a:t>
            </a:r>
            <a:r>
              <a:rPr sz="3450" spc="-330" dirty="0">
                <a:solidFill>
                  <a:srgbClr val="672912"/>
                </a:solidFill>
                <a:latin typeface="Verdana"/>
                <a:cs typeface="Verdana"/>
              </a:rPr>
              <a:t> </a:t>
            </a:r>
            <a:r>
              <a:rPr sz="3450" spc="-710" dirty="0">
                <a:solidFill>
                  <a:srgbClr val="672912"/>
                </a:solidFill>
                <a:latin typeface="Verdana"/>
                <a:cs typeface="Verdana"/>
              </a:rPr>
              <a:t>:</a:t>
            </a:r>
            <a:endParaRPr sz="3450" dirty="0">
              <a:latin typeface="Verdana"/>
              <a:cs typeface="Verdana"/>
            </a:endParaRPr>
          </a:p>
          <a:p>
            <a:pPr marL="12700" marR="5080">
              <a:lnSpc>
                <a:spcPts val="4820"/>
              </a:lnSpc>
              <a:spcBef>
                <a:spcPts val="110"/>
              </a:spcBef>
            </a:pPr>
            <a:r>
              <a:rPr lang="en-US" sz="3600" dirty="0">
                <a:solidFill>
                  <a:schemeClr val="accent2">
                    <a:lumMod val="50000"/>
                  </a:schemeClr>
                </a:solidFill>
              </a:rPr>
              <a:t>Classic pizzas have the highest sales volume, making them the most frequently ordered category.</a:t>
            </a:r>
            <a:endParaRPr sz="3450" dirty="0">
              <a:solidFill>
                <a:schemeClr val="accent2">
                  <a:lumMod val="50000"/>
                </a:schemeClr>
              </a:solidFill>
              <a:latin typeface="Verdana"/>
              <a:cs typeface="Verdana"/>
            </a:endParaRPr>
          </a:p>
        </p:txBody>
      </p:sp>
      <p:sp>
        <p:nvSpPr>
          <p:cNvPr id="13" name="object 13"/>
          <p:cNvSpPr/>
          <p:nvPr/>
        </p:nvSpPr>
        <p:spPr>
          <a:xfrm>
            <a:off x="1375391" y="6232793"/>
            <a:ext cx="8916035" cy="2922905"/>
          </a:xfrm>
          <a:custGeom>
            <a:avLst/>
            <a:gdLst/>
            <a:ahLst/>
            <a:cxnLst/>
            <a:rect l="l" t="t" r="r" b="b"/>
            <a:pathLst>
              <a:path w="8916035" h="2922904">
                <a:moveTo>
                  <a:pt x="8915417" y="2232462"/>
                </a:moveTo>
                <a:lnTo>
                  <a:pt x="8905885" y="2302777"/>
                </a:lnTo>
                <a:lnTo>
                  <a:pt x="8895838" y="2348309"/>
                </a:lnTo>
                <a:lnTo>
                  <a:pt x="8883121" y="2392777"/>
                </a:lnTo>
                <a:lnTo>
                  <a:pt x="8867822" y="2436091"/>
                </a:lnTo>
                <a:lnTo>
                  <a:pt x="8850030" y="2478163"/>
                </a:lnTo>
                <a:lnTo>
                  <a:pt x="8829836" y="2518902"/>
                </a:lnTo>
                <a:lnTo>
                  <a:pt x="8807327" y="2558220"/>
                </a:lnTo>
                <a:lnTo>
                  <a:pt x="8782593" y="2596028"/>
                </a:lnTo>
                <a:lnTo>
                  <a:pt x="8755724" y="2632236"/>
                </a:lnTo>
                <a:lnTo>
                  <a:pt x="8726809" y="2666754"/>
                </a:lnTo>
                <a:lnTo>
                  <a:pt x="8695936" y="2699494"/>
                </a:lnTo>
                <a:lnTo>
                  <a:pt x="8663196" y="2730367"/>
                </a:lnTo>
                <a:lnTo>
                  <a:pt x="8628678" y="2759282"/>
                </a:lnTo>
                <a:lnTo>
                  <a:pt x="8592470" y="2786151"/>
                </a:lnTo>
                <a:lnTo>
                  <a:pt x="8554663" y="2810885"/>
                </a:lnTo>
                <a:lnTo>
                  <a:pt x="8515345" y="2833394"/>
                </a:lnTo>
                <a:lnTo>
                  <a:pt x="8474605" y="2853588"/>
                </a:lnTo>
                <a:lnTo>
                  <a:pt x="8432534" y="2871380"/>
                </a:lnTo>
                <a:lnTo>
                  <a:pt x="8389220" y="2886679"/>
                </a:lnTo>
                <a:lnTo>
                  <a:pt x="8344753" y="2899396"/>
                </a:lnTo>
                <a:lnTo>
                  <a:pt x="8299221" y="2909443"/>
                </a:lnTo>
                <a:lnTo>
                  <a:pt x="8252715" y="2916730"/>
                </a:lnTo>
                <a:lnTo>
                  <a:pt x="8205323" y="2921167"/>
                </a:lnTo>
                <a:lnTo>
                  <a:pt x="8157134" y="2922666"/>
                </a:lnTo>
                <a:lnTo>
                  <a:pt x="761988" y="2922666"/>
                </a:lnTo>
                <a:lnTo>
                  <a:pt x="713800" y="2921167"/>
                </a:lnTo>
                <a:lnTo>
                  <a:pt x="666408" y="2916729"/>
                </a:lnTo>
                <a:lnTo>
                  <a:pt x="619901" y="2909443"/>
                </a:lnTo>
                <a:lnTo>
                  <a:pt x="574370" y="2899396"/>
                </a:lnTo>
                <a:lnTo>
                  <a:pt x="529902" y="2886679"/>
                </a:lnTo>
                <a:lnTo>
                  <a:pt x="486588" y="2871380"/>
                </a:lnTo>
                <a:lnTo>
                  <a:pt x="444517" y="2853589"/>
                </a:lnTo>
                <a:lnTo>
                  <a:pt x="403778" y="2833394"/>
                </a:lnTo>
                <a:lnTo>
                  <a:pt x="364459" y="2810886"/>
                </a:lnTo>
                <a:lnTo>
                  <a:pt x="326652" y="2786153"/>
                </a:lnTo>
                <a:lnTo>
                  <a:pt x="290444" y="2759284"/>
                </a:lnTo>
                <a:lnTo>
                  <a:pt x="255924" y="2730369"/>
                </a:lnTo>
                <a:lnTo>
                  <a:pt x="223184" y="2699498"/>
                </a:lnTo>
                <a:lnTo>
                  <a:pt x="192310" y="2666758"/>
                </a:lnTo>
                <a:lnTo>
                  <a:pt x="163394" y="2632240"/>
                </a:lnTo>
                <a:lnTo>
                  <a:pt x="136524" y="2596033"/>
                </a:lnTo>
                <a:lnTo>
                  <a:pt x="111789" y="2558226"/>
                </a:lnTo>
                <a:lnTo>
                  <a:pt x="89279" y="2518908"/>
                </a:lnTo>
                <a:lnTo>
                  <a:pt x="69083" y="2478168"/>
                </a:lnTo>
                <a:lnTo>
                  <a:pt x="51290" y="2436096"/>
                </a:lnTo>
                <a:lnTo>
                  <a:pt x="35989" y="2392782"/>
                </a:lnTo>
                <a:lnTo>
                  <a:pt x="23271" y="2348313"/>
                </a:lnTo>
                <a:lnTo>
                  <a:pt x="13224" y="2302781"/>
                </a:lnTo>
                <a:lnTo>
                  <a:pt x="5936" y="2256273"/>
                </a:lnTo>
                <a:lnTo>
                  <a:pt x="1499" y="2208879"/>
                </a:lnTo>
                <a:lnTo>
                  <a:pt x="0" y="2160689"/>
                </a:lnTo>
                <a:lnTo>
                  <a:pt x="0" y="761987"/>
                </a:lnTo>
                <a:lnTo>
                  <a:pt x="1497" y="713798"/>
                </a:lnTo>
                <a:lnTo>
                  <a:pt x="5934" y="666405"/>
                </a:lnTo>
                <a:lnTo>
                  <a:pt x="13220" y="619897"/>
                </a:lnTo>
                <a:lnTo>
                  <a:pt x="23267" y="574365"/>
                </a:lnTo>
                <a:lnTo>
                  <a:pt x="35985" y="529896"/>
                </a:lnTo>
                <a:lnTo>
                  <a:pt x="51284" y="486581"/>
                </a:lnTo>
                <a:lnTo>
                  <a:pt x="69077" y="444509"/>
                </a:lnTo>
                <a:lnTo>
                  <a:pt x="89272" y="403769"/>
                </a:lnTo>
                <a:lnTo>
                  <a:pt x="111782" y="364450"/>
                </a:lnTo>
                <a:lnTo>
                  <a:pt x="136516" y="326642"/>
                </a:lnTo>
                <a:lnTo>
                  <a:pt x="163386" y="290434"/>
                </a:lnTo>
                <a:lnTo>
                  <a:pt x="192303" y="255916"/>
                </a:lnTo>
                <a:lnTo>
                  <a:pt x="223176" y="223175"/>
                </a:lnTo>
                <a:lnTo>
                  <a:pt x="255917" y="192303"/>
                </a:lnTo>
                <a:lnTo>
                  <a:pt x="290436" y="163387"/>
                </a:lnTo>
                <a:lnTo>
                  <a:pt x="326645" y="136518"/>
                </a:lnTo>
                <a:lnTo>
                  <a:pt x="364453" y="111784"/>
                </a:lnTo>
                <a:lnTo>
                  <a:pt x="403771" y="89275"/>
                </a:lnTo>
                <a:lnTo>
                  <a:pt x="444511" y="69079"/>
                </a:lnTo>
                <a:lnTo>
                  <a:pt x="486583" y="51287"/>
                </a:lnTo>
                <a:lnTo>
                  <a:pt x="529898" y="35988"/>
                </a:lnTo>
                <a:lnTo>
                  <a:pt x="574366" y="23270"/>
                </a:lnTo>
                <a:lnTo>
                  <a:pt x="619898" y="13223"/>
                </a:lnTo>
                <a:lnTo>
                  <a:pt x="666406" y="5936"/>
                </a:lnTo>
                <a:lnTo>
                  <a:pt x="713798" y="1499"/>
                </a:lnTo>
                <a:lnTo>
                  <a:pt x="761988" y="0"/>
                </a:lnTo>
                <a:lnTo>
                  <a:pt x="8157134" y="0"/>
                </a:lnTo>
                <a:lnTo>
                  <a:pt x="8205323" y="1498"/>
                </a:lnTo>
                <a:lnTo>
                  <a:pt x="8252716" y="5936"/>
                </a:lnTo>
                <a:lnTo>
                  <a:pt x="8299224" y="13222"/>
                </a:lnTo>
                <a:lnTo>
                  <a:pt x="8344756" y="23269"/>
                </a:lnTo>
                <a:lnTo>
                  <a:pt x="8389224" y="35987"/>
                </a:lnTo>
                <a:lnTo>
                  <a:pt x="8432539" y="51287"/>
                </a:lnTo>
                <a:lnTo>
                  <a:pt x="8474611" y="69079"/>
                </a:lnTo>
                <a:lnTo>
                  <a:pt x="8515351" y="89275"/>
                </a:lnTo>
                <a:lnTo>
                  <a:pt x="8554669" y="111785"/>
                </a:lnTo>
                <a:lnTo>
                  <a:pt x="8592477" y="136519"/>
                </a:lnTo>
                <a:lnTo>
                  <a:pt x="8628685" y="163389"/>
                </a:lnTo>
                <a:lnTo>
                  <a:pt x="8663204" y="192305"/>
                </a:lnTo>
                <a:lnTo>
                  <a:pt x="8695944" y="223179"/>
                </a:lnTo>
                <a:lnTo>
                  <a:pt x="8726816" y="255920"/>
                </a:lnTo>
                <a:lnTo>
                  <a:pt x="8755731" y="290439"/>
                </a:lnTo>
                <a:lnTo>
                  <a:pt x="8782600" y="326648"/>
                </a:lnTo>
                <a:lnTo>
                  <a:pt x="8807333" y="364456"/>
                </a:lnTo>
                <a:lnTo>
                  <a:pt x="8829841" y="403775"/>
                </a:lnTo>
                <a:lnTo>
                  <a:pt x="8850035" y="444515"/>
                </a:lnTo>
                <a:lnTo>
                  <a:pt x="8867826" y="486587"/>
                </a:lnTo>
                <a:lnTo>
                  <a:pt x="8883124" y="529901"/>
                </a:lnTo>
                <a:lnTo>
                  <a:pt x="8895841" y="574369"/>
                </a:lnTo>
                <a:lnTo>
                  <a:pt x="8905886" y="619900"/>
                </a:lnTo>
                <a:lnTo>
                  <a:pt x="8913172" y="666407"/>
                </a:lnTo>
                <a:lnTo>
                  <a:pt x="8915408" y="690205"/>
                </a:lnTo>
              </a:path>
            </a:pathLst>
          </a:custGeom>
          <a:ln w="57150">
            <a:solidFill>
              <a:srgbClr val="BA9977"/>
            </a:solidFill>
          </a:ln>
        </p:spPr>
        <p:txBody>
          <a:bodyPr wrap="square" lIns="0" tIns="0" rIns="0" bIns="0" rtlCol="0"/>
          <a:lstStyle/>
          <a:p>
            <a:endParaRPr/>
          </a:p>
        </p:txBody>
      </p:sp>
      <p:sp>
        <p:nvSpPr>
          <p:cNvPr id="14" name="object 14"/>
          <p:cNvSpPr/>
          <p:nvPr/>
        </p:nvSpPr>
        <p:spPr>
          <a:xfrm>
            <a:off x="361736" y="2414777"/>
            <a:ext cx="10944225" cy="3501390"/>
          </a:xfrm>
          <a:custGeom>
            <a:avLst/>
            <a:gdLst/>
            <a:ahLst/>
            <a:cxnLst/>
            <a:rect l="l" t="t" r="r" b="b"/>
            <a:pathLst>
              <a:path w="10944225" h="3501390">
                <a:moveTo>
                  <a:pt x="10944213" y="2794019"/>
                </a:moveTo>
                <a:lnTo>
                  <a:pt x="10940406" y="2834636"/>
                </a:lnTo>
                <a:lnTo>
                  <a:pt x="10933119" y="2881141"/>
                </a:lnTo>
                <a:lnTo>
                  <a:pt x="10923071" y="2926673"/>
                </a:lnTo>
                <a:lnTo>
                  <a:pt x="10910353" y="2971140"/>
                </a:lnTo>
                <a:lnTo>
                  <a:pt x="10895053" y="3014453"/>
                </a:lnTo>
                <a:lnTo>
                  <a:pt x="10877260" y="3056525"/>
                </a:lnTo>
                <a:lnTo>
                  <a:pt x="10857064" y="3097264"/>
                </a:lnTo>
                <a:lnTo>
                  <a:pt x="10834554" y="3136582"/>
                </a:lnTo>
                <a:lnTo>
                  <a:pt x="10809819" y="3174389"/>
                </a:lnTo>
                <a:lnTo>
                  <a:pt x="10782948" y="3210597"/>
                </a:lnTo>
                <a:lnTo>
                  <a:pt x="10754031" y="3245116"/>
                </a:lnTo>
                <a:lnTo>
                  <a:pt x="10723157" y="3277856"/>
                </a:lnTo>
                <a:lnTo>
                  <a:pt x="10690416" y="3308729"/>
                </a:lnTo>
                <a:lnTo>
                  <a:pt x="10655896" y="3337644"/>
                </a:lnTo>
                <a:lnTo>
                  <a:pt x="10619687" y="3364514"/>
                </a:lnTo>
                <a:lnTo>
                  <a:pt x="10581878" y="3389247"/>
                </a:lnTo>
                <a:lnTo>
                  <a:pt x="10542558" y="3411756"/>
                </a:lnTo>
                <a:lnTo>
                  <a:pt x="10501818" y="3431951"/>
                </a:lnTo>
                <a:lnTo>
                  <a:pt x="10459745" y="3449742"/>
                </a:lnTo>
                <a:lnTo>
                  <a:pt x="10416431" y="3465041"/>
                </a:lnTo>
                <a:lnTo>
                  <a:pt x="10371963" y="3477758"/>
                </a:lnTo>
                <a:lnTo>
                  <a:pt x="10326431" y="3487804"/>
                </a:lnTo>
                <a:lnTo>
                  <a:pt x="10279925" y="3495089"/>
                </a:lnTo>
                <a:lnTo>
                  <a:pt x="10232534" y="3499526"/>
                </a:lnTo>
                <a:lnTo>
                  <a:pt x="10184347" y="3501024"/>
                </a:lnTo>
                <a:lnTo>
                  <a:pt x="762097" y="3501024"/>
                </a:lnTo>
                <a:lnTo>
                  <a:pt x="713909" y="3499525"/>
                </a:lnTo>
                <a:lnTo>
                  <a:pt x="666517" y="3495087"/>
                </a:lnTo>
                <a:lnTo>
                  <a:pt x="620010" y="3487800"/>
                </a:lnTo>
                <a:lnTo>
                  <a:pt x="574479" y="3477753"/>
                </a:lnTo>
                <a:lnTo>
                  <a:pt x="530012" y="3465036"/>
                </a:lnTo>
                <a:lnTo>
                  <a:pt x="486698" y="3449736"/>
                </a:lnTo>
                <a:lnTo>
                  <a:pt x="444627" y="3431945"/>
                </a:lnTo>
                <a:lnTo>
                  <a:pt x="403889" y="3411750"/>
                </a:lnTo>
                <a:lnTo>
                  <a:pt x="364571" y="3389241"/>
                </a:lnTo>
                <a:lnTo>
                  <a:pt x="326764" y="3364508"/>
                </a:lnTo>
                <a:lnTo>
                  <a:pt x="290556" y="3337639"/>
                </a:lnTo>
                <a:lnTo>
                  <a:pt x="256038" y="3308724"/>
                </a:lnTo>
                <a:lnTo>
                  <a:pt x="223298" y="3277852"/>
                </a:lnTo>
                <a:lnTo>
                  <a:pt x="192425" y="3245112"/>
                </a:lnTo>
                <a:lnTo>
                  <a:pt x="163510" y="3210594"/>
                </a:lnTo>
                <a:lnTo>
                  <a:pt x="136640" y="3174387"/>
                </a:lnTo>
                <a:lnTo>
                  <a:pt x="111907" y="3136580"/>
                </a:lnTo>
                <a:lnTo>
                  <a:pt x="89397" y="3097263"/>
                </a:lnTo>
                <a:lnTo>
                  <a:pt x="69202" y="3056524"/>
                </a:lnTo>
                <a:lnTo>
                  <a:pt x="51410" y="3014454"/>
                </a:lnTo>
                <a:lnTo>
                  <a:pt x="36110" y="2971140"/>
                </a:lnTo>
                <a:lnTo>
                  <a:pt x="23392" y="2926673"/>
                </a:lnTo>
                <a:lnTo>
                  <a:pt x="13345" y="2881142"/>
                </a:lnTo>
                <a:lnTo>
                  <a:pt x="6058" y="2834636"/>
                </a:lnTo>
                <a:lnTo>
                  <a:pt x="1621" y="2787244"/>
                </a:lnTo>
                <a:lnTo>
                  <a:pt x="0" y="2739056"/>
                </a:lnTo>
                <a:lnTo>
                  <a:pt x="0" y="761971"/>
                </a:lnTo>
                <a:lnTo>
                  <a:pt x="1620" y="713786"/>
                </a:lnTo>
                <a:lnTo>
                  <a:pt x="6058" y="666394"/>
                </a:lnTo>
                <a:lnTo>
                  <a:pt x="13345" y="619888"/>
                </a:lnTo>
                <a:lnTo>
                  <a:pt x="23392" y="574356"/>
                </a:lnTo>
                <a:lnTo>
                  <a:pt x="36110" y="529889"/>
                </a:lnTo>
                <a:lnTo>
                  <a:pt x="51410" y="486575"/>
                </a:lnTo>
                <a:lnTo>
                  <a:pt x="69202" y="444504"/>
                </a:lnTo>
                <a:lnTo>
                  <a:pt x="89398" y="403766"/>
                </a:lnTo>
                <a:lnTo>
                  <a:pt x="111907" y="364448"/>
                </a:lnTo>
                <a:lnTo>
                  <a:pt x="136641" y="326641"/>
                </a:lnTo>
                <a:lnTo>
                  <a:pt x="163511" y="290434"/>
                </a:lnTo>
                <a:lnTo>
                  <a:pt x="192426" y="255916"/>
                </a:lnTo>
                <a:lnTo>
                  <a:pt x="223298" y="223176"/>
                </a:lnTo>
                <a:lnTo>
                  <a:pt x="256038" y="192304"/>
                </a:lnTo>
                <a:lnTo>
                  <a:pt x="290556" y="163389"/>
                </a:lnTo>
                <a:lnTo>
                  <a:pt x="326764" y="136520"/>
                </a:lnTo>
                <a:lnTo>
                  <a:pt x="364570" y="111786"/>
                </a:lnTo>
                <a:lnTo>
                  <a:pt x="403888" y="89277"/>
                </a:lnTo>
                <a:lnTo>
                  <a:pt x="444627" y="69081"/>
                </a:lnTo>
                <a:lnTo>
                  <a:pt x="486698" y="51289"/>
                </a:lnTo>
                <a:lnTo>
                  <a:pt x="530011" y="35989"/>
                </a:lnTo>
                <a:lnTo>
                  <a:pt x="574478" y="23271"/>
                </a:lnTo>
                <a:lnTo>
                  <a:pt x="620010" y="13224"/>
                </a:lnTo>
                <a:lnTo>
                  <a:pt x="666516" y="5936"/>
                </a:lnTo>
                <a:lnTo>
                  <a:pt x="713908" y="1499"/>
                </a:lnTo>
                <a:lnTo>
                  <a:pt x="762097" y="0"/>
                </a:lnTo>
                <a:lnTo>
                  <a:pt x="10184347" y="0"/>
                </a:lnTo>
                <a:lnTo>
                  <a:pt x="10232535" y="1496"/>
                </a:lnTo>
                <a:lnTo>
                  <a:pt x="10279926" y="5933"/>
                </a:lnTo>
                <a:lnTo>
                  <a:pt x="10326432" y="13219"/>
                </a:lnTo>
                <a:lnTo>
                  <a:pt x="10371964" y="23265"/>
                </a:lnTo>
                <a:lnTo>
                  <a:pt x="10416432" y="35983"/>
                </a:lnTo>
                <a:lnTo>
                  <a:pt x="10459747" y="51282"/>
                </a:lnTo>
                <a:lnTo>
                  <a:pt x="10501819" y="69074"/>
                </a:lnTo>
                <a:lnTo>
                  <a:pt x="10542559" y="89270"/>
                </a:lnTo>
                <a:lnTo>
                  <a:pt x="10581879" y="111779"/>
                </a:lnTo>
                <a:lnTo>
                  <a:pt x="10619687" y="136513"/>
                </a:lnTo>
                <a:lnTo>
                  <a:pt x="10655896" y="163383"/>
                </a:lnTo>
                <a:lnTo>
                  <a:pt x="10690416" y="192299"/>
                </a:lnTo>
                <a:lnTo>
                  <a:pt x="10723157" y="223172"/>
                </a:lnTo>
                <a:lnTo>
                  <a:pt x="10754031" y="255913"/>
                </a:lnTo>
                <a:lnTo>
                  <a:pt x="10782948" y="290432"/>
                </a:lnTo>
                <a:lnTo>
                  <a:pt x="10809818" y="326640"/>
                </a:lnTo>
                <a:lnTo>
                  <a:pt x="10834553" y="364447"/>
                </a:lnTo>
                <a:lnTo>
                  <a:pt x="10857063" y="403765"/>
                </a:lnTo>
                <a:lnTo>
                  <a:pt x="10877260" y="444505"/>
                </a:lnTo>
                <a:lnTo>
                  <a:pt x="10895053" y="486576"/>
                </a:lnTo>
                <a:lnTo>
                  <a:pt x="10910353" y="529890"/>
                </a:lnTo>
                <a:lnTo>
                  <a:pt x="10923072" y="574357"/>
                </a:lnTo>
                <a:lnTo>
                  <a:pt x="10933119" y="619888"/>
                </a:lnTo>
                <a:lnTo>
                  <a:pt x="10940406" y="666394"/>
                </a:lnTo>
                <a:lnTo>
                  <a:pt x="10944212" y="707006"/>
                </a:lnTo>
              </a:path>
            </a:pathLst>
          </a:custGeom>
          <a:ln w="57150">
            <a:solidFill>
              <a:srgbClr val="BA9977"/>
            </a:solidFill>
          </a:ln>
        </p:spPr>
        <p:txBody>
          <a:bodyPr wrap="square" lIns="0" tIns="0" rIns="0" bIns="0" rtlCol="0"/>
          <a:lstStyle/>
          <a:p>
            <a:endParaRPr/>
          </a:p>
        </p:txBody>
      </p:sp>
      <p:pic>
        <p:nvPicPr>
          <p:cNvPr id="8" name="Picture 7">
            <a:extLst>
              <a:ext uri="{FF2B5EF4-FFF2-40B4-BE49-F238E27FC236}">
                <a16:creationId xmlns:a16="http://schemas.microsoft.com/office/drawing/2014/main" id="{7B7B7D43-F84A-40F8-9876-18B441380F2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 y="2761992"/>
            <a:ext cx="10439400" cy="2838708"/>
          </a:xfrm>
          <a:prstGeom prst="rect">
            <a:avLst/>
          </a:prstGeom>
        </p:spPr>
      </p:pic>
      <p:pic>
        <p:nvPicPr>
          <p:cNvPr id="15" name="Picture 14">
            <a:extLst>
              <a:ext uri="{FF2B5EF4-FFF2-40B4-BE49-F238E27FC236}">
                <a16:creationId xmlns:a16="http://schemas.microsoft.com/office/drawing/2014/main" id="{9A0162DC-DDE8-4B4E-A65B-621BE11E849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658600" y="5692558"/>
            <a:ext cx="5401983" cy="2117942"/>
          </a:xfrm>
          <a:prstGeom prst="rect">
            <a:avLst/>
          </a:prstGeom>
        </p:spPr>
      </p:pic>
    </p:spTree>
    <p:extLst>
      <p:ext uri="{BB962C8B-B14F-4D97-AF65-F5344CB8AC3E}">
        <p14:creationId xmlns:p14="http://schemas.microsoft.com/office/powerpoint/2010/main" val="38390743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99788" y="8228870"/>
            <a:ext cx="2988211" cy="2057399"/>
          </a:xfrm>
          <a:prstGeom prst="rect">
            <a:avLst/>
          </a:prstGeom>
        </p:spPr>
      </p:pic>
      <p:pic>
        <p:nvPicPr>
          <p:cNvPr id="3" name="object 3"/>
          <p:cNvPicPr/>
          <p:nvPr/>
        </p:nvPicPr>
        <p:blipFill>
          <a:blip r:embed="rId3" cstate="print"/>
          <a:stretch>
            <a:fillRect/>
          </a:stretch>
        </p:blipFill>
        <p:spPr>
          <a:xfrm>
            <a:off x="0" y="7777520"/>
            <a:ext cx="2661032" cy="2501899"/>
          </a:xfrm>
          <a:prstGeom prst="rect">
            <a:avLst/>
          </a:prstGeom>
        </p:spPr>
      </p:pic>
      <p:pic>
        <p:nvPicPr>
          <p:cNvPr id="4" name="object 4"/>
          <p:cNvPicPr/>
          <p:nvPr/>
        </p:nvPicPr>
        <p:blipFill>
          <a:blip r:embed="rId4" cstate="print"/>
          <a:stretch>
            <a:fillRect/>
          </a:stretch>
        </p:blipFill>
        <p:spPr>
          <a:xfrm>
            <a:off x="15989909" y="-10710"/>
            <a:ext cx="2297305" cy="2611198"/>
          </a:xfrm>
          <a:prstGeom prst="rect">
            <a:avLst/>
          </a:prstGeom>
        </p:spPr>
      </p:pic>
      <p:pic>
        <p:nvPicPr>
          <p:cNvPr id="5" name="object 5"/>
          <p:cNvPicPr/>
          <p:nvPr/>
        </p:nvPicPr>
        <p:blipFill>
          <a:blip r:embed="rId5" cstate="print"/>
          <a:stretch>
            <a:fillRect/>
          </a:stretch>
        </p:blipFill>
        <p:spPr>
          <a:xfrm>
            <a:off x="112" y="-6144"/>
            <a:ext cx="2800807" cy="1549972"/>
          </a:xfrm>
          <a:prstGeom prst="rect">
            <a:avLst/>
          </a:prstGeom>
        </p:spPr>
      </p:pic>
      <p:sp>
        <p:nvSpPr>
          <p:cNvPr id="6" name="object 6"/>
          <p:cNvSpPr/>
          <p:nvPr/>
        </p:nvSpPr>
        <p:spPr>
          <a:xfrm>
            <a:off x="4096661" y="439679"/>
            <a:ext cx="10765155" cy="1739900"/>
          </a:xfrm>
          <a:custGeom>
            <a:avLst/>
            <a:gdLst/>
            <a:ahLst/>
            <a:cxnLst/>
            <a:rect l="l" t="t" r="r" b="b"/>
            <a:pathLst>
              <a:path w="10765155" h="1739900">
                <a:moveTo>
                  <a:pt x="10567021" y="1739800"/>
                </a:moveTo>
                <a:lnTo>
                  <a:pt x="200025" y="1739800"/>
                </a:lnTo>
                <a:lnTo>
                  <a:pt x="154161" y="1734518"/>
                </a:lnTo>
                <a:lnTo>
                  <a:pt x="112059" y="1719470"/>
                </a:lnTo>
                <a:lnTo>
                  <a:pt x="74919" y="1695857"/>
                </a:lnTo>
                <a:lnTo>
                  <a:pt x="43943" y="1664881"/>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5" y="0"/>
                </a:lnTo>
                <a:lnTo>
                  <a:pt x="10567021" y="0"/>
                </a:lnTo>
                <a:lnTo>
                  <a:pt x="10612881" y="5282"/>
                </a:lnTo>
                <a:lnTo>
                  <a:pt x="10654979" y="20330"/>
                </a:lnTo>
                <a:lnTo>
                  <a:pt x="10692116" y="43943"/>
                </a:lnTo>
                <a:lnTo>
                  <a:pt x="10723090" y="74919"/>
                </a:lnTo>
                <a:lnTo>
                  <a:pt x="10746701" y="112059"/>
                </a:lnTo>
                <a:lnTo>
                  <a:pt x="10761749" y="154161"/>
                </a:lnTo>
                <a:lnTo>
                  <a:pt x="10765014" y="182514"/>
                </a:lnTo>
                <a:lnTo>
                  <a:pt x="10765014" y="1557286"/>
                </a:lnTo>
                <a:lnTo>
                  <a:pt x="10746701" y="1627741"/>
                </a:lnTo>
                <a:lnTo>
                  <a:pt x="10723090" y="1664881"/>
                </a:lnTo>
                <a:lnTo>
                  <a:pt x="10692116" y="1695857"/>
                </a:lnTo>
                <a:lnTo>
                  <a:pt x="10654979" y="1719470"/>
                </a:lnTo>
                <a:lnTo>
                  <a:pt x="10612881" y="1734518"/>
                </a:lnTo>
                <a:lnTo>
                  <a:pt x="10567021" y="1739800"/>
                </a:lnTo>
                <a:close/>
              </a:path>
            </a:pathLst>
          </a:custGeom>
          <a:solidFill>
            <a:srgbClr val="DABD9D">
              <a:alpha val="78999"/>
            </a:srgbClr>
          </a:solidFill>
        </p:spPr>
        <p:txBody>
          <a:bodyPr wrap="square" lIns="0" tIns="0" rIns="0" bIns="0" rtlCol="0"/>
          <a:lstStyle/>
          <a:p>
            <a:endParaRPr/>
          </a:p>
        </p:txBody>
      </p:sp>
      <p:sp>
        <p:nvSpPr>
          <p:cNvPr id="10" name="object 10"/>
          <p:cNvSpPr/>
          <p:nvPr/>
        </p:nvSpPr>
        <p:spPr>
          <a:xfrm>
            <a:off x="11464229" y="5345795"/>
            <a:ext cx="5779135" cy="3074305"/>
          </a:xfrm>
          <a:custGeom>
            <a:avLst/>
            <a:gdLst/>
            <a:ahLst/>
            <a:cxnLst/>
            <a:rect l="l" t="t" r="r" b="b"/>
            <a:pathLst>
              <a:path w="5779134" h="2778125">
                <a:moveTo>
                  <a:pt x="761973" y="0"/>
                </a:moveTo>
                <a:lnTo>
                  <a:pt x="5016579" y="0"/>
                </a:lnTo>
                <a:lnTo>
                  <a:pt x="5064767" y="1501"/>
                </a:lnTo>
                <a:lnTo>
                  <a:pt x="5112159" y="5940"/>
                </a:lnTo>
                <a:lnTo>
                  <a:pt x="5158664" y="13228"/>
                </a:lnTo>
                <a:lnTo>
                  <a:pt x="5204195" y="23276"/>
                </a:lnTo>
                <a:lnTo>
                  <a:pt x="5248661" y="35995"/>
                </a:lnTo>
                <a:lnTo>
                  <a:pt x="5291974" y="51295"/>
                </a:lnTo>
                <a:lnTo>
                  <a:pt x="5334044" y="69087"/>
                </a:lnTo>
                <a:lnTo>
                  <a:pt x="5374783" y="89282"/>
                </a:lnTo>
                <a:lnTo>
                  <a:pt x="5414100" y="111790"/>
                </a:lnTo>
                <a:lnTo>
                  <a:pt x="5451907" y="136524"/>
                </a:lnTo>
                <a:lnTo>
                  <a:pt x="5488114" y="163392"/>
                </a:lnTo>
                <a:lnTo>
                  <a:pt x="5522632" y="192307"/>
                </a:lnTo>
                <a:lnTo>
                  <a:pt x="5555372" y="223179"/>
                </a:lnTo>
                <a:lnTo>
                  <a:pt x="5586245" y="255918"/>
                </a:lnTo>
                <a:lnTo>
                  <a:pt x="5615160" y="290435"/>
                </a:lnTo>
                <a:lnTo>
                  <a:pt x="5642030" y="326642"/>
                </a:lnTo>
                <a:lnTo>
                  <a:pt x="5666764" y="364449"/>
                </a:lnTo>
                <a:lnTo>
                  <a:pt x="5689274" y="403766"/>
                </a:lnTo>
                <a:lnTo>
                  <a:pt x="5709469" y="444504"/>
                </a:lnTo>
                <a:lnTo>
                  <a:pt x="5727262" y="486575"/>
                </a:lnTo>
                <a:lnTo>
                  <a:pt x="5742562" y="529888"/>
                </a:lnTo>
                <a:lnTo>
                  <a:pt x="5755280" y="574355"/>
                </a:lnTo>
                <a:lnTo>
                  <a:pt x="5765327" y="619887"/>
                </a:lnTo>
                <a:lnTo>
                  <a:pt x="5772614" y="666393"/>
                </a:lnTo>
                <a:lnTo>
                  <a:pt x="5777051" y="713785"/>
                </a:lnTo>
                <a:lnTo>
                  <a:pt x="5778550" y="761973"/>
                </a:lnTo>
                <a:lnTo>
                  <a:pt x="5778550" y="2016052"/>
                </a:lnTo>
                <a:lnTo>
                  <a:pt x="5777050" y="2064240"/>
                </a:lnTo>
                <a:lnTo>
                  <a:pt x="5772612" y="2111631"/>
                </a:lnTo>
                <a:lnTo>
                  <a:pt x="5765324" y="2158137"/>
                </a:lnTo>
                <a:lnTo>
                  <a:pt x="5755276" y="2203668"/>
                </a:lnTo>
                <a:lnTo>
                  <a:pt x="5742558" y="2248134"/>
                </a:lnTo>
                <a:lnTo>
                  <a:pt x="5727258" y="2291447"/>
                </a:lnTo>
                <a:lnTo>
                  <a:pt x="5709465" y="2333517"/>
                </a:lnTo>
                <a:lnTo>
                  <a:pt x="5689270" y="2374256"/>
                </a:lnTo>
                <a:lnTo>
                  <a:pt x="5666761" y="2413573"/>
                </a:lnTo>
                <a:lnTo>
                  <a:pt x="5642028" y="2451380"/>
                </a:lnTo>
                <a:lnTo>
                  <a:pt x="5615159" y="2487587"/>
                </a:lnTo>
                <a:lnTo>
                  <a:pt x="5586244" y="2522105"/>
                </a:lnTo>
                <a:lnTo>
                  <a:pt x="5555372" y="2554845"/>
                </a:lnTo>
                <a:lnTo>
                  <a:pt x="5522633" y="2585717"/>
                </a:lnTo>
                <a:lnTo>
                  <a:pt x="5488116" y="2614633"/>
                </a:lnTo>
                <a:lnTo>
                  <a:pt x="5451910" y="2641503"/>
                </a:lnTo>
                <a:lnTo>
                  <a:pt x="5414104" y="2666238"/>
                </a:lnTo>
                <a:lnTo>
                  <a:pt x="5374787" y="2688749"/>
                </a:lnTo>
                <a:lnTo>
                  <a:pt x="5334049" y="2708945"/>
                </a:lnTo>
                <a:lnTo>
                  <a:pt x="5291978" y="2726739"/>
                </a:lnTo>
                <a:lnTo>
                  <a:pt x="5248665" y="2742040"/>
                </a:lnTo>
                <a:lnTo>
                  <a:pt x="5204198" y="2754760"/>
                </a:lnTo>
                <a:lnTo>
                  <a:pt x="5158667" y="2764810"/>
                </a:lnTo>
                <a:lnTo>
                  <a:pt x="5112160" y="2772099"/>
                </a:lnTo>
                <a:lnTo>
                  <a:pt x="5064768" y="2776538"/>
                </a:lnTo>
                <a:lnTo>
                  <a:pt x="5016579" y="2778038"/>
                </a:lnTo>
                <a:lnTo>
                  <a:pt x="761973" y="2778038"/>
                </a:lnTo>
                <a:lnTo>
                  <a:pt x="713783" y="2776539"/>
                </a:lnTo>
                <a:lnTo>
                  <a:pt x="666391" y="2772102"/>
                </a:lnTo>
                <a:lnTo>
                  <a:pt x="619883" y="2764814"/>
                </a:lnTo>
                <a:lnTo>
                  <a:pt x="574351" y="2754767"/>
                </a:lnTo>
                <a:lnTo>
                  <a:pt x="529884" y="2742048"/>
                </a:lnTo>
                <a:lnTo>
                  <a:pt x="486569" y="2726748"/>
                </a:lnTo>
                <a:lnTo>
                  <a:pt x="444498" y="2708954"/>
                </a:lnTo>
                <a:lnTo>
                  <a:pt x="403759" y="2688758"/>
                </a:lnTo>
                <a:lnTo>
                  <a:pt x="364441" y="2666248"/>
                </a:lnTo>
                <a:lnTo>
                  <a:pt x="326634" y="2641513"/>
                </a:lnTo>
                <a:lnTo>
                  <a:pt x="290427" y="2614642"/>
                </a:lnTo>
                <a:lnTo>
                  <a:pt x="255910" y="2585726"/>
                </a:lnTo>
                <a:lnTo>
                  <a:pt x="223171" y="2554852"/>
                </a:lnTo>
                <a:lnTo>
                  <a:pt x="192299" y="2522112"/>
                </a:lnTo>
                <a:lnTo>
                  <a:pt x="163384" y="2487593"/>
                </a:lnTo>
                <a:lnTo>
                  <a:pt x="136516" y="2451385"/>
                </a:lnTo>
                <a:lnTo>
                  <a:pt x="111783" y="2413577"/>
                </a:lnTo>
                <a:lnTo>
                  <a:pt x="89275" y="2374259"/>
                </a:lnTo>
                <a:lnTo>
                  <a:pt x="69080" y="2333520"/>
                </a:lnTo>
                <a:lnTo>
                  <a:pt x="51289" y="2291449"/>
                </a:lnTo>
                <a:lnTo>
                  <a:pt x="35990" y="2248135"/>
                </a:lnTo>
                <a:lnTo>
                  <a:pt x="23272" y="2203669"/>
                </a:lnTo>
                <a:lnTo>
                  <a:pt x="13224" y="2158138"/>
                </a:lnTo>
                <a:lnTo>
                  <a:pt x="5937" y="2111632"/>
                </a:lnTo>
                <a:lnTo>
                  <a:pt x="1499" y="2064240"/>
                </a:lnTo>
                <a:lnTo>
                  <a:pt x="0" y="2016052"/>
                </a:lnTo>
                <a:lnTo>
                  <a:pt x="0" y="761973"/>
                </a:lnTo>
                <a:lnTo>
                  <a:pt x="1498" y="713785"/>
                </a:lnTo>
                <a:lnTo>
                  <a:pt x="5935" y="666393"/>
                </a:lnTo>
                <a:lnTo>
                  <a:pt x="13222" y="619886"/>
                </a:lnTo>
                <a:lnTo>
                  <a:pt x="23268" y="574355"/>
                </a:lnTo>
                <a:lnTo>
                  <a:pt x="35986" y="529887"/>
                </a:lnTo>
                <a:lnTo>
                  <a:pt x="51285" y="486573"/>
                </a:lnTo>
                <a:lnTo>
                  <a:pt x="69076" y="444502"/>
                </a:lnTo>
                <a:lnTo>
                  <a:pt x="89271" y="403762"/>
                </a:lnTo>
                <a:lnTo>
                  <a:pt x="111780" y="364444"/>
                </a:lnTo>
                <a:lnTo>
                  <a:pt x="136514" y="326637"/>
                </a:lnTo>
                <a:lnTo>
                  <a:pt x="163383" y="290429"/>
                </a:lnTo>
                <a:lnTo>
                  <a:pt x="192298" y="255910"/>
                </a:lnTo>
                <a:lnTo>
                  <a:pt x="223171" y="223170"/>
                </a:lnTo>
                <a:lnTo>
                  <a:pt x="255911" y="192298"/>
                </a:lnTo>
                <a:lnTo>
                  <a:pt x="290429" y="163382"/>
                </a:lnTo>
                <a:lnTo>
                  <a:pt x="326637" y="136513"/>
                </a:lnTo>
                <a:lnTo>
                  <a:pt x="364445" y="111780"/>
                </a:lnTo>
                <a:lnTo>
                  <a:pt x="403763" y="89271"/>
                </a:lnTo>
                <a:lnTo>
                  <a:pt x="444502" y="69076"/>
                </a:lnTo>
                <a:lnTo>
                  <a:pt x="486574" y="51285"/>
                </a:lnTo>
                <a:lnTo>
                  <a:pt x="529888" y="35986"/>
                </a:lnTo>
                <a:lnTo>
                  <a:pt x="574355" y="23269"/>
                </a:lnTo>
                <a:lnTo>
                  <a:pt x="619887" y="13222"/>
                </a:lnTo>
                <a:lnTo>
                  <a:pt x="666393" y="5936"/>
                </a:lnTo>
                <a:lnTo>
                  <a:pt x="713785" y="1498"/>
                </a:lnTo>
                <a:lnTo>
                  <a:pt x="761973" y="0"/>
                </a:lnTo>
              </a:path>
            </a:pathLst>
          </a:custGeom>
          <a:ln w="57150">
            <a:solidFill>
              <a:srgbClr val="BA9977"/>
            </a:solidFill>
          </a:ln>
        </p:spPr>
        <p:txBody>
          <a:bodyPr wrap="square" lIns="0" tIns="0" rIns="0" bIns="0" rtlCol="0"/>
          <a:lstStyle/>
          <a:p>
            <a:endParaRPr/>
          </a:p>
        </p:txBody>
      </p:sp>
      <p:sp>
        <p:nvSpPr>
          <p:cNvPr id="11" name="object 11"/>
          <p:cNvSpPr txBox="1">
            <a:spLocks noGrp="1"/>
          </p:cNvSpPr>
          <p:nvPr>
            <p:ph type="title"/>
          </p:nvPr>
        </p:nvSpPr>
        <p:spPr>
          <a:xfrm>
            <a:off x="3336093" y="292901"/>
            <a:ext cx="12385040" cy="1674817"/>
          </a:xfrm>
          <a:prstGeom prst="rect">
            <a:avLst/>
          </a:prstGeom>
        </p:spPr>
        <p:txBody>
          <a:bodyPr vert="horz" wrap="square" lIns="0" tIns="12700" rIns="0" bIns="0" rtlCol="0">
            <a:spAutoFit/>
          </a:bodyPr>
          <a:lstStyle/>
          <a:p>
            <a:pPr marL="5156835" marR="5080" indent="-3840479">
              <a:lnSpc>
                <a:spcPct val="115900"/>
              </a:lnSpc>
              <a:spcBef>
                <a:spcPts val="100"/>
              </a:spcBef>
            </a:pPr>
            <a:r>
              <a:rPr sz="4800" spc="625" dirty="0"/>
              <a:t>Q</a:t>
            </a:r>
            <a:r>
              <a:rPr lang="en-US" sz="4800" spc="625" dirty="0"/>
              <a:t>15</a:t>
            </a:r>
            <a:r>
              <a:rPr sz="4800" spc="130" dirty="0"/>
              <a:t> </a:t>
            </a:r>
            <a:r>
              <a:rPr sz="4800" spc="795" dirty="0"/>
              <a:t>-</a:t>
            </a:r>
            <a:r>
              <a:rPr sz="4800" spc="135" dirty="0"/>
              <a:t> </a:t>
            </a:r>
            <a:r>
              <a:rPr lang="en-US" sz="4800" spc="445" dirty="0"/>
              <a:t>Which pizza size generates maximum revenue?</a:t>
            </a:r>
            <a:endParaRPr sz="4800" dirty="0"/>
          </a:p>
        </p:txBody>
      </p:sp>
      <p:sp>
        <p:nvSpPr>
          <p:cNvPr id="12" name="object 12"/>
          <p:cNvSpPr txBox="1"/>
          <p:nvPr/>
        </p:nvSpPr>
        <p:spPr>
          <a:xfrm>
            <a:off x="2057400" y="6515100"/>
            <a:ext cx="8111490" cy="2394886"/>
          </a:xfrm>
          <a:prstGeom prst="rect">
            <a:avLst/>
          </a:prstGeom>
        </p:spPr>
        <p:txBody>
          <a:bodyPr vert="horz" wrap="square" lIns="0" tIns="98425" rIns="0" bIns="0" rtlCol="0">
            <a:spAutoFit/>
          </a:bodyPr>
          <a:lstStyle/>
          <a:p>
            <a:pPr marL="12700">
              <a:lnSpc>
                <a:spcPct val="100000"/>
              </a:lnSpc>
              <a:spcBef>
                <a:spcPts val="775"/>
              </a:spcBef>
            </a:pPr>
            <a:r>
              <a:rPr sz="3450" spc="-125" dirty="0">
                <a:solidFill>
                  <a:srgbClr val="672912"/>
                </a:solidFill>
                <a:latin typeface="Verdana"/>
                <a:cs typeface="Verdana"/>
              </a:rPr>
              <a:t>Insight</a:t>
            </a:r>
            <a:r>
              <a:rPr sz="3450" spc="-330" dirty="0">
                <a:solidFill>
                  <a:srgbClr val="672912"/>
                </a:solidFill>
                <a:latin typeface="Verdana"/>
                <a:cs typeface="Verdana"/>
              </a:rPr>
              <a:t> </a:t>
            </a:r>
            <a:r>
              <a:rPr sz="3450" spc="-710" dirty="0">
                <a:solidFill>
                  <a:srgbClr val="672912"/>
                </a:solidFill>
                <a:latin typeface="Verdana"/>
                <a:cs typeface="Verdana"/>
              </a:rPr>
              <a:t>:</a:t>
            </a:r>
            <a:endParaRPr lang="en-US" sz="3450" spc="-710" dirty="0">
              <a:solidFill>
                <a:srgbClr val="672912"/>
              </a:solidFill>
              <a:latin typeface="Verdana"/>
              <a:cs typeface="Verdana"/>
            </a:endParaRPr>
          </a:p>
          <a:p>
            <a:pPr marL="12700">
              <a:lnSpc>
                <a:spcPct val="100000"/>
              </a:lnSpc>
              <a:spcBef>
                <a:spcPts val="775"/>
              </a:spcBef>
            </a:pPr>
            <a:r>
              <a:rPr lang="en-US" sz="3600" dirty="0">
                <a:solidFill>
                  <a:schemeClr val="accent2">
                    <a:lumMod val="50000"/>
                  </a:schemeClr>
                </a:solidFill>
              </a:rPr>
              <a:t>Large (L) pizzas generate the highest revenue, making them the most valuable size for the business.</a:t>
            </a:r>
            <a:endParaRPr sz="3450" dirty="0">
              <a:solidFill>
                <a:schemeClr val="accent2">
                  <a:lumMod val="50000"/>
                </a:schemeClr>
              </a:solidFill>
              <a:latin typeface="Verdana"/>
              <a:cs typeface="Verdana"/>
            </a:endParaRPr>
          </a:p>
        </p:txBody>
      </p:sp>
      <p:sp>
        <p:nvSpPr>
          <p:cNvPr id="13" name="object 13"/>
          <p:cNvSpPr/>
          <p:nvPr/>
        </p:nvSpPr>
        <p:spPr>
          <a:xfrm>
            <a:off x="1375391" y="6232793"/>
            <a:ext cx="8916035" cy="2922905"/>
          </a:xfrm>
          <a:custGeom>
            <a:avLst/>
            <a:gdLst/>
            <a:ahLst/>
            <a:cxnLst/>
            <a:rect l="l" t="t" r="r" b="b"/>
            <a:pathLst>
              <a:path w="8916035" h="2922904">
                <a:moveTo>
                  <a:pt x="8915417" y="2232462"/>
                </a:moveTo>
                <a:lnTo>
                  <a:pt x="8905885" y="2302777"/>
                </a:lnTo>
                <a:lnTo>
                  <a:pt x="8895838" y="2348309"/>
                </a:lnTo>
                <a:lnTo>
                  <a:pt x="8883121" y="2392777"/>
                </a:lnTo>
                <a:lnTo>
                  <a:pt x="8867822" y="2436091"/>
                </a:lnTo>
                <a:lnTo>
                  <a:pt x="8850030" y="2478163"/>
                </a:lnTo>
                <a:lnTo>
                  <a:pt x="8829836" y="2518902"/>
                </a:lnTo>
                <a:lnTo>
                  <a:pt x="8807327" y="2558220"/>
                </a:lnTo>
                <a:lnTo>
                  <a:pt x="8782593" y="2596028"/>
                </a:lnTo>
                <a:lnTo>
                  <a:pt x="8755724" y="2632236"/>
                </a:lnTo>
                <a:lnTo>
                  <a:pt x="8726809" y="2666754"/>
                </a:lnTo>
                <a:lnTo>
                  <a:pt x="8695936" y="2699494"/>
                </a:lnTo>
                <a:lnTo>
                  <a:pt x="8663196" y="2730367"/>
                </a:lnTo>
                <a:lnTo>
                  <a:pt x="8628678" y="2759282"/>
                </a:lnTo>
                <a:lnTo>
                  <a:pt x="8592470" y="2786151"/>
                </a:lnTo>
                <a:lnTo>
                  <a:pt x="8554663" y="2810885"/>
                </a:lnTo>
                <a:lnTo>
                  <a:pt x="8515345" y="2833394"/>
                </a:lnTo>
                <a:lnTo>
                  <a:pt x="8474605" y="2853588"/>
                </a:lnTo>
                <a:lnTo>
                  <a:pt x="8432534" y="2871380"/>
                </a:lnTo>
                <a:lnTo>
                  <a:pt x="8389220" y="2886679"/>
                </a:lnTo>
                <a:lnTo>
                  <a:pt x="8344753" y="2899396"/>
                </a:lnTo>
                <a:lnTo>
                  <a:pt x="8299221" y="2909443"/>
                </a:lnTo>
                <a:lnTo>
                  <a:pt x="8252715" y="2916730"/>
                </a:lnTo>
                <a:lnTo>
                  <a:pt x="8205323" y="2921167"/>
                </a:lnTo>
                <a:lnTo>
                  <a:pt x="8157134" y="2922666"/>
                </a:lnTo>
                <a:lnTo>
                  <a:pt x="761988" y="2922666"/>
                </a:lnTo>
                <a:lnTo>
                  <a:pt x="713800" y="2921167"/>
                </a:lnTo>
                <a:lnTo>
                  <a:pt x="666408" y="2916729"/>
                </a:lnTo>
                <a:lnTo>
                  <a:pt x="619901" y="2909443"/>
                </a:lnTo>
                <a:lnTo>
                  <a:pt x="574370" y="2899396"/>
                </a:lnTo>
                <a:lnTo>
                  <a:pt x="529902" y="2886679"/>
                </a:lnTo>
                <a:lnTo>
                  <a:pt x="486588" y="2871380"/>
                </a:lnTo>
                <a:lnTo>
                  <a:pt x="444517" y="2853589"/>
                </a:lnTo>
                <a:lnTo>
                  <a:pt x="403778" y="2833394"/>
                </a:lnTo>
                <a:lnTo>
                  <a:pt x="364459" y="2810886"/>
                </a:lnTo>
                <a:lnTo>
                  <a:pt x="326652" y="2786153"/>
                </a:lnTo>
                <a:lnTo>
                  <a:pt x="290444" y="2759284"/>
                </a:lnTo>
                <a:lnTo>
                  <a:pt x="255924" y="2730369"/>
                </a:lnTo>
                <a:lnTo>
                  <a:pt x="223184" y="2699498"/>
                </a:lnTo>
                <a:lnTo>
                  <a:pt x="192310" y="2666758"/>
                </a:lnTo>
                <a:lnTo>
                  <a:pt x="163394" y="2632240"/>
                </a:lnTo>
                <a:lnTo>
                  <a:pt x="136524" y="2596033"/>
                </a:lnTo>
                <a:lnTo>
                  <a:pt x="111789" y="2558226"/>
                </a:lnTo>
                <a:lnTo>
                  <a:pt x="89279" y="2518908"/>
                </a:lnTo>
                <a:lnTo>
                  <a:pt x="69083" y="2478168"/>
                </a:lnTo>
                <a:lnTo>
                  <a:pt x="51290" y="2436096"/>
                </a:lnTo>
                <a:lnTo>
                  <a:pt x="35989" y="2392782"/>
                </a:lnTo>
                <a:lnTo>
                  <a:pt x="23271" y="2348313"/>
                </a:lnTo>
                <a:lnTo>
                  <a:pt x="13224" y="2302781"/>
                </a:lnTo>
                <a:lnTo>
                  <a:pt x="5936" y="2256273"/>
                </a:lnTo>
                <a:lnTo>
                  <a:pt x="1499" y="2208879"/>
                </a:lnTo>
                <a:lnTo>
                  <a:pt x="0" y="2160689"/>
                </a:lnTo>
                <a:lnTo>
                  <a:pt x="0" y="761987"/>
                </a:lnTo>
                <a:lnTo>
                  <a:pt x="1497" y="713798"/>
                </a:lnTo>
                <a:lnTo>
                  <a:pt x="5934" y="666405"/>
                </a:lnTo>
                <a:lnTo>
                  <a:pt x="13220" y="619897"/>
                </a:lnTo>
                <a:lnTo>
                  <a:pt x="23267" y="574365"/>
                </a:lnTo>
                <a:lnTo>
                  <a:pt x="35985" y="529896"/>
                </a:lnTo>
                <a:lnTo>
                  <a:pt x="51284" y="486581"/>
                </a:lnTo>
                <a:lnTo>
                  <a:pt x="69077" y="444509"/>
                </a:lnTo>
                <a:lnTo>
                  <a:pt x="89272" y="403769"/>
                </a:lnTo>
                <a:lnTo>
                  <a:pt x="111782" y="364450"/>
                </a:lnTo>
                <a:lnTo>
                  <a:pt x="136516" y="326642"/>
                </a:lnTo>
                <a:lnTo>
                  <a:pt x="163386" y="290434"/>
                </a:lnTo>
                <a:lnTo>
                  <a:pt x="192303" y="255916"/>
                </a:lnTo>
                <a:lnTo>
                  <a:pt x="223176" y="223175"/>
                </a:lnTo>
                <a:lnTo>
                  <a:pt x="255917" y="192303"/>
                </a:lnTo>
                <a:lnTo>
                  <a:pt x="290436" y="163387"/>
                </a:lnTo>
                <a:lnTo>
                  <a:pt x="326645" y="136518"/>
                </a:lnTo>
                <a:lnTo>
                  <a:pt x="364453" y="111784"/>
                </a:lnTo>
                <a:lnTo>
                  <a:pt x="403771" y="89275"/>
                </a:lnTo>
                <a:lnTo>
                  <a:pt x="444511" y="69079"/>
                </a:lnTo>
                <a:lnTo>
                  <a:pt x="486583" y="51287"/>
                </a:lnTo>
                <a:lnTo>
                  <a:pt x="529898" y="35988"/>
                </a:lnTo>
                <a:lnTo>
                  <a:pt x="574366" y="23270"/>
                </a:lnTo>
                <a:lnTo>
                  <a:pt x="619898" y="13223"/>
                </a:lnTo>
                <a:lnTo>
                  <a:pt x="666406" y="5936"/>
                </a:lnTo>
                <a:lnTo>
                  <a:pt x="713798" y="1499"/>
                </a:lnTo>
                <a:lnTo>
                  <a:pt x="761988" y="0"/>
                </a:lnTo>
                <a:lnTo>
                  <a:pt x="8157134" y="0"/>
                </a:lnTo>
                <a:lnTo>
                  <a:pt x="8205323" y="1498"/>
                </a:lnTo>
                <a:lnTo>
                  <a:pt x="8252716" y="5936"/>
                </a:lnTo>
                <a:lnTo>
                  <a:pt x="8299224" y="13222"/>
                </a:lnTo>
                <a:lnTo>
                  <a:pt x="8344756" y="23269"/>
                </a:lnTo>
                <a:lnTo>
                  <a:pt x="8389224" y="35987"/>
                </a:lnTo>
                <a:lnTo>
                  <a:pt x="8432539" y="51287"/>
                </a:lnTo>
                <a:lnTo>
                  <a:pt x="8474611" y="69079"/>
                </a:lnTo>
                <a:lnTo>
                  <a:pt x="8515351" y="89275"/>
                </a:lnTo>
                <a:lnTo>
                  <a:pt x="8554669" y="111785"/>
                </a:lnTo>
                <a:lnTo>
                  <a:pt x="8592477" y="136519"/>
                </a:lnTo>
                <a:lnTo>
                  <a:pt x="8628685" y="163389"/>
                </a:lnTo>
                <a:lnTo>
                  <a:pt x="8663204" y="192305"/>
                </a:lnTo>
                <a:lnTo>
                  <a:pt x="8695944" y="223179"/>
                </a:lnTo>
                <a:lnTo>
                  <a:pt x="8726816" y="255920"/>
                </a:lnTo>
                <a:lnTo>
                  <a:pt x="8755731" y="290439"/>
                </a:lnTo>
                <a:lnTo>
                  <a:pt x="8782600" y="326648"/>
                </a:lnTo>
                <a:lnTo>
                  <a:pt x="8807333" y="364456"/>
                </a:lnTo>
                <a:lnTo>
                  <a:pt x="8829841" y="403775"/>
                </a:lnTo>
                <a:lnTo>
                  <a:pt x="8850035" y="444515"/>
                </a:lnTo>
                <a:lnTo>
                  <a:pt x="8867826" y="486587"/>
                </a:lnTo>
                <a:lnTo>
                  <a:pt x="8883124" y="529901"/>
                </a:lnTo>
                <a:lnTo>
                  <a:pt x="8895841" y="574369"/>
                </a:lnTo>
                <a:lnTo>
                  <a:pt x="8905886" y="619900"/>
                </a:lnTo>
                <a:lnTo>
                  <a:pt x="8913172" y="666407"/>
                </a:lnTo>
                <a:lnTo>
                  <a:pt x="8915408" y="690205"/>
                </a:lnTo>
              </a:path>
            </a:pathLst>
          </a:custGeom>
          <a:ln w="57150">
            <a:solidFill>
              <a:srgbClr val="BA9977"/>
            </a:solidFill>
          </a:ln>
        </p:spPr>
        <p:txBody>
          <a:bodyPr wrap="square" lIns="0" tIns="0" rIns="0" bIns="0" rtlCol="0"/>
          <a:lstStyle/>
          <a:p>
            <a:endParaRPr/>
          </a:p>
        </p:txBody>
      </p:sp>
      <p:sp>
        <p:nvSpPr>
          <p:cNvPr id="14" name="object 14"/>
          <p:cNvSpPr/>
          <p:nvPr/>
        </p:nvSpPr>
        <p:spPr>
          <a:xfrm>
            <a:off x="361736" y="2414777"/>
            <a:ext cx="10944225" cy="3501390"/>
          </a:xfrm>
          <a:custGeom>
            <a:avLst/>
            <a:gdLst/>
            <a:ahLst/>
            <a:cxnLst/>
            <a:rect l="l" t="t" r="r" b="b"/>
            <a:pathLst>
              <a:path w="10944225" h="3501390">
                <a:moveTo>
                  <a:pt x="10944213" y="2794019"/>
                </a:moveTo>
                <a:lnTo>
                  <a:pt x="10940406" y="2834636"/>
                </a:lnTo>
                <a:lnTo>
                  <a:pt x="10933119" y="2881141"/>
                </a:lnTo>
                <a:lnTo>
                  <a:pt x="10923071" y="2926673"/>
                </a:lnTo>
                <a:lnTo>
                  <a:pt x="10910353" y="2971140"/>
                </a:lnTo>
                <a:lnTo>
                  <a:pt x="10895053" y="3014453"/>
                </a:lnTo>
                <a:lnTo>
                  <a:pt x="10877260" y="3056525"/>
                </a:lnTo>
                <a:lnTo>
                  <a:pt x="10857064" y="3097264"/>
                </a:lnTo>
                <a:lnTo>
                  <a:pt x="10834554" y="3136582"/>
                </a:lnTo>
                <a:lnTo>
                  <a:pt x="10809819" y="3174389"/>
                </a:lnTo>
                <a:lnTo>
                  <a:pt x="10782948" y="3210597"/>
                </a:lnTo>
                <a:lnTo>
                  <a:pt x="10754031" y="3245116"/>
                </a:lnTo>
                <a:lnTo>
                  <a:pt x="10723157" y="3277856"/>
                </a:lnTo>
                <a:lnTo>
                  <a:pt x="10690416" y="3308729"/>
                </a:lnTo>
                <a:lnTo>
                  <a:pt x="10655896" y="3337644"/>
                </a:lnTo>
                <a:lnTo>
                  <a:pt x="10619687" y="3364514"/>
                </a:lnTo>
                <a:lnTo>
                  <a:pt x="10581878" y="3389247"/>
                </a:lnTo>
                <a:lnTo>
                  <a:pt x="10542558" y="3411756"/>
                </a:lnTo>
                <a:lnTo>
                  <a:pt x="10501818" y="3431951"/>
                </a:lnTo>
                <a:lnTo>
                  <a:pt x="10459745" y="3449742"/>
                </a:lnTo>
                <a:lnTo>
                  <a:pt x="10416431" y="3465041"/>
                </a:lnTo>
                <a:lnTo>
                  <a:pt x="10371963" y="3477758"/>
                </a:lnTo>
                <a:lnTo>
                  <a:pt x="10326431" y="3487804"/>
                </a:lnTo>
                <a:lnTo>
                  <a:pt x="10279925" y="3495089"/>
                </a:lnTo>
                <a:lnTo>
                  <a:pt x="10232534" y="3499526"/>
                </a:lnTo>
                <a:lnTo>
                  <a:pt x="10184347" y="3501024"/>
                </a:lnTo>
                <a:lnTo>
                  <a:pt x="762097" y="3501024"/>
                </a:lnTo>
                <a:lnTo>
                  <a:pt x="713909" y="3499525"/>
                </a:lnTo>
                <a:lnTo>
                  <a:pt x="666517" y="3495087"/>
                </a:lnTo>
                <a:lnTo>
                  <a:pt x="620010" y="3487800"/>
                </a:lnTo>
                <a:lnTo>
                  <a:pt x="574479" y="3477753"/>
                </a:lnTo>
                <a:lnTo>
                  <a:pt x="530012" y="3465036"/>
                </a:lnTo>
                <a:lnTo>
                  <a:pt x="486698" y="3449736"/>
                </a:lnTo>
                <a:lnTo>
                  <a:pt x="444627" y="3431945"/>
                </a:lnTo>
                <a:lnTo>
                  <a:pt x="403889" y="3411750"/>
                </a:lnTo>
                <a:lnTo>
                  <a:pt x="364571" y="3389241"/>
                </a:lnTo>
                <a:lnTo>
                  <a:pt x="326764" y="3364508"/>
                </a:lnTo>
                <a:lnTo>
                  <a:pt x="290556" y="3337639"/>
                </a:lnTo>
                <a:lnTo>
                  <a:pt x="256038" y="3308724"/>
                </a:lnTo>
                <a:lnTo>
                  <a:pt x="223298" y="3277852"/>
                </a:lnTo>
                <a:lnTo>
                  <a:pt x="192425" y="3245112"/>
                </a:lnTo>
                <a:lnTo>
                  <a:pt x="163510" y="3210594"/>
                </a:lnTo>
                <a:lnTo>
                  <a:pt x="136640" y="3174387"/>
                </a:lnTo>
                <a:lnTo>
                  <a:pt x="111907" y="3136580"/>
                </a:lnTo>
                <a:lnTo>
                  <a:pt x="89397" y="3097263"/>
                </a:lnTo>
                <a:lnTo>
                  <a:pt x="69202" y="3056524"/>
                </a:lnTo>
                <a:lnTo>
                  <a:pt x="51410" y="3014454"/>
                </a:lnTo>
                <a:lnTo>
                  <a:pt x="36110" y="2971140"/>
                </a:lnTo>
                <a:lnTo>
                  <a:pt x="23392" y="2926673"/>
                </a:lnTo>
                <a:lnTo>
                  <a:pt x="13345" y="2881142"/>
                </a:lnTo>
                <a:lnTo>
                  <a:pt x="6058" y="2834636"/>
                </a:lnTo>
                <a:lnTo>
                  <a:pt x="1621" y="2787244"/>
                </a:lnTo>
                <a:lnTo>
                  <a:pt x="0" y="2739056"/>
                </a:lnTo>
                <a:lnTo>
                  <a:pt x="0" y="761971"/>
                </a:lnTo>
                <a:lnTo>
                  <a:pt x="1620" y="713786"/>
                </a:lnTo>
                <a:lnTo>
                  <a:pt x="6058" y="666394"/>
                </a:lnTo>
                <a:lnTo>
                  <a:pt x="13345" y="619888"/>
                </a:lnTo>
                <a:lnTo>
                  <a:pt x="23392" y="574356"/>
                </a:lnTo>
                <a:lnTo>
                  <a:pt x="36110" y="529889"/>
                </a:lnTo>
                <a:lnTo>
                  <a:pt x="51410" y="486575"/>
                </a:lnTo>
                <a:lnTo>
                  <a:pt x="69202" y="444504"/>
                </a:lnTo>
                <a:lnTo>
                  <a:pt x="89398" y="403766"/>
                </a:lnTo>
                <a:lnTo>
                  <a:pt x="111907" y="364448"/>
                </a:lnTo>
                <a:lnTo>
                  <a:pt x="136641" y="326641"/>
                </a:lnTo>
                <a:lnTo>
                  <a:pt x="163511" y="290434"/>
                </a:lnTo>
                <a:lnTo>
                  <a:pt x="192426" y="255916"/>
                </a:lnTo>
                <a:lnTo>
                  <a:pt x="223298" y="223176"/>
                </a:lnTo>
                <a:lnTo>
                  <a:pt x="256038" y="192304"/>
                </a:lnTo>
                <a:lnTo>
                  <a:pt x="290556" y="163389"/>
                </a:lnTo>
                <a:lnTo>
                  <a:pt x="326764" y="136520"/>
                </a:lnTo>
                <a:lnTo>
                  <a:pt x="364570" y="111786"/>
                </a:lnTo>
                <a:lnTo>
                  <a:pt x="403888" y="89277"/>
                </a:lnTo>
                <a:lnTo>
                  <a:pt x="444627" y="69081"/>
                </a:lnTo>
                <a:lnTo>
                  <a:pt x="486698" y="51289"/>
                </a:lnTo>
                <a:lnTo>
                  <a:pt x="530011" y="35989"/>
                </a:lnTo>
                <a:lnTo>
                  <a:pt x="574478" y="23271"/>
                </a:lnTo>
                <a:lnTo>
                  <a:pt x="620010" y="13224"/>
                </a:lnTo>
                <a:lnTo>
                  <a:pt x="666516" y="5936"/>
                </a:lnTo>
                <a:lnTo>
                  <a:pt x="713908" y="1499"/>
                </a:lnTo>
                <a:lnTo>
                  <a:pt x="762097" y="0"/>
                </a:lnTo>
                <a:lnTo>
                  <a:pt x="10184347" y="0"/>
                </a:lnTo>
                <a:lnTo>
                  <a:pt x="10232535" y="1496"/>
                </a:lnTo>
                <a:lnTo>
                  <a:pt x="10279926" y="5933"/>
                </a:lnTo>
                <a:lnTo>
                  <a:pt x="10326432" y="13219"/>
                </a:lnTo>
                <a:lnTo>
                  <a:pt x="10371964" y="23265"/>
                </a:lnTo>
                <a:lnTo>
                  <a:pt x="10416432" y="35983"/>
                </a:lnTo>
                <a:lnTo>
                  <a:pt x="10459747" y="51282"/>
                </a:lnTo>
                <a:lnTo>
                  <a:pt x="10501819" y="69074"/>
                </a:lnTo>
                <a:lnTo>
                  <a:pt x="10542559" y="89270"/>
                </a:lnTo>
                <a:lnTo>
                  <a:pt x="10581879" y="111779"/>
                </a:lnTo>
                <a:lnTo>
                  <a:pt x="10619687" y="136513"/>
                </a:lnTo>
                <a:lnTo>
                  <a:pt x="10655896" y="163383"/>
                </a:lnTo>
                <a:lnTo>
                  <a:pt x="10690416" y="192299"/>
                </a:lnTo>
                <a:lnTo>
                  <a:pt x="10723157" y="223172"/>
                </a:lnTo>
                <a:lnTo>
                  <a:pt x="10754031" y="255913"/>
                </a:lnTo>
                <a:lnTo>
                  <a:pt x="10782948" y="290432"/>
                </a:lnTo>
                <a:lnTo>
                  <a:pt x="10809818" y="326640"/>
                </a:lnTo>
                <a:lnTo>
                  <a:pt x="10834553" y="364447"/>
                </a:lnTo>
                <a:lnTo>
                  <a:pt x="10857063" y="403765"/>
                </a:lnTo>
                <a:lnTo>
                  <a:pt x="10877260" y="444505"/>
                </a:lnTo>
                <a:lnTo>
                  <a:pt x="10895053" y="486576"/>
                </a:lnTo>
                <a:lnTo>
                  <a:pt x="10910353" y="529890"/>
                </a:lnTo>
                <a:lnTo>
                  <a:pt x="10923072" y="574357"/>
                </a:lnTo>
                <a:lnTo>
                  <a:pt x="10933119" y="619888"/>
                </a:lnTo>
                <a:lnTo>
                  <a:pt x="10940406" y="666394"/>
                </a:lnTo>
                <a:lnTo>
                  <a:pt x="10944212" y="707006"/>
                </a:lnTo>
              </a:path>
            </a:pathLst>
          </a:custGeom>
          <a:ln w="57150">
            <a:solidFill>
              <a:srgbClr val="BA9977"/>
            </a:solidFill>
          </a:ln>
        </p:spPr>
        <p:txBody>
          <a:bodyPr wrap="square" lIns="0" tIns="0" rIns="0" bIns="0" rtlCol="0"/>
          <a:lstStyle/>
          <a:p>
            <a:endParaRPr/>
          </a:p>
        </p:txBody>
      </p:sp>
      <p:pic>
        <p:nvPicPr>
          <p:cNvPr id="9" name="Picture 8">
            <a:extLst>
              <a:ext uri="{FF2B5EF4-FFF2-40B4-BE49-F238E27FC236}">
                <a16:creationId xmlns:a16="http://schemas.microsoft.com/office/drawing/2014/main" id="{0A0DE2EA-7BB3-4CD0-BB7C-D252DDF55E4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 y="2769236"/>
            <a:ext cx="10439400" cy="2831464"/>
          </a:xfrm>
          <a:prstGeom prst="rect">
            <a:avLst/>
          </a:prstGeom>
        </p:spPr>
      </p:pic>
      <p:pic>
        <p:nvPicPr>
          <p:cNvPr id="17" name="Picture 16">
            <a:extLst>
              <a:ext uri="{FF2B5EF4-FFF2-40B4-BE49-F238E27FC236}">
                <a16:creationId xmlns:a16="http://schemas.microsoft.com/office/drawing/2014/main" id="{E8EBC569-C7C1-401A-B494-86A6414D9CE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780064" y="5591904"/>
            <a:ext cx="5132546" cy="2522823"/>
          </a:xfrm>
          <a:prstGeom prst="rect">
            <a:avLst/>
          </a:prstGeom>
        </p:spPr>
      </p:pic>
    </p:spTree>
    <p:extLst>
      <p:ext uri="{BB962C8B-B14F-4D97-AF65-F5344CB8AC3E}">
        <p14:creationId xmlns:p14="http://schemas.microsoft.com/office/powerpoint/2010/main" val="4173466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99788" y="8228870"/>
            <a:ext cx="2988211" cy="2057399"/>
          </a:xfrm>
          <a:prstGeom prst="rect">
            <a:avLst/>
          </a:prstGeom>
        </p:spPr>
      </p:pic>
      <p:pic>
        <p:nvPicPr>
          <p:cNvPr id="3" name="object 3"/>
          <p:cNvPicPr/>
          <p:nvPr/>
        </p:nvPicPr>
        <p:blipFill>
          <a:blip r:embed="rId3" cstate="print"/>
          <a:stretch>
            <a:fillRect/>
          </a:stretch>
        </p:blipFill>
        <p:spPr>
          <a:xfrm>
            <a:off x="0" y="7777520"/>
            <a:ext cx="2661032" cy="2501899"/>
          </a:xfrm>
          <a:prstGeom prst="rect">
            <a:avLst/>
          </a:prstGeom>
        </p:spPr>
      </p:pic>
      <p:pic>
        <p:nvPicPr>
          <p:cNvPr id="4" name="object 4"/>
          <p:cNvPicPr/>
          <p:nvPr/>
        </p:nvPicPr>
        <p:blipFill>
          <a:blip r:embed="rId4" cstate="print"/>
          <a:stretch>
            <a:fillRect/>
          </a:stretch>
        </p:blipFill>
        <p:spPr>
          <a:xfrm>
            <a:off x="15989909" y="-10710"/>
            <a:ext cx="2297305" cy="2611198"/>
          </a:xfrm>
          <a:prstGeom prst="rect">
            <a:avLst/>
          </a:prstGeom>
        </p:spPr>
      </p:pic>
      <p:pic>
        <p:nvPicPr>
          <p:cNvPr id="5" name="object 5"/>
          <p:cNvPicPr/>
          <p:nvPr/>
        </p:nvPicPr>
        <p:blipFill>
          <a:blip r:embed="rId5" cstate="print"/>
          <a:stretch>
            <a:fillRect/>
          </a:stretch>
        </p:blipFill>
        <p:spPr>
          <a:xfrm>
            <a:off x="112" y="-6144"/>
            <a:ext cx="2800807" cy="1549972"/>
          </a:xfrm>
          <a:prstGeom prst="rect">
            <a:avLst/>
          </a:prstGeom>
        </p:spPr>
      </p:pic>
      <p:sp>
        <p:nvSpPr>
          <p:cNvPr id="6" name="object 6"/>
          <p:cNvSpPr/>
          <p:nvPr/>
        </p:nvSpPr>
        <p:spPr>
          <a:xfrm>
            <a:off x="4096661" y="439679"/>
            <a:ext cx="10765155" cy="1739900"/>
          </a:xfrm>
          <a:custGeom>
            <a:avLst/>
            <a:gdLst/>
            <a:ahLst/>
            <a:cxnLst/>
            <a:rect l="l" t="t" r="r" b="b"/>
            <a:pathLst>
              <a:path w="10765155" h="1739900">
                <a:moveTo>
                  <a:pt x="10567021" y="1739800"/>
                </a:moveTo>
                <a:lnTo>
                  <a:pt x="200025" y="1739800"/>
                </a:lnTo>
                <a:lnTo>
                  <a:pt x="154161" y="1734518"/>
                </a:lnTo>
                <a:lnTo>
                  <a:pt x="112059" y="1719470"/>
                </a:lnTo>
                <a:lnTo>
                  <a:pt x="74919" y="1695857"/>
                </a:lnTo>
                <a:lnTo>
                  <a:pt x="43943" y="1664881"/>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5" y="0"/>
                </a:lnTo>
                <a:lnTo>
                  <a:pt x="10567021" y="0"/>
                </a:lnTo>
                <a:lnTo>
                  <a:pt x="10612881" y="5282"/>
                </a:lnTo>
                <a:lnTo>
                  <a:pt x="10654979" y="20330"/>
                </a:lnTo>
                <a:lnTo>
                  <a:pt x="10692116" y="43943"/>
                </a:lnTo>
                <a:lnTo>
                  <a:pt x="10723090" y="74919"/>
                </a:lnTo>
                <a:lnTo>
                  <a:pt x="10746701" y="112059"/>
                </a:lnTo>
                <a:lnTo>
                  <a:pt x="10761749" y="154161"/>
                </a:lnTo>
                <a:lnTo>
                  <a:pt x="10765014" y="182514"/>
                </a:lnTo>
                <a:lnTo>
                  <a:pt x="10765014" y="1557286"/>
                </a:lnTo>
                <a:lnTo>
                  <a:pt x="10746701" y="1627741"/>
                </a:lnTo>
                <a:lnTo>
                  <a:pt x="10723090" y="1664881"/>
                </a:lnTo>
                <a:lnTo>
                  <a:pt x="10692116" y="1695857"/>
                </a:lnTo>
                <a:lnTo>
                  <a:pt x="10654979" y="1719470"/>
                </a:lnTo>
                <a:lnTo>
                  <a:pt x="10612881" y="1734518"/>
                </a:lnTo>
                <a:lnTo>
                  <a:pt x="10567021" y="1739800"/>
                </a:lnTo>
                <a:close/>
              </a:path>
            </a:pathLst>
          </a:custGeom>
          <a:solidFill>
            <a:srgbClr val="DABD9D">
              <a:alpha val="78999"/>
            </a:srgbClr>
          </a:solidFill>
        </p:spPr>
        <p:txBody>
          <a:bodyPr wrap="square" lIns="0" tIns="0" rIns="0" bIns="0" rtlCol="0"/>
          <a:lstStyle/>
          <a:p>
            <a:endParaRPr/>
          </a:p>
        </p:txBody>
      </p:sp>
      <p:sp>
        <p:nvSpPr>
          <p:cNvPr id="10" name="object 10"/>
          <p:cNvSpPr/>
          <p:nvPr/>
        </p:nvSpPr>
        <p:spPr>
          <a:xfrm>
            <a:off x="11464229" y="5345795"/>
            <a:ext cx="5779135" cy="3074305"/>
          </a:xfrm>
          <a:custGeom>
            <a:avLst/>
            <a:gdLst/>
            <a:ahLst/>
            <a:cxnLst/>
            <a:rect l="l" t="t" r="r" b="b"/>
            <a:pathLst>
              <a:path w="5779134" h="2778125">
                <a:moveTo>
                  <a:pt x="761973" y="0"/>
                </a:moveTo>
                <a:lnTo>
                  <a:pt x="5016579" y="0"/>
                </a:lnTo>
                <a:lnTo>
                  <a:pt x="5064767" y="1501"/>
                </a:lnTo>
                <a:lnTo>
                  <a:pt x="5112159" y="5940"/>
                </a:lnTo>
                <a:lnTo>
                  <a:pt x="5158664" y="13228"/>
                </a:lnTo>
                <a:lnTo>
                  <a:pt x="5204195" y="23276"/>
                </a:lnTo>
                <a:lnTo>
                  <a:pt x="5248661" y="35995"/>
                </a:lnTo>
                <a:lnTo>
                  <a:pt x="5291974" y="51295"/>
                </a:lnTo>
                <a:lnTo>
                  <a:pt x="5334044" y="69087"/>
                </a:lnTo>
                <a:lnTo>
                  <a:pt x="5374783" y="89282"/>
                </a:lnTo>
                <a:lnTo>
                  <a:pt x="5414100" y="111790"/>
                </a:lnTo>
                <a:lnTo>
                  <a:pt x="5451907" y="136524"/>
                </a:lnTo>
                <a:lnTo>
                  <a:pt x="5488114" y="163392"/>
                </a:lnTo>
                <a:lnTo>
                  <a:pt x="5522632" y="192307"/>
                </a:lnTo>
                <a:lnTo>
                  <a:pt x="5555372" y="223179"/>
                </a:lnTo>
                <a:lnTo>
                  <a:pt x="5586245" y="255918"/>
                </a:lnTo>
                <a:lnTo>
                  <a:pt x="5615160" y="290435"/>
                </a:lnTo>
                <a:lnTo>
                  <a:pt x="5642030" y="326642"/>
                </a:lnTo>
                <a:lnTo>
                  <a:pt x="5666764" y="364449"/>
                </a:lnTo>
                <a:lnTo>
                  <a:pt x="5689274" y="403766"/>
                </a:lnTo>
                <a:lnTo>
                  <a:pt x="5709469" y="444504"/>
                </a:lnTo>
                <a:lnTo>
                  <a:pt x="5727262" y="486575"/>
                </a:lnTo>
                <a:lnTo>
                  <a:pt x="5742562" y="529888"/>
                </a:lnTo>
                <a:lnTo>
                  <a:pt x="5755280" y="574355"/>
                </a:lnTo>
                <a:lnTo>
                  <a:pt x="5765327" y="619887"/>
                </a:lnTo>
                <a:lnTo>
                  <a:pt x="5772614" y="666393"/>
                </a:lnTo>
                <a:lnTo>
                  <a:pt x="5777051" y="713785"/>
                </a:lnTo>
                <a:lnTo>
                  <a:pt x="5778550" y="761973"/>
                </a:lnTo>
                <a:lnTo>
                  <a:pt x="5778550" y="2016052"/>
                </a:lnTo>
                <a:lnTo>
                  <a:pt x="5777050" y="2064240"/>
                </a:lnTo>
                <a:lnTo>
                  <a:pt x="5772612" y="2111631"/>
                </a:lnTo>
                <a:lnTo>
                  <a:pt x="5765324" y="2158137"/>
                </a:lnTo>
                <a:lnTo>
                  <a:pt x="5755276" y="2203668"/>
                </a:lnTo>
                <a:lnTo>
                  <a:pt x="5742558" y="2248134"/>
                </a:lnTo>
                <a:lnTo>
                  <a:pt x="5727258" y="2291447"/>
                </a:lnTo>
                <a:lnTo>
                  <a:pt x="5709465" y="2333517"/>
                </a:lnTo>
                <a:lnTo>
                  <a:pt x="5689270" y="2374256"/>
                </a:lnTo>
                <a:lnTo>
                  <a:pt x="5666761" y="2413573"/>
                </a:lnTo>
                <a:lnTo>
                  <a:pt x="5642028" y="2451380"/>
                </a:lnTo>
                <a:lnTo>
                  <a:pt x="5615159" y="2487587"/>
                </a:lnTo>
                <a:lnTo>
                  <a:pt x="5586244" y="2522105"/>
                </a:lnTo>
                <a:lnTo>
                  <a:pt x="5555372" y="2554845"/>
                </a:lnTo>
                <a:lnTo>
                  <a:pt x="5522633" y="2585717"/>
                </a:lnTo>
                <a:lnTo>
                  <a:pt x="5488116" y="2614633"/>
                </a:lnTo>
                <a:lnTo>
                  <a:pt x="5451910" y="2641503"/>
                </a:lnTo>
                <a:lnTo>
                  <a:pt x="5414104" y="2666238"/>
                </a:lnTo>
                <a:lnTo>
                  <a:pt x="5374787" y="2688749"/>
                </a:lnTo>
                <a:lnTo>
                  <a:pt x="5334049" y="2708945"/>
                </a:lnTo>
                <a:lnTo>
                  <a:pt x="5291978" y="2726739"/>
                </a:lnTo>
                <a:lnTo>
                  <a:pt x="5248665" y="2742040"/>
                </a:lnTo>
                <a:lnTo>
                  <a:pt x="5204198" y="2754760"/>
                </a:lnTo>
                <a:lnTo>
                  <a:pt x="5158667" y="2764810"/>
                </a:lnTo>
                <a:lnTo>
                  <a:pt x="5112160" y="2772099"/>
                </a:lnTo>
                <a:lnTo>
                  <a:pt x="5064768" y="2776538"/>
                </a:lnTo>
                <a:lnTo>
                  <a:pt x="5016579" y="2778038"/>
                </a:lnTo>
                <a:lnTo>
                  <a:pt x="761973" y="2778038"/>
                </a:lnTo>
                <a:lnTo>
                  <a:pt x="713783" y="2776539"/>
                </a:lnTo>
                <a:lnTo>
                  <a:pt x="666391" y="2772102"/>
                </a:lnTo>
                <a:lnTo>
                  <a:pt x="619883" y="2764814"/>
                </a:lnTo>
                <a:lnTo>
                  <a:pt x="574351" y="2754767"/>
                </a:lnTo>
                <a:lnTo>
                  <a:pt x="529884" y="2742048"/>
                </a:lnTo>
                <a:lnTo>
                  <a:pt x="486569" y="2726748"/>
                </a:lnTo>
                <a:lnTo>
                  <a:pt x="444498" y="2708954"/>
                </a:lnTo>
                <a:lnTo>
                  <a:pt x="403759" y="2688758"/>
                </a:lnTo>
                <a:lnTo>
                  <a:pt x="364441" y="2666248"/>
                </a:lnTo>
                <a:lnTo>
                  <a:pt x="326634" y="2641513"/>
                </a:lnTo>
                <a:lnTo>
                  <a:pt x="290427" y="2614642"/>
                </a:lnTo>
                <a:lnTo>
                  <a:pt x="255910" y="2585726"/>
                </a:lnTo>
                <a:lnTo>
                  <a:pt x="223171" y="2554852"/>
                </a:lnTo>
                <a:lnTo>
                  <a:pt x="192299" y="2522112"/>
                </a:lnTo>
                <a:lnTo>
                  <a:pt x="163384" y="2487593"/>
                </a:lnTo>
                <a:lnTo>
                  <a:pt x="136516" y="2451385"/>
                </a:lnTo>
                <a:lnTo>
                  <a:pt x="111783" y="2413577"/>
                </a:lnTo>
                <a:lnTo>
                  <a:pt x="89275" y="2374259"/>
                </a:lnTo>
                <a:lnTo>
                  <a:pt x="69080" y="2333520"/>
                </a:lnTo>
                <a:lnTo>
                  <a:pt x="51289" y="2291449"/>
                </a:lnTo>
                <a:lnTo>
                  <a:pt x="35990" y="2248135"/>
                </a:lnTo>
                <a:lnTo>
                  <a:pt x="23272" y="2203669"/>
                </a:lnTo>
                <a:lnTo>
                  <a:pt x="13224" y="2158138"/>
                </a:lnTo>
                <a:lnTo>
                  <a:pt x="5937" y="2111632"/>
                </a:lnTo>
                <a:lnTo>
                  <a:pt x="1499" y="2064240"/>
                </a:lnTo>
                <a:lnTo>
                  <a:pt x="0" y="2016052"/>
                </a:lnTo>
                <a:lnTo>
                  <a:pt x="0" y="761973"/>
                </a:lnTo>
                <a:lnTo>
                  <a:pt x="1498" y="713785"/>
                </a:lnTo>
                <a:lnTo>
                  <a:pt x="5935" y="666393"/>
                </a:lnTo>
                <a:lnTo>
                  <a:pt x="13222" y="619886"/>
                </a:lnTo>
                <a:lnTo>
                  <a:pt x="23268" y="574355"/>
                </a:lnTo>
                <a:lnTo>
                  <a:pt x="35986" y="529887"/>
                </a:lnTo>
                <a:lnTo>
                  <a:pt x="51285" y="486573"/>
                </a:lnTo>
                <a:lnTo>
                  <a:pt x="69076" y="444502"/>
                </a:lnTo>
                <a:lnTo>
                  <a:pt x="89271" y="403762"/>
                </a:lnTo>
                <a:lnTo>
                  <a:pt x="111780" y="364444"/>
                </a:lnTo>
                <a:lnTo>
                  <a:pt x="136514" y="326637"/>
                </a:lnTo>
                <a:lnTo>
                  <a:pt x="163383" y="290429"/>
                </a:lnTo>
                <a:lnTo>
                  <a:pt x="192298" y="255910"/>
                </a:lnTo>
                <a:lnTo>
                  <a:pt x="223171" y="223170"/>
                </a:lnTo>
                <a:lnTo>
                  <a:pt x="255911" y="192298"/>
                </a:lnTo>
                <a:lnTo>
                  <a:pt x="290429" y="163382"/>
                </a:lnTo>
                <a:lnTo>
                  <a:pt x="326637" y="136513"/>
                </a:lnTo>
                <a:lnTo>
                  <a:pt x="364445" y="111780"/>
                </a:lnTo>
                <a:lnTo>
                  <a:pt x="403763" y="89271"/>
                </a:lnTo>
                <a:lnTo>
                  <a:pt x="444502" y="69076"/>
                </a:lnTo>
                <a:lnTo>
                  <a:pt x="486574" y="51285"/>
                </a:lnTo>
                <a:lnTo>
                  <a:pt x="529888" y="35986"/>
                </a:lnTo>
                <a:lnTo>
                  <a:pt x="574355" y="23269"/>
                </a:lnTo>
                <a:lnTo>
                  <a:pt x="619887" y="13222"/>
                </a:lnTo>
                <a:lnTo>
                  <a:pt x="666393" y="5936"/>
                </a:lnTo>
                <a:lnTo>
                  <a:pt x="713785" y="1498"/>
                </a:lnTo>
                <a:lnTo>
                  <a:pt x="761973" y="0"/>
                </a:lnTo>
              </a:path>
            </a:pathLst>
          </a:custGeom>
          <a:ln w="57150">
            <a:solidFill>
              <a:srgbClr val="BA9977"/>
            </a:solidFill>
          </a:ln>
        </p:spPr>
        <p:txBody>
          <a:bodyPr wrap="square" lIns="0" tIns="0" rIns="0" bIns="0" rtlCol="0"/>
          <a:lstStyle/>
          <a:p>
            <a:endParaRPr/>
          </a:p>
        </p:txBody>
      </p:sp>
      <p:sp>
        <p:nvSpPr>
          <p:cNvPr id="11" name="object 11"/>
          <p:cNvSpPr txBox="1">
            <a:spLocks noGrp="1"/>
          </p:cNvSpPr>
          <p:nvPr>
            <p:ph type="title"/>
          </p:nvPr>
        </p:nvSpPr>
        <p:spPr>
          <a:xfrm>
            <a:off x="3336093" y="292901"/>
            <a:ext cx="12385040" cy="1473545"/>
          </a:xfrm>
          <a:prstGeom prst="rect">
            <a:avLst/>
          </a:prstGeom>
        </p:spPr>
        <p:txBody>
          <a:bodyPr vert="horz" wrap="square" lIns="0" tIns="12700" rIns="0" bIns="0" rtlCol="0">
            <a:spAutoFit/>
          </a:bodyPr>
          <a:lstStyle/>
          <a:p>
            <a:pPr marL="5156835" marR="5080" indent="-3840479">
              <a:lnSpc>
                <a:spcPct val="115900"/>
              </a:lnSpc>
              <a:spcBef>
                <a:spcPts val="100"/>
              </a:spcBef>
            </a:pPr>
            <a:r>
              <a:rPr sz="4800" spc="625" dirty="0"/>
              <a:t>Q</a:t>
            </a:r>
            <a:r>
              <a:rPr lang="en-US" sz="4800" spc="625" dirty="0"/>
              <a:t>16</a:t>
            </a:r>
            <a:r>
              <a:rPr sz="4800" spc="130" dirty="0"/>
              <a:t> </a:t>
            </a:r>
            <a:r>
              <a:rPr sz="4000" spc="795" dirty="0"/>
              <a:t>-</a:t>
            </a:r>
            <a:r>
              <a:rPr sz="4000" spc="135" dirty="0"/>
              <a:t> </a:t>
            </a:r>
            <a:r>
              <a:rPr lang="en-US" sz="3600" spc="445" dirty="0"/>
              <a:t>Which pizza size is most preferred</a:t>
            </a:r>
            <a:br>
              <a:rPr lang="en-US" sz="3600" spc="445" dirty="0"/>
            </a:br>
            <a:r>
              <a:rPr lang="en-US" sz="3600" spc="445" dirty="0"/>
              <a:t> by customers?</a:t>
            </a:r>
            <a:endParaRPr sz="4800" dirty="0"/>
          </a:p>
        </p:txBody>
      </p:sp>
      <p:sp>
        <p:nvSpPr>
          <p:cNvPr id="12" name="object 12"/>
          <p:cNvSpPr txBox="1"/>
          <p:nvPr/>
        </p:nvSpPr>
        <p:spPr>
          <a:xfrm>
            <a:off x="2057400" y="6210300"/>
            <a:ext cx="8111490" cy="2948884"/>
          </a:xfrm>
          <a:prstGeom prst="rect">
            <a:avLst/>
          </a:prstGeom>
        </p:spPr>
        <p:txBody>
          <a:bodyPr vert="horz" wrap="square" lIns="0" tIns="98425" rIns="0" bIns="0" rtlCol="0">
            <a:spAutoFit/>
          </a:bodyPr>
          <a:lstStyle/>
          <a:p>
            <a:pPr marL="12700">
              <a:lnSpc>
                <a:spcPct val="100000"/>
              </a:lnSpc>
              <a:spcBef>
                <a:spcPts val="775"/>
              </a:spcBef>
            </a:pPr>
            <a:r>
              <a:rPr sz="3450" spc="-125" dirty="0">
                <a:solidFill>
                  <a:srgbClr val="672912"/>
                </a:solidFill>
                <a:latin typeface="Verdana"/>
                <a:cs typeface="Verdana"/>
              </a:rPr>
              <a:t>Insight</a:t>
            </a:r>
            <a:r>
              <a:rPr sz="3450" spc="-330" dirty="0">
                <a:solidFill>
                  <a:srgbClr val="672912"/>
                </a:solidFill>
                <a:latin typeface="Verdana"/>
                <a:cs typeface="Verdana"/>
              </a:rPr>
              <a:t> </a:t>
            </a:r>
            <a:r>
              <a:rPr sz="3450" spc="-710" dirty="0">
                <a:solidFill>
                  <a:srgbClr val="672912"/>
                </a:solidFill>
                <a:latin typeface="Verdana"/>
                <a:cs typeface="Verdana"/>
              </a:rPr>
              <a:t>:</a:t>
            </a:r>
            <a:endParaRPr lang="en-US" sz="3450" spc="-710" dirty="0">
              <a:solidFill>
                <a:srgbClr val="672912"/>
              </a:solidFill>
              <a:latin typeface="Verdana"/>
              <a:cs typeface="Verdana"/>
            </a:endParaRPr>
          </a:p>
          <a:p>
            <a:pPr marL="12700">
              <a:lnSpc>
                <a:spcPct val="100000"/>
              </a:lnSpc>
              <a:spcBef>
                <a:spcPts val="775"/>
              </a:spcBef>
            </a:pPr>
            <a:r>
              <a:rPr lang="en-US" sz="3600" dirty="0">
                <a:solidFill>
                  <a:schemeClr val="accent2">
                    <a:lumMod val="50000"/>
                  </a:schemeClr>
                </a:solidFill>
              </a:rPr>
              <a:t>Medium and Large pizzas account for the highest sales volume, indicating strong customer preference for these sizes.</a:t>
            </a:r>
            <a:endParaRPr lang="en-US" sz="3450" spc="-710" dirty="0">
              <a:solidFill>
                <a:schemeClr val="accent2">
                  <a:lumMod val="50000"/>
                </a:schemeClr>
              </a:solidFill>
              <a:latin typeface="Verdana"/>
              <a:cs typeface="Verdana"/>
            </a:endParaRPr>
          </a:p>
        </p:txBody>
      </p:sp>
      <p:sp>
        <p:nvSpPr>
          <p:cNvPr id="13" name="object 13"/>
          <p:cNvSpPr/>
          <p:nvPr/>
        </p:nvSpPr>
        <p:spPr>
          <a:xfrm>
            <a:off x="1375391" y="6232793"/>
            <a:ext cx="8916035" cy="2922905"/>
          </a:xfrm>
          <a:custGeom>
            <a:avLst/>
            <a:gdLst/>
            <a:ahLst/>
            <a:cxnLst/>
            <a:rect l="l" t="t" r="r" b="b"/>
            <a:pathLst>
              <a:path w="8916035" h="2922904">
                <a:moveTo>
                  <a:pt x="8915417" y="2232462"/>
                </a:moveTo>
                <a:lnTo>
                  <a:pt x="8905885" y="2302777"/>
                </a:lnTo>
                <a:lnTo>
                  <a:pt x="8895838" y="2348309"/>
                </a:lnTo>
                <a:lnTo>
                  <a:pt x="8883121" y="2392777"/>
                </a:lnTo>
                <a:lnTo>
                  <a:pt x="8867822" y="2436091"/>
                </a:lnTo>
                <a:lnTo>
                  <a:pt x="8850030" y="2478163"/>
                </a:lnTo>
                <a:lnTo>
                  <a:pt x="8829836" y="2518902"/>
                </a:lnTo>
                <a:lnTo>
                  <a:pt x="8807327" y="2558220"/>
                </a:lnTo>
                <a:lnTo>
                  <a:pt x="8782593" y="2596028"/>
                </a:lnTo>
                <a:lnTo>
                  <a:pt x="8755724" y="2632236"/>
                </a:lnTo>
                <a:lnTo>
                  <a:pt x="8726809" y="2666754"/>
                </a:lnTo>
                <a:lnTo>
                  <a:pt x="8695936" y="2699494"/>
                </a:lnTo>
                <a:lnTo>
                  <a:pt x="8663196" y="2730367"/>
                </a:lnTo>
                <a:lnTo>
                  <a:pt x="8628678" y="2759282"/>
                </a:lnTo>
                <a:lnTo>
                  <a:pt x="8592470" y="2786151"/>
                </a:lnTo>
                <a:lnTo>
                  <a:pt x="8554663" y="2810885"/>
                </a:lnTo>
                <a:lnTo>
                  <a:pt x="8515345" y="2833394"/>
                </a:lnTo>
                <a:lnTo>
                  <a:pt x="8474605" y="2853588"/>
                </a:lnTo>
                <a:lnTo>
                  <a:pt x="8432534" y="2871380"/>
                </a:lnTo>
                <a:lnTo>
                  <a:pt x="8389220" y="2886679"/>
                </a:lnTo>
                <a:lnTo>
                  <a:pt x="8344753" y="2899396"/>
                </a:lnTo>
                <a:lnTo>
                  <a:pt x="8299221" y="2909443"/>
                </a:lnTo>
                <a:lnTo>
                  <a:pt x="8252715" y="2916730"/>
                </a:lnTo>
                <a:lnTo>
                  <a:pt x="8205323" y="2921167"/>
                </a:lnTo>
                <a:lnTo>
                  <a:pt x="8157134" y="2922666"/>
                </a:lnTo>
                <a:lnTo>
                  <a:pt x="761988" y="2922666"/>
                </a:lnTo>
                <a:lnTo>
                  <a:pt x="713800" y="2921167"/>
                </a:lnTo>
                <a:lnTo>
                  <a:pt x="666408" y="2916729"/>
                </a:lnTo>
                <a:lnTo>
                  <a:pt x="619901" y="2909443"/>
                </a:lnTo>
                <a:lnTo>
                  <a:pt x="574370" y="2899396"/>
                </a:lnTo>
                <a:lnTo>
                  <a:pt x="529902" y="2886679"/>
                </a:lnTo>
                <a:lnTo>
                  <a:pt x="486588" y="2871380"/>
                </a:lnTo>
                <a:lnTo>
                  <a:pt x="444517" y="2853589"/>
                </a:lnTo>
                <a:lnTo>
                  <a:pt x="403778" y="2833394"/>
                </a:lnTo>
                <a:lnTo>
                  <a:pt x="364459" y="2810886"/>
                </a:lnTo>
                <a:lnTo>
                  <a:pt x="326652" y="2786153"/>
                </a:lnTo>
                <a:lnTo>
                  <a:pt x="290444" y="2759284"/>
                </a:lnTo>
                <a:lnTo>
                  <a:pt x="255924" y="2730369"/>
                </a:lnTo>
                <a:lnTo>
                  <a:pt x="223184" y="2699498"/>
                </a:lnTo>
                <a:lnTo>
                  <a:pt x="192310" y="2666758"/>
                </a:lnTo>
                <a:lnTo>
                  <a:pt x="163394" y="2632240"/>
                </a:lnTo>
                <a:lnTo>
                  <a:pt x="136524" y="2596033"/>
                </a:lnTo>
                <a:lnTo>
                  <a:pt x="111789" y="2558226"/>
                </a:lnTo>
                <a:lnTo>
                  <a:pt x="89279" y="2518908"/>
                </a:lnTo>
                <a:lnTo>
                  <a:pt x="69083" y="2478168"/>
                </a:lnTo>
                <a:lnTo>
                  <a:pt x="51290" y="2436096"/>
                </a:lnTo>
                <a:lnTo>
                  <a:pt x="35989" y="2392782"/>
                </a:lnTo>
                <a:lnTo>
                  <a:pt x="23271" y="2348313"/>
                </a:lnTo>
                <a:lnTo>
                  <a:pt x="13224" y="2302781"/>
                </a:lnTo>
                <a:lnTo>
                  <a:pt x="5936" y="2256273"/>
                </a:lnTo>
                <a:lnTo>
                  <a:pt x="1499" y="2208879"/>
                </a:lnTo>
                <a:lnTo>
                  <a:pt x="0" y="2160689"/>
                </a:lnTo>
                <a:lnTo>
                  <a:pt x="0" y="761987"/>
                </a:lnTo>
                <a:lnTo>
                  <a:pt x="1497" y="713798"/>
                </a:lnTo>
                <a:lnTo>
                  <a:pt x="5934" y="666405"/>
                </a:lnTo>
                <a:lnTo>
                  <a:pt x="13220" y="619897"/>
                </a:lnTo>
                <a:lnTo>
                  <a:pt x="23267" y="574365"/>
                </a:lnTo>
                <a:lnTo>
                  <a:pt x="35985" y="529896"/>
                </a:lnTo>
                <a:lnTo>
                  <a:pt x="51284" y="486581"/>
                </a:lnTo>
                <a:lnTo>
                  <a:pt x="69077" y="444509"/>
                </a:lnTo>
                <a:lnTo>
                  <a:pt x="89272" y="403769"/>
                </a:lnTo>
                <a:lnTo>
                  <a:pt x="111782" y="364450"/>
                </a:lnTo>
                <a:lnTo>
                  <a:pt x="136516" y="326642"/>
                </a:lnTo>
                <a:lnTo>
                  <a:pt x="163386" y="290434"/>
                </a:lnTo>
                <a:lnTo>
                  <a:pt x="192303" y="255916"/>
                </a:lnTo>
                <a:lnTo>
                  <a:pt x="223176" y="223175"/>
                </a:lnTo>
                <a:lnTo>
                  <a:pt x="255917" y="192303"/>
                </a:lnTo>
                <a:lnTo>
                  <a:pt x="290436" y="163387"/>
                </a:lnTo>
                <a:lnTo>
                  <a:pt x="326645" y="136518"/>
                </a:lnTo>
                <a:lnTo>
                  <a:pt x="364453" y="111784"/>
                </a:lnTo>
                <a:lnTo>
                  <a:pt x="403771" y="89275"/>
                </a:lnTo>
                <a:lnTo>
                  <a:pt x="444511" y="69079"/>
                </a:lnTo>
                <a:lnTo>
                  <a:pt x="486583" y="51287"/>
                </a:lnTo>
                <a:lnTo>
                  <a:pt x="529898" y="35988"/>
                </a:lnTo>
                <a:lnTo>
                  <a:pt x="574366" y="23270"/>
                </a:lnTo>
                <a:lnTo>
                  <a:pt x="619898" y="13223"/>
                </a:lnTo>
                <a:lnTo>
                  <a:pt x="666406" y="5936"/>
                </a:lnTo>
                <a:lnTo>
                  <a:pt x="713798" y="1499"/>
                </a:lnTo>
                <a:lnTo>
                  <a:pt x="761988" y="0"/>
                </a:lnTo>
                <a:lnTo>
                  <a:pt x="8157134" y="0"/>
                </a:lnTo>
                <a:lnTo>
                  <a:pt x="8205323" y="1498"/>
                </a:lnTo>
                <a:lnTo>
                  <a:pt x="8252716" y="5936"/>
                </a:lnTo>
                <a:lnTo>
                  <a:pt x="8299224" y="13222"/>
                </a:lnTo>
                <a:lnTo>
                  <a:pt x="8344756" y="23269"/>
                </a:lnTo>
                <a:lnTo>
                  <a:pt x="8389224" y="35987"/>
                </a:lnTo>
                <a:lnTo>
                  <a:pt x="8432539" y="51287"/>
                </a:lnTo>
                <a:lnTo>
                  <a:pt x="8474611" y="69079"/>
                </a:lnTo>
                <a:lnTo>
                  <a:pt x="8515351" y="89275"/>
                </a:lnTo>
                <a:lnTo>
                  <a:pt x="8554669" y="111785"/>
                </a:lnTo>
                <a:lnTo>
                  <a:pt x="8592477" y="136519"/>
                </a:lnTo>
                <a:lnTo>
                  <a:pt x="8628685" y="163389"/>
                </a:lnTo>
                <a:lnTo>
                  <a:pt x="8663204" y="192305"/>
                </a:lnTo>
                <a:lnTo>
                  <a:pt x="8695944" y="223179"/>
                </a:lnTo>
                <a:lnTo>
                  <a:pt x="8726816" y="255920"/>
                </a:lnTo>
                <a:lnTo>
                  <a:pt x="8755731" y="290439"/>
                </a:lnTo>
                <a:lnTo>
                  <a:pt x="8782600" y="326648"/>
                </a:lnTo>
                <a:lnTo>
                  <a:pt x="8807333" y="364456"/>
                </a:lnTo>
                <a:lnTo>
                  <a:pt x="8829841" y="403775"/>
                </a:lnTo>
                <a:lnTo>
                  <a:pt x="8850035" y="444515"/>
                </a:lnTo>
                <a:lnTo>
                  <a:pt x="8867826" y="486587"/>
                </a:lnTo>
                <a:lnTo>
                  <a:pt x="8883124" y="529901"/>
                </a:lnTo>
                <a:lnTo>
                  <a:pt x="8895841" y="574369"/>
                </a:lnTo>
                <a:lnTo>
                  <a:pt x="8905886" y="619900"/>
                </a:lnTo>
                <a:lnTo>
                  <a:pt x="8913172" y="666407"/>
                </a:lnTo>
                <a:lnTo>
                  <a:pt x="8915408" y="690205"/>
                </a:lnTo>
              </a:path>
            </a:pathLst>
          </a:custGeom>
          <a:ln w="57150">
            <a:solidFill>
              <a:srgbClr val="BA9977"/>
            </a:solidFill>
          </a:ln>
        </p:spPr>
        <p:txBody>
          <a:bodyPr wrap="square" lIns="0" tIns="0" rIns="0" bIns="0" rtlCol="0"/>
          <a:lstStyle/>
          <a:p>
            <a:endParaRPr/>
          </a:p>
        </p:txBody>
      </p:sp>
      <p:sp>
        <p:nvSpPr>
          <p:cNvPr id="14" name="object 14"/>
          <p:cNvSpPr/>
          <p:nvPr/>
        </p:nvSpPr>
        <p:spPr>
          <a:xfrm>
            <a:off x="361736" y="2414777"/>
            <a:ext cx="10944225" cy="3501390"/>
          </a:xfrm>
          <a:custGeom>
            <a:avLst/>
            <a:gdLst/>
            <a:ahLst/>
            <a:cxnLst/>
            <a:rect l="l" t="t" r="r" b="b"/>
            <a:pathLst>
              <a:path w="10944225" h="3501390">
                <a:moveTo>
                  <a:pt x="10944213" y="2794019"/>
                </a:moveTo>
                <a:lnTo>
                  <a:pt x="10940406" y="2834636"/>
                </a:lnTo>
                <a:lnTo>
                  <a:pt x="10933119" y="2881141"/>
                </a:lnTo>
                <a:lnTo>
                  <a:pt x="10923071" y="2926673"/>
                </a:lnTo>
                <a:lnTo>
                  <a:pt x="10910353" y="2971140"/>
                </a:lnTo>
                <a:lnTo>
                  <a:pt x="10895053" y="3014453"/>
                </a:lnTo>
                <a:lnTo>
                  <a:pt x="10877260" y="3056525"/>
                </a:lnTo>
                <a:lnTo>
                  <a:pt x="10857064" y="3097264"/>
                </a:lnTo>
                <a:lnTo>
                  <a:pt x="10834554" y="3136582"/>
                </a:lnTo>
                <a:lnTo>
                  <a:pt x="10809819" y="3174389"/>
                </a:lnTo>
                <a:lnTo>
                  <a:pt x="10782948" y="3210597"/>
                </a:lnTo>
                <a:lnTo>
                  <a:pt x="10754031" y="3245116"/>
                </a:lnTo>
                <a:lnTo>
                  <a:pt x="10723157" y="3277856"/>
                </a:lnTo>
                <a:lnTo>
                  <a:pt x="10690416" y="3308729"/>
                </a:lnTo>
                <a:lnTo>
                  <a:pt x="10655896" y="3337644"/>
                </a:lnTo>
                <a:lnTo>
                  <a:pt x="10619687" y="3364514"/>
                </a:lnTo>
                <a:lnTo>
                  <a:pt x="10581878" y="3389247"/>
                </a:lnTo>
                <a:lnTo>
                  <a:pt x="10542558" y="3411756"/>
                </a:lnTo>
                <a:lnTo>
                  <a:pt x="10501818" y="3431951"/>
                </a:lnTo>
                <a:lnTo>
                  <a:pt x="10459745" y="3449742"/>
                </a:lnTo>
                <a:lnTo>
                  <a:pt x="10416431" y="3465041"/>
                </a:lnTo>
                <a:lnTo>
                  <a:pt x="10371963" y="3477758"/>
                </a:lnTo>
                <a:lnTo>
                  <a:pt x="10326431" y="3487804"/>
                </a:lnTo>
                <a:lnTo>
                  <a:pt x="10279925" y="3495089"/>
                </a:lnTo>
                <a:lnTo>
                  <a:pt x="10232534" y="3499526"/>
                </a:lnTo>
                <a:lnTo>
                  <a:pt x="10184347" y="3501024"/>
                </a:lnTo>
                <a:lnTo>
                  <a:pt x="762097" y="3501024"/>
                </a:lnTo>
                <a:lnTo>
                  <a:pt x="713909" y="3499525"/>
                </a:lnTo>
                <a:lnTo>
                  <a:pt x="666517" y="3495087"/>
                </a:lnTo>
                <a:lnTo>
                  <a:pt x="620010" y="3487800"/>
                </a:lnTo>
                <a:lnTo>
                  <a:pt x="574479" y="3477753"/>
                </a:lnTo>
                <a:lnTo>
                  <a:pt x="530012" y="3465036"/>
                </a:lnTo>
                <a:lnTo>
                  <a:pt x="486698" y="3449736"/>
                </a:lnTo>
                <a:lnTo>
                  <a:pt x="444627" y="3431945"/>
                </a:lnTo>
                <a:lnTo>
                  <a:pt x="403889" y="3411750"/>
                </a:lnTo>
                <a:lnTo>
                  <a:pt x="364571" y="3389241"/>
                </a:lnTo>
                <a:lnTo>
                  <a:pt x="326764" y="3364508"/>
                </a:lnTo>
                <a:lnTo>
                  <a:pt x="290556" y="3337639"/>
                </a:lnTo>
                <a:lnTo>
                  <a:pt x="256038" y="3308724"/>
                </a:lnTo>
                <a:lnTo>
                  <a:pt x="223298" y="3277852"/>
                </a:lnTo>
                <a:lnTo>
                  <a:pt x="192425" y="3245112"/>
                </a:lnTo>
                <a:lnTo>
                  <a:pt x="163510" y="3210594"/>
                </a:lnTo>
                <a:lnTo>
                  <a:pt x="136640" y="3174387"/>
                </a:lnTo>
                <a:lnTo>
                  <a:pt x="111907" y="3136580"/>
                </a:lnTo>
                <a:lnTo>
                  <a:pt x="89397" y="3097263"/>
                </a:lnTo>
                <a:lnTo>
                  <a:pt x="69202" y="3056524"/>
                </a:lnTo>
                <a:lnTo>
                  <a:pt x="51410" y="3014454"/>
                </a:lnTo>
                <a:lnTo>
                  <a:pt x="36110" y="2971140"/>
                </a:lnTo>
                <a:lnTo>
                  <a:pt x="23392" y="2926673"/>
                </a:lnTo>
                <a:lnTo>
                  <a:pt x="13345" y="2881142"/>
                </a:lnTo>
                <a:lnTo>
                  <a:pt x="6058" y="2834636"/>
                </a:lnTo>
                <a:lnTo>
                  <a:pt x="1621" y="2787244"/>
                </a:lnTo>
                <a:lnTo>
                  <a:pt x="0" y="2739056"/>
                </a:lnTo>
                <a:lnTo>
                  <a:pt x="0" y="761971"/>
                </a:lnTo>
                <a:lnTo>
                  <a:pt x="1620" y="713786"/>
                </a:lnTo>
                <a:lnTo>
                  <a:pt x="6058" y="666394"/>
                </a:lnTo>
                <a:lnTo>
                  <a:pt x="13345" y="619888"/>
                </a:lnTo>
                <a:lnTo>
                  <a:pt x="23392" y="574356"/>
                </a:lnTo>
                <a:lnTo>
                  <a:pt x="36110" y="529889"/>
                </a:lnTo>
                <a:lnTo>
                  <a:pt x="51410" y="486575"/>
                </a:lnTo>
                <a:lnTo>
                  <a:pt x="69202" y="444504"/>
                </a:lnTo>
                <a:lnTo>
                  <a:pt x="89398" y="403766"/>
                </a:lnTo>
                <a:lnTo>
                  <a:pt x="111907" y="364448"/>
                </a:lnTo>
                <a:lnTo>
                  <a:pt x="136641" y="326641"/>
                </a:lnTo>
                <a:lnTo>
                  <a:pt x="163511" y="290434"/>
                </a:lnTo>
                <a:lnTo>
                  <a:pt x="192426" y="255916"/>
                </a:lnTo>
                <a:lnTo>
                  <a:pt x="223298" y="223176"/>
                </a:lnTo>
                <a:lnTo>
                  <a:pt x="256038" y="192304"/>
                </a:lnTo>
                <a:lnTo>
                  <a:pt x="290556" y="163389"/>
                </a:lnTo>
                <a:lnTo>
                  <a:pt x="326764" y="136520"/>
                </a:lnTo>
                <a:lnTo>
                  <a:pt x="364570" y="111786"/>
                </a:lnTo>
                <a:lnTo>
                  <a:pt x="403888" y="89277"/>
                </a:lnTo>
                <a:lnTo>
                  <a:pt x="444627" y="69081"/>
                </a:lnTo>
                <a:lnTo>
                  <a:pt x="486698" y="51289"/>
                </a:lnTo>
                <a:lnTo>
                  <a:pt x="530011" y="35989"/>
                </a:lnTo>
                <a:lnTo>
                  <a:pt x="574478" y="23271"/>
                </a:lnTo>
                <a:lnTo>
                  <a:pt x="620010" y="13224"/>
                </a:lnTo>
                <a:lnTo>
                  <a:pt x="666516" y="5936"/>
                </a:lnTo>
                <a:lnTo>
                  <a:pt x="713908" y="1499"/>
                </a:lnTo>
                <a:lnTo>
                  <a:pt x="762097" y="0"/>
                </a:lnTo>
                <a:lnTo>
                  <a:pt x="10184347" y="0"/>
                </a:lnTo>
                <a:lnTo>
                  <a:pt x="10232535" y="1496"/>
                </a:lnTo>
                <a:lnTo>
                  <a:pt x="10279926" y="5933"/>
                </a:lnTo>
                <a:lnTo>
                  <a:pt x="10326432" y="13219"/>
                </a:lnTo>
                <a:lnTo>
                  <a:pt x="10371964" y="23265"/>
                </a:lnTo>
                <a:lnTo>
                  <a:pt x="10416432" y="35983"/>
                </a:lnTo>
                <a:lnTo>
                  <a:pt x="10459747" y="51282"/>
                </a:lnTo>
                <a:lnTo>
                  <a:pt x="10501819" y="69074"/>
                </a:lnTo>
                <a:lnTo>
                  <a:pt x="10542559" y="89270"/>
                </a:lnTo>
                <a:lnTo>
                  <a:pt x="10581879" y="111779"/>
                </a:lnTo>
                <a:lnTo>
                  <a:pt x="10619687" y="136513"/>
                </a:lnTo>
                <a:lnTo>
                  <a:pt x="10655896" y="163383"/>
                </a:lnTo>
                <a:lnTo>
                  <a:pt x="10690416" y="192299"/>
                </a:lnTo>
                <a:lnTo>
                  <a:pt x="10723157" y="223172"/>
                </a:lnTo>
                <a:lnTo>
                  <a:pt x="10754031" y="255913"/>
                </a:lnTo>
                <a:lnTo>
                  <a:pt x="10782948" y="290432"/>
                </a:lnTo>
                <a:lnTo>
                  <a:pt x="10809818" y="326640"/>
                </a:lnTo>
                <a:lnTo>
                  <a:pt x="10834553" y="364447"/>
                </a:lnTo>
                <a:lnTo>
                  <a:pt x="10857063" y="403765"/>
                </a:lnTo>
                <a:lnTo>
                  <a:pt x="10877260" y="444505"/>
                </a:lnTo>
                <a:lnTo>
                  <a:pt x="10895053" y="486576"/>
                </a:lnTo>
                <a:lnTo>
                  <a:pt x="10910353" y="529890"/>
                </a:lnTo>
                <a:lnTo>
                  <a:pt x="10923072" y="574357"/>
                </a:lnTo>
                <a:lnTo>
                  <a:pt x="10933119" y="619888"/>
                </a:lnTo>
                <a:lnTo>
                  <a:pt x="10940406" y="666394"/>
                </a:lnTo>
                <a:lnTo>
                  <a:pt x="10944212" y="707006"/>
                </a:lnTo>
              </a:path>
            </a:pathLst>
          </a:custGeom>
          <a:ln w="57150">
            <a:solidFill>
              <a:srgbClr val="BA9977"/>
            </a:solidFill>
          </a:ln>
        </p:spPr>
        <p:txBody>
          <a:bodyPr wrap="square" lIns="0" tIns="0" rIns="0" bIns="0" rtlCol="0"/>
          <a:lstStyle/>
          <a:p>
            <a:endParaRPr/>
          </a:p>
        </p:txBody>
      </p:sp>
      <p:pic>
        <p:nvPicPr>
          <p:cNvPr id="8" name="Picture 7">
            <a:extLst>
              <a:ext uri="{FF2B5EF4-FFF2-40B4-BE49-F238E27FC236}">
                <a16:creationId xmlns:a16="http://schemas.microsoft.com/office/drawing/2014/main" id="{BB656611-8945-48BE-9A61-0F3E49D7FBF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5800" y="2663345"/>
            <a:ext cx="10287000" cy="3013555"/>
          </a:xfrm>
          <a:prstGeom prst="rect">
            <a:avLst/>
          </a:prstGeom>
        </p:spPr>
      </p:pic>
      <p:pic>
        <p:nvPicPr>
          <p:cNvPr id="16" name="Picture 15">
            <a:extLst>
              <a:ext uri="{FF2B5EF4-FFF2-40B4-BE49-F238E27FC236}">
                <a16:creationId xmlns:a16="http://schemas.microsoft.com/office/drawing/2014/main" id="{473651AC-8915-4C3C-8A84-9117D986365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695315" y="5700712"/>
            <a:ext cx="5217293" cy="2338388"/>
          </a:xfrm>
          <a:prstGeom prst="rect">
            <a:avLst/>
          </a:prstGeom>
        </p:spPr>
      </p:pic>
    </p:spTree>
    <p:extLst>
      <p:ext uri="{BB962C8B-B14F-4D97-AF65-F5344CB8AC3E}">
        <p14:creationId xmlns:p14="http://schemas.microsoft.com/office/powerpoint/2010/main" val="25815976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99788" y="8228870"/>
            <a:ext cx="2988211" cy="2057399"/>
          </a:xfrm>
          <a:prstGeom prst="rect">
            <a:avLst/>
          </a:prstGeom>
        </p:spPr>
      </p:pic>
      <p:pic>
        <p:nvPicPr>
          <p:cNvPr id="3" name="object 3"/>
          <p:cNvPicPr/>
          <p:nvPr/>
        </p:nvPicPr>
        <p:blipFill>
          <a:blip r:embed="rId3" cstate="print"/>
          <a:stretch>
            <a:fillRect/>
          </a:stretch>
        </p:blipFill>
        <p:spPr>
          <a:xfrm>
            <a:off x="0" y="7777520"/>
            <a:ext cx="2661032" cy="2501899"/>
          </a:xfrm>
          <a:prstGeom prst="rect">
            <a:avLst/>
          </a:prstGeom>
        </p:spPr>
      </p:pic>
      <p:pic>
        <p:nvPicPr>
          <p:cNvPr id="4" name="object 4"/>
          <p:cNvPicPr/>
          <p:nvPr/>
        </p:nvPicPr>
        <p:blipFill>
          <a:blip r:embed="rId4" cstate="print"/>
          <a:stretch>
            <a:fillRect/>
          </a:stretch>
        </p:blipFill>
        <p:spPr>
          <a:xfrm>
            <a:off x="15989909" y="-10710"/>
            <a:ext cx="2297305" cy="2611198"/>
          </a:xfrm>
          <a:prstGeom prst="rect">
            <a:avLst/>
          </a:prstGeom>
        </p:spPr>
      </p:pic>
      <p:pic>
        <p:nvPicPr>
          <p:cNvPr id="5" name="object 5"/>
          <p:cNvPicPr/>
          <p:nvPr/>
        </p:nvPicPr>
        <p:blipFill>
          <a:blip r:embed="rId5" cstate="print"/>
          <a:stretch>
            <a:fillRect/>
          </a:stretch>
        </p:blipFill>
        <p:spPr>
          <a:xfrm>
            <a:off x="112" y="-6144"/>
            <a:ext cx="2800807" cy="1549972"/>
          </a:xfrm>
          <a:prstGeom prst="rect">
            <a:avLst/>
          </a:prstGeom>
        </p:spPr>
      </p:pic>
      <p:sp>
        <p:nvSpPr>
          <p:cNvPr id="6" name="object 6"/>
          <p:cNvSpPr/>
          <p:nvPr/>
        </p:nvSpPr>
        <p:spPr>
          <a:xfrm>
            <a:off x="4096661" y="439679"/>
            <a:ext cx="10765155" cy="1739900"/>
          </a:xfrm>
          <a:custGeom>
            <a:avLst/>
            <a:gdLst/>
            <a:ahLst/>
            <a:cxnLst/>
            <a:rect l="l" t="t" r="r" b="b"/>
            <a:pathLst>
              <a:path w="10765155" h="1739900">
                <a:moveTo>
                  <a:pt x="10567021" y="1739800"/>
                </a:moveTo>
                <a:lnTo>
                  <a:pt x="200025" y="1739800"/>
                </a:lnTo>
                <a:lnTo>
                  <a:pt x="154161" y="1734518"/>
                </a:lnTo>
                <a:lnTo>
                  <a:pt x="112059" y="1719470"/>
                </a:lnTo>
                <a:lnTo>
                  <a:pt x="74919" y="1695857"/>
                </a:lnTo>
                <a:lnTo>
                  <a:pt x="43943" y="1664881"/>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5" y="0"/>
                </a:lnTo>
                <a:lnTo>
                  <a:pt x="10567021" y="0"/>
                </a:lnTo>
                <a:lnTo>
                  <a:pt x="10612881" y="5282"/>
                </a:lnTo>
                <a:lnTo>
                  <a:pt x="10654979" y="20330"/>
                </a:lnTo>
                <a:lnTo>
                  <a:pt x="10692116" y="43943"/>
                </a:lnTo>
                <a:lnTo>
                  <a:pt x="10723090" y="74919"/>
                </a:lnTo>
                <a:lnTo>
                  <a:pt x="10746701" y="112059"/>
                </a:lnTo>
                <a:lnTo>
                  <a:pt x="10761749" y="154161"/>
                </a:lnTo>
                <a:lnTo>
                  <a:pt x="10765014" y="182514"/>
                </a:lnTo>
                <a:lnTo>
                  <a:pt x="10765014" y="1557286"/>
                </a:lnTo>
                <a:lnTo>
                  <a:pt x="10746701" y="1627741"/>
                </a:lnTo>
                <a:lnTo>
                  <a:pt x="10723090" y="1664881"/>
                </a:lnTo>
                <a:lnTo>
                  <a:pt x="10692116" y="1695857"/>
                </a:lnTo>
                <a:lnTo>
                  <a:pt x="10654979" y="1719470"/>
                </a:lnTo>
                <a:lnTo>
                  <a:pt x="10612881" y="1734518"/>
                </a:lnTo>
                <a:lnTo>
                  <a:pt x="10567021" y="1739800"/>
                </a:lnTo>
                <a:close/>
              </a:path>
            </a:pathLst>
          </a:custGeom>
          <a:solidFill>
            <a:srgbClr val="DABD9D">
              <a:alpha val="78999"/>
            </a:srgbClr>
          </a:solidFill>
        </p:spPr>
        <p:txBody>
          <a:bodyPr wrap="square" lIns="0" tIns="0" rIns="0" bIns="0" rtlCol="0"/>
          <a:lstStyle/>
          <a:p>
            <a:endParaRPr/>
          </a:p>
        </p:txBody>
      </p:sp>
      <p:sp>
        <p:nvSpPr>
          <p:cNvPr id="10" name="object 10"/>
          <p:cNvSpPr/>
          <p:nvPr/>
        </p:nvSpPr>
        <p:spPr>
          <a:xfrm>
            <a:off x="11464229" y="5345795"/>
            <a:ext cx="5779135" cy="3074305"/>
          </a:xfrm>
          <a:custGeom>
            <a:avLst/>
            <a:gdLst/>
            <a:ahLst/>
            <a:cxnLst/>
            <a:rect l="l" t="t" r="r" b="b"/>
            <a:pathLst>
              <a:path w="5779134" h="2778125">
                <a:moveTo>
                  <a:pt x="761973" y="0"/>
                </a:moveTo>
                <a:lnTo>
                  <a:pt x="5016579" y="0"/>
                </a:lnTo>
                <a:lnTo>
                  <a:pt x="5064767" y="1501"/>
                </a:lnTo>
                <a:lnTo>
                  <a:pt x="5112159" y="5940"/>
                </a:lnTo>
                <a:lnTo>
                  <a:pt x="5158664" y="13228"/>
                </a:lnTo>
                <a:lnTo>
                  <a:pt x="5204195" y="23276"/>
                </a:lnTo>
                <a:lnTo>
                  <a:pt x="5248661" y="35995"/>
                </a:lnTo>
                <a:lnTo>
                  <a:pt x="5291974" y="51295"/>
                </a:lnTo>
                <a:lnTo>
                  <a:pt x="5334044" y="69087"/>
                </a:lnTo>
                <a:lnTo>
                  <a:pt x="5374783" y="89282"/>
                </a:lnTo>
                <a:lnTo>
                  <a:pt x="5414100" y="111790"/>
                </a:lnTo>
                <a:lnTo>
                  <a:pt x="5451907" y="136524"/>
                </a:lnTo>
                <a:lnTo>
                  <a:pt x="5488114" y="163392"/>
                </a:lnTo>
                <a:lnTo>
                  <a:pt x="5522632" y="192307"/>
                </a:lnTo>
                <a:lnTo>
                  <a:pt x="5555372" y="223179"/>
                </a:lnTo>
                <a:lnTo>
                  <a:pt x="5586245" y="255918"/>
                </a:lnTo>
                <a:lnTo>
                  <a:pt x="5615160" y="290435"/>
                </a:lnTo>
                <a:lnTo>
                  <a:pt x="5642030" y="326642"/>
                </a:lnTo>
                <a:lnTo>
                  <a:pt x="5666764" y="364449"/>
                </a:lnTo>
                <a:lnTo>
                  <a:pt x="5689274" y="403766"/>
                </a:lnTo>
                <a:lnTo>
                  <a:pt x="5709469" y="444504"/>
                </a:lnTo>
                <a:lnTo>
                  <a:pt x="5727262" y="486575"/>
                </a:lnTo>
                <a:lnTo>
                  <a:pt x="5742562" y="529888"/>
                </a:lnTo>
                <a:lnTo>
                  <a:pt x="5755280" y="574355"/>
                </a:lnTo>
                <a:lnTo>
                  <a:pt x="5765327" y="619887"/>
                </a:lnTo>
                <a:lnTo>
                  <a:pt x="5772614" y="666393"/>
                </a:lnTo>
                <a:lnTo>
                  <a:pt x="5777051" y="713785"/>
                </a:lnTo>
                <a:lnTo>
                  <a:pt x="5778550" y="761973"/>
                </a:lnTo>
                <a:lnTo>
                  <a:pt x="5778550" y="2016052"/>
                </a:lnTo>
                <a:lnTo>
                  <a:pt x="5777050" y="2064240"/>
                </a:lnTo>
                <a:lnTo>
                  <a:pt x="5772612" y="2111631"/>
                </a:lnTo>
                <a:lnTo>
                  <a:pt x="5765324" y="2158137"/>
                </a:lnTo>
                <a:lnTo>
                  <a:pt x="5755276" y="2203668"/>
                </a:lnTo>
                <a:lnTo>
                  <a:pt x="5742558" y="2248134"/>
                </a:lnTo>
                <a:lnTo>
                  <a:pt x="5727258" y="2291447"/>
                </a:lnTo>
                <a:lnTo>
                  <a:pt x="5709465" y="2333517"/>
                </a:lnTo>
                <a:lnTo>
                  <a:pt x="5689270" y="2374256"/>
                </a:lnTo>
                <a:lnTo>
                  <a:pt x="5666761" y="2413573"/>
                </a:lnTo>
                <a:lnTo>
                  <a:pt x="5642028" y="2451380"/>
                </a:lnTo>
                <a:lnTo>
                  <a:pt x="5615159" y="2487587"/>
                </a:lnTo>
                <a:lnTo>
                  <a:pt x="5586244" y="2522105"/>
                </a:lnTo>
                <a:lnTo>
                  <a:pt x="5555372" y="2554845"/>
                </a:lnTo>
                <a:lnTo>
                  <a:pt x="5522633" y="2585717"/>
                </a:lnTo>
                <a:lnTo>
                  <a:pt x="5488116" y="2614633"/>
                </a:lnTo>
                <a:lnTo>
                  <a:pt x="5451910" y="2641503"/>
                </a:lnTo>
                <a:lnTo>
                  <a:pt x="5414104" y="2666238"/>
                </a:lnTo>
                <a:lnTo>
                  <a:pt x="5374787" y="2688749"/>
                </a:lnTo>
                <a:lnTo>
                  <a:pt x="5334049" y="2708945"/>
                </a:lnTo>
                <a:lnTo>
                  <a:pt x="5291978" y="2726739"/>
                </a:lnTo>
                <a:lnTo>
                  <a:pt x="5248665" y="2742040"/>
                </a:lnTo>
                <a:lnTo>
                  <a:pt x="5204198" y="2754760"/>
                </a:lnTo>
                <a:lnTo>
                  <a:pt x="5158667" y="2764810"/>
                </a:lnTo>
                <a:lnTo>
                  <a:pt x="5112160" y="2772099"/>
                </a:lnTo>
                <a:lnTo>
                  <a:pt x="5064768" y="2776538"/>
                </a:lnTo>
                <a:lnTo>
                  <a:pt x="5016579" y="2778038"/>
                </a:lnTo>
                <a:lnTo>
                  <a:pt x="761973" y="2778038"/>
                </a:lnTo>
                <a:lnTo>
                  <a:pt x="713783" y="2776539"/>
                </a:lnTo>
                <a:lnTo>
                  <a:pt x="666391" y="2772102"/>
                </a:lnTo>
                <a:lnTo>
                  <a:pt x="619883" y="2764814"/>
                </a:lnTo>
                <a:lnTo>
                  <a:pt x="574351" y="2754767"/>
                </a:lnTo>
                <a:lnTo>
                  <a:pt x="529884" y="2742048"/>
                </a:lnTo>
                <a:lnTo>
                  <a:pt x="486569" y="2726748"/>
                </a:lnTo>
                <a:lnTo>
                  <a:pt x="444498" y="2708954"/>
                </a:lnTo>
                <a:lnTo>
                  <a:pt x="403759" y="2688758"/>
                </a:lnTo>
                <a:lnTo>
                  <a:pt x="364441" y="2666248"/>
                </a:lnTo>
                <a:lnTo>
                  <a:pt x="326634" y="2641513"/>
                </a:lnTo>
                <a:lnTo>
                  <a:pt x="290427" y="2614642"/>
                </a:lnTo>
                <a:lnTo>
                  <a:pt x="255910" y="2585726"/>
                </a:lnTo>
                <a:lnTo>
                  <a:pt x="223171" y="2554852"/>
                </a:lnTo>
                <a:lnTo>
                  <a:pt x="192299" y="2522112"/>
                </a:lnTo>
                <a:lnTo>
                  <a:pt x="163384" y="2487593"/>
                </a:lnTo>
                <a:lnTo>
                  <a:pt x="136516" y="2451385"/>
                </a:lnTo>
                <a:lnTo>
                  <a:pt x="111783" y="2413577"/>
                </a:lnTo>
                <a:lnTo>
                  <a:pt x="89275" y="2374259"/>
                </a:lnTo>
                <a:lnTo>
                  <a:pt x="69080" y="2333520"/>
                </a:lnTo>
                <a:lnTo>
                  <a:pt x="51289" y="2291449"/>
                </a:lnTo>
                <a:lnTo>
                  <a:pt x="35990" y="2248135"/>
                </a:lnTo>
                <a:lnTo>
                  <a:pt x="23272" y="2203669"/>
                </a:lnTo>
                <a:lnTo>
                  <a:pt x="13224" y="2158138"/>
                </a:lnTo>
                <a:lnTo>
                  <a:pt x="5937" y="2111632"/>
                </a:lnTo>
                <a:lnTo>
                  <a:pt x="1499" y="2064240"/>
                </a:lnTo>
                <a:lnTo>
                  <a:pt x="0" y="2016052"/>
                </a:lnTo>
                <a:lnTo>
                  <a:pt x="0" y="761973"/>
                </a:lnTo>
                <a:lnTo>
                  <a:pt x="1498" y="713785"/>
                </a:lnTo>
                <a:lnTo>
                  <a:pt x="5935" y="666393"/>
                </a:lnTo>
                <a:lnTo>
                  <a:pt x="13222" y="619886"/>
                </a:lnTo>
                <a:lnTo>
                  <a:pt x="23268" y="574355"/>
                </a:lnTo>
                <a:lnTo>
                  <a:pt x="35986" y="529887"/>
                </a:lnTo>
                <a:lnTo>
                  <a:pt x="51285" y="486573"/>
                </a:lnTo>
                <a:lnTo>
                  <a:pt x="69076" y="444502"/>
                </a:lnTo>
                <a:lnTo>
                  <a:pt x="89271" y="403762"/>
                </a:lnTo>
                <a:lnTo>
                  <a:pt x="111780" y="364444"/>
                </a:lnTo>
                <a:lnTo>
                  <a:pt x="136514" y="326637"/>
                </a:lnTo>
                <a:lnTo>
                  <a:pt x="163383" y="290429"/>
                </a:lnTo>
                <a:lnTo>
                  <a:pt x="192298" y="255910"/>
                </a:lnTo>
                <a:lnTo>
                  <a:pt x="223171" y="223170"/>
                </a:lnTo>
                <a:lnTo>
                  <a:pt x="255911" y="192298"/>
                </a:lnTo>
                <a:lnTo>
                  <a:pt x="290429" y="163382"/>
                </a:lnTo>
                <a:lnTo>
                  <a:pt x="326637" y="136513"/>
                </a:lnTo>
                <a:lnTo>
                  <a:pt x="364445" y="111780"/>
                </a:lnTo>
                <a:lnTo>
                  <a:pt x="403763" y="89271"/>
                </a:lnTo>
                <a:lnTo>
                  <a:pt x="444502" y="69076"/>
                </a:lnTo>
                <a:lnTo>
                  <a:pt x="486574" y="51285"/>
                </a:lnTo>
                <a:lnTo>
                  <a:pt x="529888" y="35986"/>
                </a:lnTo>
                <a:lnTo>
                  <a:pt x="574355" y="23269"/>
                </a:lnTo>
                <a:lnTo>
                  <a:pt x="619887" y="13222"/>
                </a:lnTo>
                <a:lnTo>
                  <a:pt x="666393" y="5936"/>
                </a:lnTo>
                <a:lnTo>
                  <a:pt x="713785" y="1498"/>
                </a:lnTo>
                <a:lnTo>
                  <a:pt x="761973" y="0"/>
                </a:lnTo>
              </a:path>
            </a:pathLst>
          </a:custGeom>
          <a:ln w="57150">
            <a:solidFill>
              <a:srgbClr val="BA9977"/>
            </a:solidFill>
          </a:ln>
        </p:spPr>
        <p:txBody>
          <a:bodyPr wrap="square" lIns="0" tIns="0" rIns="0" bIns="0" rtlCol="0"/>
          <a:lstStyle/>
          <a:p>
            <a:endParaRPr/>
          </a:p>
        </p:txBody>
      </p:sp>
      <p:sp>
        <p:nvSpPr>
          <p:cNvPr id="11" name="object 11"/>
          <p:cNvSpPr txBox="1">
            <a:spLocks noGrp="1"/>
          </p:cNvSpPr>
          <p:nvPr>
            <p:ph type="title"/>
          </p:nvPr>
        </p:nvSpPr>
        <p:spPr>
          <a:xfrm>
            <a:off x="3336093" y="292901"/>
            <a:ext cx="12385040" cy="1540615"/>
          </a:xfrm>
          <a:prstGeom prst="rect">
            <a:avLst/>
          </a:prstGeom>
        </p:spPr>
        <p:txBody>
          <a:bodyPr vert="horz" wrap="square" lIns="0" tIns="12700" rIns="0" bIns="0" rtlCol="0">
            <a:spAutoFit/>
          </a:bodyPr>
          <a:lstStyle/>
          <a:p>
            <a:pPr marL="5156835" marR="5080" indent="-3840479">
              <a:lnSpc>
                <a:spcPct val="115900"/>
              </a:lnSpc>
              <a:spcBef>
                <a:spcPts val="100"/>
              </a:spcBef>
            </a:pPr>
            <a:r>
              <a:rPr sz="4800" spc="625" dirty="0"/>
              <a:t>Q</a:t>
            </a:r>
            <a:r>
              <a:rPr lang="en-US" sz="4800" spc="625" dirty="0"/>
              <a:t>17</a:t>
            </a:r>
            <a:r>
              <a:rPr sz="4800" spc="130" dirty="0"/>
              <a:t> </a:t>
            </a:r>
            <a:r>
              <a:rPr sz="4000" spc="795" dirty="0"/>
              <a:t>-</a:t>
            </a:r>
            <a:r>
              <a:rPr sz="4000" spc="135" dirty="0"/>
              <a:t> </a:t>
            </a:r>
            <a:r>
              <a:rPr lang="en-US" sz="4000" spc="445" dirty="0"/>
              <a:t>What % of total revenue comes </a:t>
            </a:r>
            <a:br>
              <a:rPr lang="en-US" sz="4000" spc="445" dirty="0"/>
            </a:br>
            <a:r>
              <a:rPr lang="en-US" sz="4000" spc="445" dirty="0"/>
              <a:t>from each category?</a:t>
            </a:r>
            <a:endParaRPr sz="4800" dirty="0"/>
          </a:p>
        </p:txBody>
      </p:sp>
      <p:sp>
        <p:nvSpPr>
          <p:cNvPr id="12" name="object 12"/>
          <p:cNvSpPr txBox="1"/>
          <p:nvPr/>
        </p:nvSpPr>
        <p:spPr>
          <a:xfrm>
            <a:off x="2057400" y="6210300"/>
            <a:ext cx="8111490" cy="2948884"/>
          </a:xfrm>
          <a:prstGeom prst="rect">
            <a:avLst/>
          </a:prstGeom>
        </p:spPr>
        <p:txBody>
          <a:bodyPr vert="horz" wrap="square" lIns="0" tIns="98425" rIns="0" bIns="0" rtlCol="0">
            <a:spAutoFit/>
          </a:bodyPr>
          <a:lstStyle/>
          <a:p>
            <a:pPr marL="12700">
              <a:lnSpc>
                <a:spcPct val="100000"/>
              </a:lnSpc>
              <a:spcBef>
                <a:spcPts val="775"/>
              </a:spcBef>
            </a:pPr>
            <a:r>
              <a:rPr sz="3450" spc="-125" dirty="0">
                <a:solidFill>
                  <a:srgbClr val="672912"/>
                </a:solidFill>
                <a:latin typeface="Verdana"/>
                <a:cs typeface="Verdana"/>
              </a:rPr>
              <a:t>Insight</a:t>
            </a:r>
            <a:r>
              <a:rPr sz="3450" spc="-330" dirty="0">
                <a:solidFill>
                  <a:srgbClr val="672912"/>
                </a:solidFill>
                <a:latin typeface="Verdana"/>
                <a:cs typeface="Verdana"/>
              </a:rPr>
              <a:t> </a:t>
            </a:r>
            <a:r>
              <a:rPr sz="3450" spc="-710" dirty="0">
                <a:solidFill>
                  <a:srgbClr val="672912"/>
                </a:solidFill>
                <a:latin typeface="Verdana"/>
                <a:cs typeface="Verdana"/>
              </a:rPr>
              <a:t>:</a:t>
            </a:r>
            <a:endParaRPr lang="en-US" sz="3450" spc="-710" dirty="0">
              <a:solidFill>
                <a:srgbClr val="672912"/>
              </a:solidFill>
              <a:latin typeface="Verdana"/>
              <a:cs typeface="Verdana"/>
            </a:endParaRPr>
          </a:p>
          <a:p>
            <a:pPr marL="12700">
              <a:lnSpc>
                <a:spcPct val="100000"/>
              </a:lnSpc>
              <a:spcBef>
                <a:spcPts val="775"/>
              </a:spcBef>
            </a:pPr>
            <a:r>
              <a:rPr lang="en-US" sz="3600" dirty="0">
                <a:solidFill>
                  <a:schemeClr val="accent2">
                    <a:lumMod val="50000"/>
                  </a:schemeClr>
                </a:solidFill>
              </a:rPr>
              <a:t>The Classic category contributes the highest share of total revenue (26.91%), making it the strongest revenue contributor.</a:t>
            </a:r>
            <a:endParaRPr lang="en-US" sz="3450" spc="-710" dirty="0">
              <a:solidFill>
                <a:schemeClr val="accent2">
                  <a:lumMod val="50000"/>
                </a:schemeClr>
              </a:solidFill>
              <a:latin typeface="Verdana"/>
              <a:cs typeface="Verdana"/>
            </a:endParaRPr>
          </a:p>
        </p:txBody>
      </p:sp>
      <p:sp>
        <p:nvSpPr>
          <p:cNvPr id="13" name="object 13"/>
          <p:cNvSpPr/>
          <p:nvPr/>
        </p:nvSpPr>
        <p:spPr>
          <a:xfrm>
            <a:off x="1375391" y="6232793"/>
            <a:ext cx="8916035" cy="2922905"/>
          </a:xfrm>
          <a:custGeom>
            <a:avLst/>
            <a:gdLst/>
            <a:ahLst/>
            <a:cxnLst/>
            <a:rect l="l" t="t" r="r" b="b"/>
            <a:pathLst>
              <a:path w="8916035" h="2922904">
                <a:moveTo>
                  <a:pt x="8915417" y="2232462"/>
                </a:moveTo>
                <a:lnTo>
                  <a:pt x="8905885" y="2302777"/>
                </a:lnTo>
                <a:lnTo>
                  <a:pt x="8895838" y="2348309"/>
                </a:lnTo>
                <a:lnTo>
                  <a:pt x="8883121" y="2392777"/>
                </a:lnTo>
                <a:lnTo>
                  <a:pt x="8867822" y="2436091"/>
                </a:lnTo>
                <a:lnTo>
                  <a:pt x="8850030" y="2478163"/>
                </a:lnTo>
                <a:lnTo>
                  <a:pt x="8829836" y="2518902"/>
                </a:lnTo>
                <a:lnTo>
                  <a:pt x="8807327" y="2558220"/>
                </a:lnTo>
                <a:lnTo>
                  <a:pt x="8782593" y="2596028"/>
                </a:lnTo>
                <a:lnTo>
                  <a:pt x="8755724" y="2632236"/>
                </a:lnTo>
                <a:lnTo>
                  <a:pt x="8726809" y="2666754"/>
                </a:lnTo>
                <a:lnTo>
                  <a:pt x="8695936" y="2699494"/>
                </a:lnTo>
                <a:lnTo>
                  <a:pt x="8663196" y="2730367"/>
                </a:lnTo>
                <a:lnTo>
                  <a:pt x="8628678" y="2759282"/>
                </a:lnTo>
                <a:lnTo>
                  <a:pt x="8592470" y="2786151"/>
                </a:lnTo>
                <a:lnTo>
                  <a:pt x="8554663" y="2810885"/>
                </a:lnTo>
                <a:lnTo>
                  <a:pt x="8515345" y="2833394"/>
                </a:lnTo>
                <a:lnTo>
                  <a:pt x="8474605" y="2853588"/>
                </a:lnTo>
                <a:lnTo>
                  <a:pt x="8432534" y="2871380"/>
                </a:lnTo>
                <a:lnTo>
                  <a:pt x="8389220" y="2886679"/>
                </a:lnTo>
                <a:lnTo>
                  <a:pt x="8344753" y="2899396"/>
                </a:lnTo>
                <a:lnTo>
                  <a:pt x="8299221" y="2909443"/>
                </a:lnTo>
                <a:lnTo>
                  <a:pt x="8252715" y="2916730"/>
                </a:lnTo>
                <a:lnTo>
                  <a:pt x="8205323" y="2921167"/>
                </a:lnTo>
                <a:lnTo>
                  <a:pt x="8157134" y="2922666"/>
                </a:lnTo>
                <a:lnTo>
                  <a:pt x="761988" y="2922666"/>
                </a:lnTo>
                <a:lnTo>
                  <a:pt x="713800" y="2921167"/>
                </a:lnTo>
                <a:lnTo>
                  <a:pt x="666408" y="2916729"/>
                </a:lnTo>
                <a:lnTo>
                  <a:pt x="619901" y="2909443"/>
                </a:lnTo>
                <a:lnTo>
                  <a:pt x="574370" y="2899396"/>
                </a:lnTo>
                <a:lnTo>
                  <a:pt x="529902" y="2886679"/>
                </a:lnTo>
                <a:lnTo>
                  <a:pt x="486588" y="2871380"/>
                </a:lnTo>
                <a:lnTo>
                  <a:pt x="444517" y="2853589"/>
                </a:lnTo>
                <a:lnTo>
                  <a:pt x="403778" y="2833394"/>
                </a:lnTo>
                <a:lnTo>
                  <a:pt x="364459" y="2810886"/>
                </a:lnTo>
                <a:lnTo>
                  <a:pt x="326652" y="2786153"/>
                </a:lnTo>
                <a:lnTo>
                  <a:pt x="290444" y="2759284"/>
                </a:lnTo>
                <a:lnTo>
                  <a:pt x="255924" y="2730369"/>
                </a:lnTo>
                <a:lnTo>
                  <a:pt x="223184" y="2699498"/>
                </a:lnTo>
                <a:lnTo>
                  <a:pt x="192310" y="2666758"/>
                </a:lnTo>
                <a:lnTo>
                  <a:pt x="163394" y="2632240"/>
                </a:lnTo>
                <a:lnTo>
                  <a:pt x="136524" y="2596033"/>
                </a:lnTo>
                <a:lnTo>
                  <a:pt x="111789" y="2558226"/>
                </a:lnTo>
                <a:lnTo>
                  <a:pt x="89279" y="2518908"/>
                </a:lnTo>
                <a:lnTo>
                  <a:pt x="69083" y="2478168"/>
                </a:lnTo>
                <a:lnTo>
                  <a:pt x="51290" y="2436096"/>
                </a:lnTo>
                <a:lnTo>
                  <a:pt x="35989" y="2392782"/>
                </a:lnTo>
                <a:lnTo>
                  <a:pt x="23271" y="2348313"/>
                </a:lnTo>
                <a:lnTo>
                  <a:pt x="13224" y="2302781"/>
                </a:lnTo>
                <a:lnTo>
                  <a:pt x="5936" y="2256273"/>
                </a:lnTo>
                <a:lnTo>
                  <a:pt x="1499" y="2208879"/>
                </a:lnTo>
                <a:lnTo>
                  <a:pt x="0" y="2160689"/>
                </a:lnTo>
                <a:lnTo>
                  <a:pt x="0" y="761987"/>
                </a:lnTo>
                <a:lnTo>
                  <a:pt x="1497" y="713798"/>
                </a:lnTo>
                <a:lnTo>
                  <a:pt x="5934" y="666405"/>
                </a:lnTo>
                <a:lnTo>
                  <a:pt x="13220" y="619897"/>
                </a:lnTo>
                <a:lnTo>
                  <a:pt x="23267" y="574365"/>
                </a:lnTo>
                <a:lnTo>
                  <a:pt x="35985" y="529896"/>
                </a:lnTo>
                <a:lnTo>
                  <a:pt x="51284" y="486581"/>
                </a:lnTo>
                <a:lnTo>
                  <a:pt x="69077" y="444509"/>
                </a:lnTo>
                <a:lnTo>
                  <a:pt x="89272" y="403769"/>
                </a:lnTo>
                <a:lnTo>
                  <a:pt x="111782" y="364450"/>
                </a:lnTo>
                <a:lnTo>
                  <a:pt x="136516" y="326642"/>
                </a:lnTo>
                <a:lnTo>
                  <a:pt x="163386" y="290434"/>
                </a:lnTo>
                <a:lnTo>
                  <a:pt x="192303" y="255916"/>
                </a:lnTo>
                <a:lnTo>
                  <a:pt x="223176" y="223175"/>
                </a:lnTo>
                <a:lnTo>
                  <a:pt x="255917" y="192303"/>
                </a:lnTo>
                <a:lnTo>
                  <a:pt x="290436" y="163387"/>
                </a:lnTo>
                <a:lnTo>
                  <a:pt x="326645" y="136518"/>
                </a:lnTo>
                <a:lnTo>
                  <a:pt x="364453" y="111784"/>
                </a:lnTo>
                <a:lnTo>
                  <a:pt x="403771" y="89275"/>
                </a:lnTo>
                <a:lnTo>
                  <a:pt x="444511" y="69079"/>
                </a:lnTo>
                <a:lnTo>
                  <a:pt x="486583" y="51287"/>
                </a:lnTo>
                <a:lnTo>
                  <a:pt x="529898" y="35988"/>
                </a:lnTo>
                <a:lnTo>
                  <a:pt x="574366" y="23270"/>
                </a:lnTo>
                <a:lnTo>
                  <a:pt x="619898" y="13223"/>
                </a:lnTo>
                <a:lnTo>
                  <a:pt x="666406" y="5936"/>
                </a:lnTo>
                <a:lnTo>
                  <a:pt x="713798" y="1499"/>
                </a:lnTo>
                <a:lnTo>
                  <a:pt x="761988" y="0"/>
                </a:lnTo>
                <a:lnTo>
                  <a:pt x="8157134" y="0"/>
                </a:lnTo>
                <a:lnTo>
                  <a:pt x="8205323" y="1498"/>
                </a:lnTo>
                <a:lnTo>
                  <a:pt x="8252716" y="5936"/>
                </a:lnTo>
                <a:lnTo>
                  <a:pt x="8299224" y="13222"/>
                </a:lnTo>
                <a:lnTo>
                  <a:pt x="8344756" y="23269"/>
                </a:lnTo>
                <a:lnTo>
                  <a:pt x="8389224" y="35987"/>
                </a:lnTo>
                <a:lnTo>
                  <a:pt x="8432539" y="51287"/>
                </a:lnTo>
                <a:lnTo>
                  <a:pt x="8474611" y="69079"/>
                </a:lnTo>
                <a:lnTo>
                  <a:pt x="8515351" y="89275"/>
                </a:lnTo>
                <a:lnTo>
                  <a:pt x="8554669" y="111785"/>
                </a:lnTo>
                <a:lnTo>
                  <a:pt x="8592477" y="136519"/>
                </a:lnTo>
                <a:lnTo>
                  <a:pt x="8628685" y="163389"/>
                </a:lnTo>
                <a:lnTo>
                  <a:pt x="8663204" y="192305"/>
                </a:lnTo>
                <a:lnTo>
                  <a:pt x="8695944" y="223179"/>
                </a:lnTo>
                <a:lnTo>
                  <a:pt x="8726816" y="255920"/>
                </a:lnTo>
                <a:lnTo>
                  <a:pt x="8755731" y="290439"/>
                </a:lnTo>
                <a:lnTo>
                  <a:pt x="8782600" y="326648"/>
                </a:lnTo>
                <a:lnTo>
                  <a:pt x="8807333" y="364456"/>
                </a:lnTo>
                <a:lnTo>
                  <a:pt x="8829841" y="403775"/>
                </a:lnTo>
                <a:lnTo>
                  <a:pt x="8850035" y="444515"/>
                </a:lnTo>
                <a:lnTo>
                  <a:pt x="8867826" y="486587"/>
                </a:lnTo>
                <a:lnTo>
                  <a:pt x="8883124" y="529901"/>
                </a:lnTo>
                <a:lnTo>
                  <a:pt x="8895841" y="574369"/>
                </a:lnTo>
                <a:lnTo>
                  <a:pt x="8905886" y="619900"/>
                </a:lnTo>
                <a:lnTo>
                  <a:pt x="8913172" y="666407"/>
                </a:lnTo>
                <a:lnTo>
                  <a:pt x="8915408" y="690205"/>
                </a:lnTo>
              </a:path>
            </a:pathLst>
          </a:custGeom>
          <a:ln w="57150">
            <a:solidFill>
              <a:srgbClr val="BA9977"/>
            </a:solidFill>
          </a:ln>
        </p:spPr>
        <p:txBody>
          <a:bodyPr wrap="square" lIns="0" tIns="0" rIns="0" bIns="0" rtlCol="0"/>
          <a:lstStyle/>
          <a:p>
            <a:endParaRPr/>
          </a:p>
        </p:txBody>
      </p:sp>
      <p:sp>
        <p:nvSpPr>
          <p:cNvPr id="14" name="object 14"/>
          <p:cNvSpPr/>
          <p:nvPr/>
        </p:nvSpPr>
        <p:spPr>
          <a:xfrm>
            <a:off x="361736" y="2414777"/>
            <a:ext cx="10944225" cy="3501390"/>
          </a:xfrm>
          <a:custGeom>
            <a:avLst/>
            <a:gdLst/>
            <a:ahLst/>
            <a:cxnLst/>
            <a:rect l="l" t="t" r="r" b="b"/>
            <a:pathLst>
              <a:path w="10944225" h="3501390">
                <a:moveTo>
                  <a:pt x="10944213" y="2794019"/>
                </a:moveTo>
                <a:lnTo>
                  <a:pt x="10940406" y="2834636"/>
                </a:lnTo>
                <a:lnTo>
                  <a:pt x="10933119" y="2881141"/>
                </a:lnTo>
                <a:lnTo>
                  <a:pt x="10923071" y="2926673"/>
                </a:lnTo>
                <a:lnTo>
                  <a:pt x="10910353" y="2971140"/>
                </a:lnTo>
                <a:lnTo>
                  <a:pt x="10895053" y="3014453"/>
                </a:lnTo>
                <a:lnTo>
                  <a:pt x="10877260" y="3056525"/>
                </a:lnTo>
                <a:lnTo>
                  <a:pt x="10857064" y="3097264"/>
                </a:lnTo>
                <a:lnTo>
                  <a:pt x="10834554" y="3136582"/>
                </a:lnTo>
                <a:lnTo>
                  <a:pt x="10809819" y="3174389"/>
                </a:lnTo>
                <a:lnTo>
                  <a:pt x="10782948" y="3210597"/>
                </a:lnTo>
                <a:lnTo>
                  <a:pt x="10754031" y="3245116"/>
                </a:lnTo>
                <a:lnTo>
                  <a:pt x="10723157" y="3277856"/>
                </a:lnTo>
                <a:lnTo>
                  <a:pt x="10690416" y="3308729"/>
                </a:lnTo>
                <a:lnTo>
                  <a:pt x="10655896" y="3337644"/>
                </a:lnTo>
                <a:lnTo>
                  <a:pt x="10619687" y="3364514"/>
                </a:lnTo>
                <a:lnTo>
                  <a:pt x="10581878" y="3389247"/>
                </a:lnTo>
                <a:lnTo>
                  <a:pt x="10542558" y="3411756"/>
                </a:lnTo>
                <a:lnTo>
                  <a:pt x="10501818" y="3431951"/>
                </a:lnTo>
                <a:lnTo>
                  <a:pt x="10459745" y="3449742"/>
                </a:lnTo>
                <a:lnTo>
                  <a:pt x="10416431" y="3465041"/>
                </a:lnTo>
                <a:lnTo>
                  <a:pt x="10371963" y="3477758"/>
                </a:lnTo>
                <a:lnTo>
                  <a:pt x="10326431" y="3487804"/>
                </a:lnTo>
                <a:lnTo>
                  <a:pt x="10279925" y="3495089"/>
                </a:lnTo>
                <a:lnTo>
                  <a:pt x="10232534" y="3499526"/>
                </a:lnTo>
                <a:lnTo>
                  <a:pt x="10184347" y="3501024"/>
                </a:lnTo>
                <a:lnTo>
                  <a:pt x="762097" y="3501024"/>
                </a:lnTo>
                <a:lnTo>
                  <a:pt x="713909" y="3499525"/>
                </a:lnTo>
                <a:lnTo>
                  <a:pt x="666517" y="3495087"/>
                </a:lnTo>
                <a:lnTo>
                  <a:pt x="620010" y="3487800"/>
                </a:lnTo>
                <a:lnTo>
                  <a:pt x="574479" y="3477753"/>
                </a:lnTo>
                <a:lnTo>
                  <a:pt x="530012" y="3465036"/>
                </a:lnTo>
                <a:lnTo>
                  <a:pt x="486698" y="3449736"/>
                </a:lnTo>
                <a:lnTo>
                  <a:pt x="444627" y="3431945"/>
                </a:lnTo>
                <a:lnTo>
                  <a:pt x="403889" y="3411750"/>
                </a:lnTo>
                <a:lnTo>
                  <a:pt x="364571" y="3389241"/>
                </a:lnTo>
                <a:lnTo>
                  <a:pt x="326764" y="3364508"/>
                </a:lnTo>
                <a:lnTo>
                  <a:pt x="290556" y="3337639"/>
                </a:lnTo>
                <a:lnTo>
                  <a:pt x="256038" y="3308724"/>
                </a:lnTo>
                <a:lnTo>
                  <a:pt x="223298" y="3277852"/>
                </a:lnTo>
                <a:lnTo>
                  <a:pt x="192425" y="3245112"/>
                </a:lnTo>
                <a:lnTo>
                  <a:pt x="163510" y="3210594"/>
                </a:lnTo>
                <a:lnTo>
                  <a:pt x="136640" y="3174387"/>
                </a:lnTo>
                <a:lnTo>
                  <a:pt x="111907" y="3136580"/>
                </a:lnTo>
                <a:lnTo>
                  <a:pt x="89397" y="3097263"/>
                </a:lnTo>
                <a:lnTo>
                  <a:pt x="69202" y="3056524"/>
                </a:lnTo>
                <a:lnTo>
                  <a:pt x="51410" y="3014454"/>
                </a:lnTo>
                <a:lnTo>
                  <a:pt x="36110" y="2971140"/>
                </a:lnTo>
                <a:lnTo>
                  <a:pt x="23392" y="2926673"/>
                </a:lnTo>
                <a:lnTo>
                  <a:pt x="13345" y="2881142"/>
                </a:lnTo>
                <a:lnTo>
                  <a:pt x="6058" y="2834636"/>
                </a:lnTo>
                <a:lnTo>
                  <a:pt x="1621" y="2787244"/>
                </a:lnTo>
                <a:lnTo>
                  <a:pt x="0" y="2739056"/>
                </a:lnTo>
                <a:lnTo>
                  <a:pt x="0" y="761971"/>
                </a:lnTo>
                <a:lnTo>
                  <a:pt x="1620" y="713786"/>
                </a:lnTo>
                <a:lnTo>
                  <a:pt x="6058" y="666394"/>
                </a:lnTo>
                <a:lnTo>
                  <a:pt x="13345" y="619888"/>
                </a:lnTo>
                <a:lnTo>
                  <a:pt x="23392" y="574356"/>
                </a:lnTo>
                <a:lnTo>
                  <a:pt x="36110" y="529889"/>
                </a:lnTo>
                <a:lnTo>
                  <a:pt x="51410" y="486575"/>
                </a:lnTo>
                <a:lnTo>
                  <a:pt x="69202" y="444504"/>
                </a:lnTo>
                <a:lnTo>
                  <a:pt x="89398" y="403766"/>
                </a:lnTo>
                <a:lnTo>
                  <a:pt x="111907" y="364448"/>
                </a:lnTo>
                <a:lnTo>
                  <a:pt x="136641" y="326641"/>
                </a:lnTo>
                <a:lnTo>
                  <a:pt x="163511" y="290434"/>
                </a:lnTo>
                <a:lnTo>
                  <a:pt x="192426" y="255916"/>
                </a:lnTo>
                <a:lnTo>
                  <a:pt x="223298" y="223176"/>
                </a:lnTo>
                <a:lnTo>
                  <a:pt x="256038" y="192304"/>
                </a:lnTo>
                <a:lnTo>
                  <a:pt x="290556" y="163389"/>
                </a:lnTo>
                <a:lnTo>
                  <a:pt x="326764" y="136520"/>
                </a:lnTo>
                <a:lnTo>
                  <a:pt x="364570" y="111786"/>
                </a:lnTo>
                <a:lnTo>
                  <a:pt x="403888" y="89277"/>
                </a:lnTo>
                <a:lnTo>
                  <a:pt x="444627" y="69081"/>
                </a:lnTo>
                <a:lnTo>
                  <a:pt x="486698" y="51289"/>
                </a:lnTo>
                <a:lnTo>
                  <a:pt x="530011" y="35989"/>
                </a:lnTo>
                <a:lnTo>
                  <a:pt x="574478" y="23271"/>
                </a:lnTo>
                <a:lnTo>
                  <a:pt x="620010" y="13224"/>
                </a:lnTo>
                <a:lnTo>
                  <a:pt x="666516" y="5936"/>
                </a:lnTo>
                <a:lnTo>
                  <a:pt x="713908" y="1499"/>
                </a:lnTo>
                <a:lnTo>
                  <a:pt x="762097" y="0"/>
                </a:lnTo>
                <a:lnTo>
                  <a:pt x="10184347" y="0"/>
                </a:lnTo>
                <a:lnTo>
                  <a:pt x="10232535" y="1496"/>
                </a:lnTo>
                <a:lnTo>
                  <a:pt x="10279926" y="5933"/>
                </a:lnTo>
                <a:lnTo>
                  <a:pt x="10326432" y="13219"/>
                </a:lnTo>
                <a:lnTo>
                  <a:pt x="10371964" y="23265"/>
                </a:lnTo>
                <a:lnTo>
                  <a:pt x="10416432" y="35983"/>
                </a:lnTo>
                <a:lnTo>
                  <a:pt x="10459747" y="51282"/>
                </a:lnTo>
                <a:lnTo>
                  <a:pt x="10501819" y="69074"/>
                </a:lnTo>
                <a:lnTo>
                  <a:pt x="10542559" y="89270"/>
                </a:lnTo>
                <a:lnTo>
                  <a:pt x="10581879" y="111779"/>
                </a:lnTo>
                <a:lnTo>
                  <a:pt x="10619687" y="136513"/>
                </a:lnTo>
                <a:lnTo>
                  <a:pt x="10655896" y="163383"/>
                </a:lnTo>
                <a:lnTo>
                  <a:pt x="10690416" y="192299"/>
                </a:lnTo>
                <a:lnTo>
                  <a:pt x="10723157" y="223172"/>
                </a:lnTo>
                <a:lnTo>
                  <a:pt x="10754031" y="255913"/>
                </a:lnTo>
                <a:lnTo>
                  <a:pt x="10782948" y="290432"/>
                </a:lnTo>
                <a:lnTo>
                  <a:pt x="10809818" y="326640"/>
                </a:lnTo>
                <a:lnTo>
                  <a:pt x="10834553" y="364447"/>
                </a:lnTo>
                <a:lnTo>
                  <a:pt x="10857063" y="403765"/>
                </a:lnTo>
                <a:lnTo>
                  <a:pt x="10877260" y="444505"/>
                </a:lnTo>
                <a:lnTo>
                  <a:pt x="10895053" y="486576"/>
                </a:lnTo>
                <a:lnTo>
                  <a:pt x="10910353" y="529890"/>
                </a:lnTo>
                <a:lnTo>
                  <a:pt x="10923072" y="574357"/>
                </a:lnTo>
                <a:lnTo>
                  <a:pt x="10933119" y="619888"/>
                </a:lnTo>
                <a:lnTo>
                  <a:pt x="10940406" y="666394"/>
                </a:lnTo>
                <a:lnTo>
                  <a:pt x="10944212" y="707006"/>
                </a:lnTo>
              </a:path>
            </a:pathLst>
          </a:custGeom>
          <a:ln w="57150">
            <a:solidFill>
              <a:srgbClr val="BA9977"/>
            </a:solidFill>
          </a:ln>
        </p:spPr>
        <p:txBody>
          <a:bodyPr wrap="square" lIns="0" tIns="0" rIns="0" bIns="0" rtlCol="0"/>
          <a:lstStyle/>
          <a:p>
            <a:endParaRPr/>
          </a:p>
        </p:txBody>
      </p:sp>
      <p:pic>
        <p:nvPicPr>
          <p:cNvPr id="9" name="Picture 8">
            <a:extLst>
              <a:ext uri="{FF2B5EF4-FFF2-40B4-BE49-F238E27FC236}">
                <a16:creationId xmlns:a16="http://schemas.microsoft.com/office/drawing/2014/main" id="{CB733AEA-939F-40B4-9732-CCCFCD7D09C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3510" y="2609552"/>
            <a:ext cx="10123090" cy="3029373"/>
          </a:xfrm>
          <a:prstGeom prst="rect">
            <a:avLst/>
          </a:prstGeom>
        </p:spPr>
      </p:pic>
      <p:pic>
        <p:nvPicPr>
          <p:cNvPr id="17" name="Picture 16">
            <a:extLst>
              <a:ext uri="{FF2B5EF4-FFF2-40B4-BE49-F238E27FC236}">
                <a16:creationId xmlns:a16="http://schemas.microsoft.com/office/drawing/2014/main" id="{20FF4331-EB7A-4B9A-8137-9FE9F5BB832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676342" y="5691858"/>
            <a:ext cx="5236267" cy="2347242"/>
          </a:xfrm>
          <a:prstGeom prst="rect">
            <a:avLst/>
          </a:prstGeom>
        </p:spPr>
      </p:pic>
    </p:spTree>
    <p:extLst>
      <p:ext uri="{BB962C8B-B14F-4D97-AF65-F5344CB8AC3E}">
        <p14:creationId xmlns:p14="http://schemas.microsoft.com/office/powerpoint/2010/main" val="28279669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99788" y="8228870"/>
            <a:ext cx="2988211" cy="2057399"/>
          </a:xfrm>
          <a:prstGeom prst="rect">
            <a:avLst/>
          </a:prstGeom>
        </p:spPr>
      </p:pic>
      <p:pic>
        <p:nvPicPr>
          <p:cNvPr id="3" name="object 3"/>
          <p:cNvPicPr/>
          <p:nvPr/>
        </p:nvPicPr>
        <p:blipFill>
          <a:blip r:embed="rId3" cstate="print"/>
          <a:stretch>
            <a:fillRect/>
          </a:stretch>
        </p:blipFill>
        <p:spPr>
          <a:xfrm>
            <a:off x="0" y="7777520"/>
            <a:ext cx="2661032" cy="2501899"/>
          </a:xfrm>
          <a:prstGeom prst="rect">
            <a:avLst/>
          </a:prstGeom>
        </p:spPr>
      </p:pic>
      <p:pic>
        <p:nvPicPr>
          <p:cNvPr id="4" name="object 4"/>
          <p:cNvPicPr/>
          <p:nvPr/>
        </p:nvPicPr>
        <p:blipFill>
          <a:blip r:embed="rId4" cstate="print"/>
          <a:stretch>
            <a:fillRect/>
          </a:stretch>
        </p:blipFill>
        <p:spPr>
          <a:xfrm>
            <a:off x="15989909" y="-10710"/>
            <a:ext cx="2297305" cy="2611198"/>
          </a:xfrm>
          <a:prstGeom prst="rect">
            <a:avLst/>
          </a:prstGeom>
        </p:spPr>
      </p:pic>
      <p:pic>
        <p:nvPicPr>
          <p:cNvPr id="5" name="object 5"/>
          <p:cNvPicPr/>
          <p:nvPr/>
        </p:nvPicPr>
        <p:blipFill>
          <a:blip r:embed="rId5" cstate="print"/>
          <a:stretch>
            <a:fillRect/>
          </a:stretch>
        </p:blipFill>
        <p:spPr>
          <a:xfrm>
            <a:off x="112" y="-6144"/>
            <a:ext cx="2800807" cy="1549972"/>
          </a:xfrm>
          <a:prstGeom prst="rect">
            <a:avLst/>
          </a:prstGeom>
        </p:spPr>
      </p:pic>
      <p:sp>
        <p:nvSpPr>
          <p:cNvPr id="6" name="object 6"/>
          <p:cNvSpPr/>
          <p:nvPr/>
        </p:nvSpPr>
        <p:spPr>
          <a:xfrm>
            <a:off x="4096661" y="439679"/>
            <a:ext cx="10765155" cy="1739900"/>
          </a:xfrm>
          <a:custGeom>
            <a:avLst/>
            <a:gdLst/>
            <a:ahLst/>
            <a:cxnLst/>
            <a:rect l="l" t="t" r="r" b="b"/>
            <a:pathLst>
              <a:path w="10765155" h="1739900">
                <a:moveTo>
                  <a:pt x="10567021" y="1739800"/>
                </a:moveTo>
                <a:lnTo>
                  <a:pt x="200025" y="1739800"/>
                </a:lnTo>
                <a:lnTo>
                  <a:pt x="154161" y="1734518"/>
                </a:lnTo>
                <a:lnTo>
                  <a:pt x="112059" y="1719470"/>
                </a:lnTo>
                <a:lnTo>
                  <a:pt x="74919" y="1695857"/>
                </a:lnTo>
                <a:lnTo>
                  <a:pt x="43943" y="1664881"/>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5" y="0"/>
                </a:lnTo>
                <a:lnTo>
                  <a:pt x="10567021" y="0"/>
                </a:lnTo>
                <a:lnTo>
                  <a:pt x="10612881" y="5282"/>
                </a:lnTo>
                <a:lnTo>
                  <a:pt x="10654979" y="20330"/>
                </a:lnTo>
                <a:lnTo>
                  <a:pt x="10692116" y="43943"/>
                </a:lnTo>
                <a:lnTo>
                  <a:pt x="10723090" y="74919"/>
                </a:lnTo>
                <a:lnTo>
                  <a:pt x="10746701" y="112059"/>
                </a:lnTo>
                <a:lnTo>
                  <a:pt x="10761749" y="154161"/>
                </a:lnTo>
                <a:lnTo>
                  <a:pt x="10765014" y="182514"/>
                </a:lnTo>
                <a:lnTo>
                  <a:pt x="10765014" y="1557286"/>
                </a:lnTo>
                <a:lnTo>
                  <a:pt x="10746701" y="1627741"/>
                </a:lnTo>
                <a:lnTo>
                  <a:pt x="10723090" y="1664881"/>
                </a:lnTo>
                <a:lnTo>
                  <a:pt x="10692116" y="1695857"/>
                </a:lnTo>
                <a:lnTo>
                  <a:pt x="10654979" y="1719470"/>
                </a:lnTo>
                <a:lnTo>
                  <a:pt x="10612881" y="1734518"/>
                </a:lnTo>
                <a:lnTo>
                  <a:pt x="10567021" y="1739800"/>
                </a:lnTo>
                <a:close/>
              </a:path>
            </a:pathLst>
          </a:custGeom>
          <a:solidFill>
            <a:srgbClr val="DABD9D">
              <a:alpha val="78999"/>
            </a:srgbClr>
          </a:solidFill>
        </p:spPr>
        <p:txBody>
          <a:bodyPr wrap="square" lIns="0" tIns="0" rIns="0" bIns="0" rtlCol="0"/>
          <a:lstStyle/>
          <a:p>
            <a:endParaRPr/>
          </a:p>
        </p:txBody>
      </p:sp>
      <p:sp>
        <p:nvSpPr>
          <p:cNvPr id="10" name="object 10"/>
          <p:cNvSpPr/>
          <p:nvPr/>
        </p:nvSpPr>
        <p:spPr>
          <a:xfrm>
            <a:off x="11464229" y="5345795"/>
            <a:ext cx="5779135" cy="3074305"/>
          </a:xfrm>
          <a:custGeom>
            <a:avLst/>
            <a:gdLst/>
            <a:ahLst/>
            <a:cxnLst/>
            <a:rect l="l" t="t" r="r" b="b"/>
            <a:pathLst>
              <a:path w="5779134" h="2778125">
                <a:moveTo>
                  <a:pt x="761973" y="0"/>
                </a:moveTo>
                <a:lnTo>
                  <a:pt x="5016579" y="0"/>
                </a:lnTo>
                <a:lnTo>
                  <a:pt x="5064767" y="1501"/>
                </a:lnTo>
                <a:lnTo>
                  <a:pt x="5112159" y="5940"/>
                </a:lnTo>
                <a:lnTo>
                  <a:pt x="5158664" y="13228"/>
                </a:lnTo>
                <a:lnTo>
                  <a:pt x="5204195" y="23276"/>
                </a:lnTo>
                <a:lnTo>
                  <a:pt x="5248661" y="35995"/>
                </a:lnTo>
                <a:lnTo>
                  <a:pt x="5291974" y="51295"/>
                </a:lnTo>
                <a:lnTo>
                  <a:pt x="5334044" y="69087"/>
                </a:lnTo>
                <a:lnTo>
                  <a:pt x="5374783" y="89282"/>
                </a:lnTo>
                <a:lnTo>
                  <a:pt x="5414100" y="111790"/>
                </a:lnTo>
                <a:lnTo>
                  <a:pt x="5451907" y="136524"/>
                </a:lnTo>
                <a:lnTo>
                  <a:pt x="5488114" y="163392"/>
                </a:lnTo>
                <a:lnTo>
                  <a:pt x="5522632" y="192307"/>
                </a:lnTo>
                <a:lnTo>
                  <a:pt x="5555372" y="223179"/>
                </a:lnTo>
                <a:lnTo>
                  <a:pt x="5586245" y="255918"/>
                </a:lnTo>
                <a:lnTo>
                  <a:pt x="5615160" y="290435"/>
                </a:lnTo>
                <a:lnTo>
                  <a:pt x="5642030" y="326642"/>
                </a:lnTo>
                <a:lnTo>
                  <a:pt x="5666764" y="364449"/>
                </a:lnTo>
                <a:lnTo>
                  <a:pt x="5689274" y="403766"/>
                </a:lnTo>
                <a:lnTo>
                  <a:pt x="5709469" y="444504"/>
                </a:lnTo>
                <a:lnTo>
                  <a:pt x="5727262" y="486575"/>
                </a:lnTo>
                <a:lnTo>
                  <a:pt x="5742562" y="529888"/>
                </a:lnTo>
                <a:lnTo>
                  <a:pt x="5755280" y="574355"/>
                </a:lnTo>
                <a:lnTo>
                  <a:pt x="5765327" y="619887"/>
                </a:lnTo>
                <a:lnTo>
                  <a:pt x="5772614" y="666393"/>
                </a:lnTo>
                <a:lnTo>
                  <a:pt x="5777051" y="713785"/>
                </a:lnTo>
                <a:lnTo>
                  <a:pt x="5778550" y="761973"/>
                </a:lnTo>
                <a:lnTo>
                  <a:pt x="5778550" y="2016052"/>
                </a:lnTo>
                <a:lnTo>
                  <a:pt x="5777050" y="2064240"/>
                </a:lnTo>
                <a:lnTo>
                  <a:pt x="5772612" y="2111631"/>
                </a:lnTo>
                <a:lnTo>
                  <a:pt x="5765324" y="2158137"/>
                </a:lnTo>
                <a:lnTo>
                  <a:pt x="5755276" y="2203668"/>
                </a:lnTo>
                <a:lnTo>
                  <a:pt x="5742558" y="2248134"/>
                </a:lnTo>
                <a:lnTo>
                  <a:pt x="5727258" y="2291447"/>
                </a:lnTo>
                <a:lnTo>
                  <a:pt x="5709465" y="2333517"/>
                </a:lnTo>
                <a:lnTo>
                  <a:pt x="5689270" y="2374256"/>
                </a:lnTo>
                <a:lnTo>
                  <a:pt x="5666761" y="2413573"/>
                </a:lnTo>
                <a:lnTo>
                  <a:pt x="5642028" y="2451380"/>
                </a:lnTo>
                <a:lnTo>
                  <a:pt x="5615159" y="2487587"/>
                </a:lnTo>
                <a:lnTo>
                  <a:pt x="5586244" y="2522105"/>
                </a:lnTo>
                <a:lnTo>
                  <a:pt x="5555372" y="2554845"/>
                </a:lnTo>
                <a:lnTo>
                  <a:pt x="5522633" y="2585717"/>
                </a:lnTo>
                <a:lnTo>
                  <a:pt x="5488116" y="2614633"/>
                </a:lnTo>
                <a:lnTo>
                  <a:pt x="5451910" y="2641503"/>
                </a:lnTo>
                <a:lnTo>
                  <a:pt x="5414104" y="2666238"/>
                </a:lnTo>
                <a:lnTo>
                  <a:pt x="5374787" y="2688749"/>
                </a:lnTo>
                <a:lnTo>
                  <a:pt x="5334049" y="2708945"/>
                </a:lnTo>
                <a:lnTo>
                  <a:pt x="5291978" y="2726739"/>
                </a:lnTo>
                <a:lnTo>
                  <a:pt x="5248665" y="2742040"/>
                </a:lnTo>
                <a:lnTo>
                  <a:pt x="5204198" y="2754760"/>
                </a:lnTo>
                <a:lnTo>
                  <a:pt x="5158667" y="2764810"/>
                </a:lnTo>
                <a:lnTo>
                  <a:pt x="5112160" y="2772099"/>
                </a:lnTo>
                <a:lnTo>
                  <a:pt x="5064768" y="2776538"/>
                </a:lnTo>
                <a:lnTo>
                  <a:pt x="5016579" y="2778038"/>
                </a:lnTo>
                <a:lnTo>
                  <a:pt x="761973" y="2778038"/>
                </a:lnTo>
                <a:lnTo>
                  <a:pt x="713783" y="2776539"/>
                </a:lnTo>
                <a:lnTo>
                  <a:pt x="666391" y="2772102"/>
                </a:lnTo>
                <a:lnTo>
                  <a:pt x="619883" y="2764814"/>
                </a:lnTo>
                <a:lnTo>
                  <a:pt x="574351" y="2754767"/>
                </a:lnTo>
                <a:lnTo>
                  <a:pt x="529884" y="2742048"/>
                </a:lnTo>
                <a:lnTo>
                  <a:pt x="486569" y="2726748"/>
                </a:lnTo>
                <a:lnTo>
                  <a:pt x="444498" y="2708954"/>
                </a:lnTo>
                <a:lnTo>
                  <a:pt x="403759" y="2688758"/>
                </a:lnTo>
                <a:lnTo>
                  <a:pt x="364441" y="2666248"/>
                </a:lnTo>
                <a:lnTo>
                  <a:pt x="326634" y="2641513"/>
                </a:lnTo>
                <a:lnTo>
                  <a:pt x="290427" y="2614642"/>
                </a:lnTo>
                <a:lnTo>
                  <a:pt x="255910" y="2585726"/>
                </a:lnTo>
                <a:lnTo>
                  <a:pt x="223171" y="2554852"/>
                </a:lnTo>
                <a:lnTo>
                  <a:pt x="192299" y="2522112"/>
                </a:lnTo>
                <a:lnTo>
                  <a:pt x="163384" y="2487593"/>
                </a:lnTo>
                <a:lnTo>
                  <a:pt x="136516" y="2451385"/>
                </a:lnTo>
                <a:lnTo>
                  <a:pt x="111783" y="2413577"/>
                </a:lnTo>
                <a:lnTo>
                  <a:pt x="89275" y="2374259"/>
                </a:lnTo>
                <a:lnTo>
                  <a:pt x="69080" y="2333520"/>
                </a:lnTo>
                <a:lnTo>
                  <a:pt x="51289" y="2291449"/>
                </a:lnTo>
                <a:lnTo>
                  <a:pt x="35990" y="2248135"/>
                </a:lnTo>
                <a:lnTo>
                  <a:pt x="23272" y="2203669"/>
                </a:lnTo>
                <a:lnTo>
                  <a:pt x="13224" y="2158138"/>
                </a:lnTo>
                <a:lnTo>
                  <a:pt x="5937" y="2111632"/>
                </a:lnTo>
                <a:lnTo>
                  <a:pt x="1499" y="2064240"/>
                </a:lnTo>
                <a:lnTo>
                  <a:pt x="0" y="2016052"/>
                </a:lnTo>
                <a:lnTo>
                  <a:pt x="0" y="761973"/>
                </a:lnTo>
                <a:lnTo>
                  <a:pt x="1498" y="713785"/>
                </a:lnTo>
                <a:lnTo>
                  <a:pt x="5935" y="666393"/>
                </a:lnTo>
                <a:lnTo>
                  <a:pt x="13222" y="619886"/>
                </a:lnTo>
                <a:lnTo>
                  <a:pt x="23268" y="574355"/>
                </a:lnTo>
                <a:lnTo>
                  <a:pt x="35986" y="529887"/>
                </a:lnTo>
                <a:lnTo>
                  <a:pt x="51285" y="486573"/>
                </a:lnTo>
                <a:lnTo>
                  <a:pt x="69076" y="444502"/>
                </a:lnTo>
                <a:lnTo>
                  <a:pt x="89271" y="403762"/>
                </a:lnTo>
                <a:lnTo>
                  <a:pt x="111780" y="364444"/>
                </a:lnTo>
                <a:lnTo>
                  <a:pt x="136514" y="326637"/>
                </a:lnTo>
                <a:lnTo>
                  <a:pt x="163383" y="290429"/>
                </a:lnTo>
                <a:lnTo>
                  <a:pt x="192298" y="255910"/>
                </a:lnTo>
                <a:lnTo>
                  <a:pt x="223171" y="223170"/>
                </a:lnTo>
                <a:lnTo>
                  <a:pt x="255911" y="192298"/>
                </a:lnTo>
                <a:lnTo>
                  <a:pt x="290429" y="163382"/>
                </a:lnTo>
                <a:lnTo>
                  <a:pt x="326637" y="136513"/>
                </a:lnTo>
                <a:lnTo>
                  <a:pt x="364445" y="111780"/>
                </a:lnTo>
                <a:lnTo>
                  <a:pt x="403763" y="89271"/>
                </a:lnTo>
                <a:lnTo>
                  <a:pt x="444502" y="69076"/>
                </a:lnTo>
                <a:lnTo>
                  <a:pt x="486574" y="51285"/>
                </a:lnTo>
                <a:lnTo>
                  <a:pt x="529888" y="35986"/>
                </a:lnTo>
                <a:lnTo>
                  <a:pt x="574355" y="23269"/>
                </a:lnTo>
                <a:lnTo>
                  <a:pt x="619887" y="13222"/>
                </a:lnTo>
                <a:lnTo>
                  <a:pt x="666393" y="5936"/>
                </a:lnTo>
                <a:lnTo>
                  <a:pt x="713785" y="1498"/>
                </a:lnTo>
                <a:lnTo>
                  <a:pt x="761973" y="0"/>
                </a:lnTo>
              </a:path>
            </a:pathLst>
          </a:custGeom>
          <a:ln w="57150">
            <a:solidFill>
              <a:srgbClr val="BA9977"/>
            </a:solidFill>
          </a:ln>
        </p:spPr>
        <p:txBody>
          <a:bodyPr wrap="square" lIns="0" tIns="0" rIns="0" bIns="0" rtlCol="0"/>
          <a:lstStyle/>
          <a:p>
            <a:endParaRPr/>
          </a:p>
        </p:txBody>
      </p:sp>
      <p:sp>
        <p:nvSpPr>
          <p:cNvPr id="11" name="object 11"/>
          <p:cNvSpPr txBox="1">
            <a:spLocks noGrp="1"/>
          </p:cNvSpPr>
          <p:nvPr>
            <p:ph type="title"/>
          </p:nvPr>
        </p:nvSpPr>
        <p:spPr>
          <a:xfrm>
            <a:off x="3336093" y="292901"/>
            <a:ext cx="12385040" cy="1540615"/>
          </a:xfrm>
          <a:prstGeom prst="rect">
            <a:avLst/>
          </a:prstGeom>
        </p:spPr>
        <p:txBody>
          <a:bodyPr vert="horz" wrap="square" lIns="0" tIns="12700" rIns="0" bIns="0" rtlCol="0">
            <a:spAutoFit/>
          </a:bodyPr>
          <a:lstStyle/>
          <a:p>
            <a:pPr marL="5156835" marR="5080" indent="-3840479">
              <a:lnSpc>
                <a:spcPct val="115900"/>
              </a:lnSpc>
              <a:spcBef>
                <a:spcPts val="100"/>
              </a:spcBef>
            </a:pPr>
            <a:r>
              <a:rPr sz="4800" spc="625" dirty="0"/>
              <a:t>Q</a:t>
            </a:r>
            <a:r>
              <a:rPr lang="en-US" sz="4800" spc="625" dirty="0"/>
              <a:t>18</a:t>
            </a:r>
            <a:r>
              <a:rPr sz="4800" spc="130" dirty="0"/>
              <a:t> </a:t>
            </a:r>
            <a:r>
              <a:rPr sz="4000" spc="795" dirty="0"/>
              <a:t>-</a:t>
            </a:r>
            <a:r>
              <a:rPr sz="4000" spc="135" dirty="0"/>
              <a:t> </a:t>
            </a:r>
            <a:r>
              <a:rPr lang="en-US" sz="4000" spc="445" dirty="0"/>
              <a:t>What % of revenue comes from each pizza size?</a:t>
            </a:r>
            <a:endParaRPr sz="4800" dirty="0"/>
          </a:p>
        </p:txBody>
      </p:sp>
      <p:sp>
        <p:nvSpPr>
          <p:cNvPr id="12" name="object 12"/>
          <p:cNvSpPr txBox="1"/>
          <p:nvPr/>
        </p:nvSpPr>
        <p:spPr>
          <a:xfrm>
            <a:off x="2057400" y="6210300"/>
            <a:ext cx="8111490" cy="2948884"/>
          </a:xfrm>
          <a:prstGeom prst="rect">
            <a:avLst/>
          </a:prstGeom>
        </p:spPr>
        <p:txBody>
          <a:bodyPr vert="horz" wrap="square" lIns="0" tIns="98425" rIns="0" bIns="0" rtlCol="0">
            <a:spAutoFit/>
          </a:bodyPr>
          <a:lstStyle/>
          <a:p>
            <a:pPr marL="12700">
              <a:lnSpc>
                <a:spcPct val="100000"/>
              </a:lnSpc>
              <a:spcBef>
                <a:spcPts val="775"/>
              </a:spcBef>
            </a:pPr>
            <a:r>
              <a:rPr sz="3450" spc="-125" dirty="0">
                <a:solidFill>
                  <a:srgbClr val="672912"/>
                </a:solidFill>
                <a:latin typeface="Verdana"/>
                <a:cs typeface="Verdana"/>
              </a:rPr>
              <a:t>Insight</a:t>
            </a:r>
            <a:r>
              <a:rPr sz="3450" spc="-330" dirty="0">
                <a:solidFill>
                  <a:srgbClr val="672912"/>
                </a:solidFill>
                <a:latin typeface="Verdana"/>
                <a:cs typeface="Verdana"/>
              </a:rPr>
              <a:t> </a:t>
            </a:r>
            <a:r>
              <a:rPr sz="3450" spc="-710" dirty="0">
                <a:solidFill>
                  <a:srgbClr val="672912"/>
                </a:solidFill>
                <a:latin typeface="Verdana"/>
                <a:cs typeface="Verdana"/>
              </a:rPr>
              <a:t>:</a:t>
            </a:r>
            <a:endParaRPr lang="en-US" sz="3450" spc="-710" dirty="0">
              <a:solidFill>
                <a:srgbClr val="672912"/>
              </a:solidFill>
              <a:latin typeface="Verdana"/>
              <a:cs typeface="Verdana"/>
            </a:endParaRPr>
          </a:p>
          <a:p>
            <a:pPr marL="12700">
              <a:lnSpc>
                <a:spcPct val="100000"/>
              </a:lnSpc>
              <a:spcBef>
                <a:spcPts val="775"/>
              </a:spcBef>
            </a:pPr>
            <a:r>
              <a:rPr lang="en-US" sz="3600" dirty="0">
                <a:solidFill>
                  <a:schemeClr val="accent2">
                    <a:lumMod val="50000"/>
                  </a:schemeClr>
                </a:solidFill>
              </a:rPr>
              <a:t>Large pizzas contribute nearly half of total revenue (45.89%), making them the most critical size for business growth.</a:t>
            </a:r>
            <a:endParaRPr lang="en-US" sz="3450" spc="-710" dirty="0">
              <a:solidFill>
                <a:schemeClr val="accent2">
                  <a:lumMod val="50000"/>
                </a:schemeClr>
              </a:solidFill>
              <a:latin typeface="Verdana"/>
              <a:cs typeface="Verdana"/>
            </a:endParaRPr>
          </a:p>
        </p:txBody>
      </p:sp>
      <p:sp>
        <p:nvSpPr>
          <p:cNvPr id="13" name="object 13"/>
          <p:cNvSpPr/>
          <p:nvPr/>
        </p:nvSpPr>
        <p:spPr>
          <a:xfrm>
            <a:off x="1375391" y="6232793"/>
            <a:ext cx="8916035" cy="2922905"/>
          </a:xfrm>
          <a:custGeom>
            <a:avLst/>
            <a:gdLst/>
            <a:ahLst/>
            <a:cxnLst/>
            <a:rect l="l" t="t" r="r" b="b"/>
            <a:pathLst>
              <a:path w="8916035" h="2922904">
                <a:moveTo>
                  <a:pt x="8915417" y="2232462"/>
                </a:moveTo>
                <a:lnTo>
                  <a:pt x="8905885" y="2302777"/>
                </a:lnTo>
                <a:lnTo>
                  <a:pt x="8895838" y="2348309"/>
                </a:lnTo>
                <a:lnTo>
                  <a:pt x="8883121" y="2392777"/>
                </a:lnTo>
                <a:lnTo>
                  <a:pt x="8867822" y="2436091"/>
                </a:lnTo>
                <a:lnTo>
                  <a:pt x="8850030" y="2478163"/>
                </a:lnTo>
                <a:lnTo>
                  <a:pt x="8829836" y="2518902"/>
                </a:lnTo>
                <a:lnTo>
                  <a:pt x="8807327" y="2558220"/>
                </a:lnTo>
                <a:lnTo>
                  <a:pt x="8782593" y="2596028"/>
                </a:lnTo>
                <a:lnTo>
                  <a:pt x="8755724" y="2632236"/>
                </a:lnTo>
                <a:lnTo>
                  <a:pt x="8726809" y="2666754"/>
                </a:lnTo>
                <a:lnTo>
                  <a:pt x="8695936" y="2699494"/>
                </a:lnTo>
                <a:lnTo>
                  <a:pt x="8663196" y="2730367"/>
                </a:lnTo>
                <a:lnTo>
                  <a:pt x="8628678" y="2759282"/>
                </a:lnTo>
                <a:lnTo>
                  <a:pt x="8592470" y="2786151"/>
                </a:lnTo>
                <a:lnTo>
                  <a:pt x="8554663" y="2810885"/>
                </a:lnTo>
                <a:lnTo>
                  <a:pt x="8515345" y="2833394"/>
                </a:lnTo>
                <a:lnTo>
                  <a:pt x="8474605" y="2853588"/>
                </a:lnTo>
                <a:lnTo>
                  <a:pt x="8432534" y="2871380"/>
                </a:lnTo>
                <a:lnTo>
                  <a:pt x="8389220" y="2886679"/>
                </a:lnTo>
                <a:lnTo>
                  <a:pt x="8344753" y="2899396"/>
                </a:lnTo>
                <a:lnTo>
                  <a:pt x="8299221" y="2909443"/>
                </a:lnTo>
                <a:lnTo>
                  <a:pt x="8252715" y="2916730"/>
                </a:lnTo>
                <a:lnTo>
                  <a:pt x="8205323" y="2921167"/>
                </a:lnTo>
                <a:lnTo>
                  <a:pt x="8157134" y="2922666"/>
                </a:lnTo>
                <a:lnTo>
                  <a:pt x="761988" y="2922666"/>
                </a:lnTo>
                <a:lnTo>
                  <a:pt x="713800" y="2921167"/>
                </a:lnTo>
                <a:lnTo>
                  <a:pt x="666408" y="2916729"/>
                </a:lnTo>
                <a:lnTo>
                  <a:pt x="619901" y="2909443"/>
                </a:lnTo>
                <a:lnTo>
                  <a:pt x="574370" y="2899396"/>
                </a:lnTo>
                <a:lnTo>
                  <a:pt x="529902" y="2886679"/>
                </a:lnTo>
                <a:lnTo>
                  <a:pt x="486588" y="2871380"/>
                </a:lnTo>
                <a:lnTo>
                  <a:pt x="444517" y="2853589"/>
                </a:lnTo>
                <a:lnTo>
                  <a:pt x="403778" y="2833394"/>
                </a:lnTo>
                <a:lnTo>
                  <a:pt x="364459" y="2810886"/>
                </a:lnTo>
                <a:lnTo>
                  <a:pt x="326652" y="2786153"/>
                </a:lnTo>
                <a:lnTo>
                  <a:pt x="290444" y="2759284"/>
                </a:lnTo>
                <a:lnTo>
                  <a:pt x="255924" y="2730369"/>
                </a:lnTo>
                <a:lnTo>
                  <a:pt x="223184" y="2699498"/>
                </a:lnTo>
                <a:lnTo>
                  <a:pt x="192310" y="2666758"/>
                </a:lnTo>
                <a:lnTo>
                  <a:pt x="163394" y="2632240"/>
                </a:lnTo>
                <a:lnTo>
                  <a:pt x="136524" y="2596033"/>
                </a:lnTo>
                <a:lnTo>
                  <a:pt x="111789" y="2558226"/>
                </a:lnTo>
                <a:lnTo>
                  <a:pt x="89279" y="2518908"/>
                </a:lnTo>
                <a:lnTo>
                  <a:pt x="69083" y="2478168"/>
                </a:lnTo>
                <a:lnTo>
                  <a:pt x="51290" y="2436096"/>
                </a:lnTo>
                <a:lnTo>
                  <a:pt x="35989" y="2392782"/>
                </a:lnTo>
                <a:lnTo>
                  <a:pt x="23271" y="2348313"/>
                </a:lnTo>
                <a:lnTo>
                  <a:pt x="13224" y="2302781"/>
                </a:lnTo>
                <a:lnTo>
                  <a:pt x="5936" y="2256273"/>
                </a:lnTo>
                <a:lnTo>
                  <a:pt x="1499" y="2208879"/>
                </a:lnTo>
                <a:lnTo>
                  <a:pt x="0" y="2160689"/>
                </a:lnTo>
                <a:lnTo>
                  <a:pt x="0" y="761987"/>
                </a:lnTo>
                <a:lnTo>
                  <a:pt x="1497" y="713798"/>
                </a:lnTo>
                <a:lnTo>
                  <a:pt x="5934" y="666405"/>
                </a:lnTo>
                <a:lnTo>
                  <a:pt x="13220" y="619897"/>
                </a:lnTo>
                <a:lnTo>
                  <a:pt x="23267" y="574365"/>
                </a:lnTo>
                <a:lnTo>
                  <a:pt x="35985" y="529896"/>
                </a:lnTo>
                <a:lnTo>
                  <a:pt x="51284" y="486581"/>
                </a:lnTo>
                <a:lnTo>
                  <a:pt x="69077" y="444509"/>
                </a:lnTo>
                <a:lnTo>
                  <a:pt x="89272" y="403769"/>
                </a:lnTo>
                <a:lnTo>
                  <a:pt x="111782" y="364450"/>
                </a:lnTo>
                <a:lnTo>
                  <a:pt x="136516" y="326642"/>
                </a:lnTo>
                <a:lnTo>
                  <a:pt x="163386" y="290434"/>
                </a:lnTo>
                <a:lnTo>
                  <a:pt x="192303" y="255916"/>
                </a:lnTo>
                <a:lnTo>
                  <a:pt x="223176" y="223175"/>
                </a:lnTo>
                <a:lnTo>
                  <a:pt x="255917" y="192303"/>
                </a:lnTo>
                <a:lnTo>
                  <a:pt x="290436" y="163387"/>
                </a:lnTo>
                <a:lnTo>
                  <a:pt x="326645" y="136518"/>
                </a:lnTo>
                <a:lnTo>
                  <a:pt x="364453" y="111784"/>
                </a:lnTo>
                <a:lnTo>
                  <a:pt x="403771" y="89275"/>
                </a:lnTo>
                <a:lnTo>
                  <a:pt x="444511" y="69079"/>
                </a:lnTo>
                <a:lnTo>
                  <a:pt x="486583" y="51287"/>
                </a:lnTo>
                <a:lnTo>
                  <a:pt x="529898" y="35988"/>
                </a:lnTo>
                <a:lnTo>
                  <a:pt x="574366" y="23270"/>
                </a:lnTo>
                <a:lnTo>
                  <a:pt x="619898" y="13223"/>
                </a:lnTo>
                <a:lnTo>
                  <a:pt x="666406" y="5936"/>
                </a:lnTo>
                <a:lnTo>
                  <a:pt x="713798" y="1499"/>
                </a:lnTo>
                <a:lnTo>
                  <a:pt x="761988" y="0"/>
                </a:lnTo>
                <a:lnTo>
                  <a:pt x="8157134" y="0"/>
                </a:lnTo>
                <a:lnTo>
                  <a:pt x="8205323" y="1498"/>
                </a:lnTo>
                <a:lnTo>
                  <a:pt x="8252716" y="5936"/>
                </a:lnTo>
                <a:lnTo>
                  <a:pt x="8299224" y="13222"/>
                </a:lnTo>
                <a:lnTo>
                  <a:pt x="8344756" y="23269"/>
                </a:lnTo>
                <a:lnTo>
                  <a:pt x="8389224" y="35987"/>
                </a:lnTo>
                <a:lnTo>
                  <a:pt x="8432539" y="51287"/>
                </a:lnTo>
                <a:lnTo>
                  <a:pt x="8474611" y="69079"/>
                </a:lnTo>
                <a:lnTo>
                  <a:pt x="8515351" y="89275"/>
                </a:lnTo>
                <a:lnTo>
                  <a:pt x="8554669" y="111785"/>
                </a:lnTo>
                <a:lnTo>
                  <a:pt x="8592477" y="136519"/>
                </a:lnTo>
                <a:lnTo>
                  <a:pt x="8628685" y="163389"/>
                </a:lnTo>
                <a:lnTo>
                  <a:pt x="8663204" y="192305"/>
                </a:lnTo>
                <a:lnTo>
                  <a:pt x="8695944" y="223179"/>
                </a:lnTo>
                <a:lnTo>
                  <a:pt x="8726816" y="255920"/>
                </a:lnTo>
                <a:lnTo>
                  <a:pt x="8755731" y="290439"/>
                </a:lnTo>
                <a:lnTo>
                  <a:pt x="8782600" y="326648"/>
                </a:lnTo>
                <a:lnTo>
                  <a:pt x="8807333" y="364456"/>
                </a:lnTo>
                <a:lnTo>
                  <a:pt x="8829841" y="403775"/>
                </a:lnTo>
                <a:lnTo>
                  <a:pt x="8850035" y="444515"/>
                </a:lnTo>
                <a:lnTo>
                  <a:pt x="8867826" y="486587"/>
                </a:lnTo>
                <a:lnTo>
                  <a:pt x="8883124" y="529901"/>
                </a:lnTo>
                <a:lnTo>
                  <a:pt x="8895841" y="574369"/>
                </a:lnTo>
                <a:lnTo>
                  <a:pt x="8905886" y="619900"/>
                </a:lnTo>
                <a:lnTo>
                  <a:pt x="8913172" y="666407"/>
                </a:lnTo>
                <a:lnTo>
                  <a:pt x="8915408" y="690205"/>
                </a:lnTo>
              </a:path>
            </a:pathLst>
          </a:custGeom>
          <a:ln w="57150">
            <a:solidFill>
              <a:srgbClr val="BA9977"/>
            </a:solidFill>
          </a:ln>
        </p:spPr>
        <p:txBody>
          <a:bodyPr wrap="square" lIns="0" tIns="0" rIns="0" bIns="0" rtlCol="0"/>
          <a:lstStyle/>
          <a:p>
            <a:endParaRPr/>
          </a:p>
        </p:txBody>
      </p:sp>
      <p:sp>
        <p:nvSpPr>
          <p:cNvPr id="14" name="object 14"/>
          <p:cNvSpPr/>
          <p:nvPr/>
        </p:nvSpPr>
        <p:spPr>
          <a:xfrm>
            <a:off x="361736" y="2414777"/>
            <a:ext cx="10944225" cy="3501390"/>
          </a:xfrm>
          <a:custGeom>
            <a:avLst/>
            <a:gdLst/>
            <a:ahLst/>
            <a:cxnLst/>
            <a:rect l="l" t="t" r="r" b="b"/>
            <a:pathLst>
              <a:path w="10944225" h="3501390">
                <a:moveTo>
                  <a:pt x="10944213" y="2794019"/>
                </a:moveTo>
                <a:lnTo>
                  <a:pt x="10940406" y="2834636"/>
                </a:lnTo>
                <a:lnTo>
                  <a:pt x="10933119" y="2881141"/>
                </a:lnTo>
                <a:lnTo>
                  <a:pt x="10923071" y="2926673"/>
                </a:lnTo>
                <a:lnTo>
                  <a:pt x="10910353" y="2971140"/>
                </a:lnTo>
                <a:lnTo>
                  <a:pt x="10895053" y="3014453"/>
                </a:lnTo>
                <a:lnTo>
                  <a:pt x="10877260" y="3056525"/>
                </a:lnTo>
                <a:lnTo>
                  <a:pt x="10857064" y="3097264"/>
                </a:lnTo>
                <a:lnTo>
                  <a:pt x="10834554" y="3136582"/>
                </a:lnTo>
                <a:lnTo>
                  <a:pt x="10809819" y="3174389"/>
                </a:lnTo>
                <a:lnTo>
                  <a:pt x="10782948" y="3210597"/>
                </a:lnTo>
                <a:lnTo>
                  <a:pt x="10754031" y="3245116"/>
                </a:lnTo>
                <a:lnTo>
                  <a:pt x="10723157" y="3277856"/>
                </a:lnTo>
                <a:lnTo>
                  <a:pt x="10690416" y="3308729"/>
                </a:lnTo>
                <a:lnTo>
                  <a:pt x="10655896" y="3337644"/>
                </a:lnTo>
                <a:lnTo>
                  <a:pt x="10619687" y="3364514"/>
                </a:lnTo>
                <a:lnTo>
                  <a:pt x="10581878" y="3389247"/>
                </a:lnTo>
                <a:lnTo>
                  <a:pt x="10542558" y="3411756"/>
                </a:lnTo>
                <a:lnTo>
                  <a:pt x="10501818" y="3431951"/>
                </a:lnTo>
                <a:lnTo>
                  <a:pt x="10459745" y="3449742"/>
                </a:lnTo>
                <a:lnTo>
                  <a:pt x="10416431" y="3465041"/>
                </a:lnTo>
                <a:lnTo>
                  <a:pt x="10371963" y="3477758"/>
                </a:lnTo>
                <a:lnTo>
                  <a:pt x="10326431" y="3487804"/>
                </a:lnTo>
                <a:lnTo>
                  <a:pt x="10279925" y="3495089"/>
                </a:lnTo>
                <a:lnTo>
                  <a:pt x="10232534" y="3499526"/>
                </a:lnTo>
                <a:lnTo>
                  <a:pt x="10184347" y="3501024"/>
                </a:lnTo>
                <a:lnTo>
                  <a:pt x="762097" y="3501024"/>
                </a:lnTo>
                <a:lnTo>
                  <a:pt x="713909" y="3499525"/>
                </a:lnTo>
                <a:lnTo>
                  <a:pt x="666517" y="3495087"/>
                </a:lnTo>
                <a:lnTo>
                  <a:pt x="620010" y="3487800"/>
                </a:lnTo>
                <a:lnTo>
                  <a:pt x="574479" y="3477753"/>
                </a:lnTo>
                <a:lnTo>
                  <a:pt x="530012" y="3465036"/>
                </a:lnTo>
                <a:lnTo>
                  <a:pt x="486698" y="3449736"/>
                </a:lnTo>
                <a:lnTo>
                  <a:pt x="444627" y="3431945"/>
                </a:lnTo>
                <a:lnTo>
                  <a:pt x="403889" y="3411750"/>
                </a:lnTo>
                <a:lnTo>
                  <a:pt x="364571" y="3389241"/>
                </a:lnTo>
                <a:lnTo>
                  <a:pt x="326764" y="3364508"/>
                </a:lnTo>
                <a:lnTo>
                  <a:pt x="290556" y="3337639"/>
                </a:lnTo>
                <a:lnTo>
                  <a:pt x="256038" y="3308724"/>
                </a:lnTo>
                <a:lnTo>
                  <a:pt x="223298" y="3277852"/>
                </a:lnTo>
                <a:lnTo>
                  <a:pt x="192425" y="3245112"/>
                </a:lnTo>
                <a:lnTo>
                  <a:pt x="163510" y="3210594"/>
                </a:lnTo>
                <a:lnTo>
                  <a:pt x="136640" y="3174387"/>
                </a:lnTo>
                <a:lnTo>
                  <a:pt x="111907" y="3136580"/>
                </a:lnTo>
                <a:lnTo>
                  <a:pt x="89397" y="3097263"/>
                </a:lnTo>
                <a:lnTo>
                  <a:pt x="69202" y="3056524"/>
                </a:lnTo>
                <a:lnTo>
                  <a:pt x="51410" y="3014454"/>
                </a:lnTo>
                <a:lnTo>
                  <a:pt x="36110" y="2971140"/>
                </a:lnTo>
                <a:lnTo>
                  <a:pt x="23392" y="2926673"/>
                </a:lnTo>
                <a:lnTo>
                  <a:pt x="13345" y="2881142"/>
                </a:lnTo>
                <a:lnTo>
                  <a:pt x="6058" y="2834636"/>
                </a:lnTo>
                <a:lnTo>
                  <a:pt x="1621" y="2787244"/>
                </a:lnTo>
                <a:lnTo>
                  <a:pt x="0" y="2739056"/>
                </a:lnTo>
                <a:lnTo>
                  <a:pt x="0" y="761971"/>
                </a:lnTo>
                <a:lnTo>
                  <a:pt x="1620" y="713786"/>
                </a:lnTo>
                <a:lnTo>
                  <a:pt x="6058" y="666394"/>
                </a:lnTo>
                <a:lnTo>
                  <a:pt x="13345" y="619888"/>
                </a:lnTo>
                <a:lnTo>
                  <a:pt x="23392" y="574356"/>
                </a:lnTo>
                <a:lnTo>
                  <a:pt x="36110" y="529889"/>
                </a:lnTo>
                <a:lnTo>
                  <a:pt x="51410" y="486575"/>
                </a:lnTo>
                <a:lnTo>
                  <a:pt x="69202" y="444504"/>
                </a:lnTo>
                <a:lnTo>
                  <a:pt x="89398" y="403766"/>
                </a:lnTo>
                <a:lnTo>
                  <a:pt x="111907" y="364448"/>
                </a:lnTo>
                <a:lnTo>
                  <a:pt x="136641" y="326641"/>
                </a:lnTo>
                <a:lnTo>
                  <a:pt x="163511" y="290434"/>
                </a:lnTo>
                <a:lnTo>
                  <a:pt x="192426" y="255916"/>
                </a:lnTo>
                <a:lnTo>
                  <a:pt x="223298" y="223176"/>
                </a:lnTo>
                <a:lnTo>
                  <a:pt x="256038" y="192304"/>
                </a:lnTo>
                <a:lnTo>
                  <a:pt x="290556" y="163389"/>
                </a:lnTo>
                <a:lnTo>
                  <a:pt x="326764" y="136520"/>
                </a:lnTo>
                <a:lnTo>
                  <a:pt x="364570" y="111786"/>
                </a:lnTo>
                <a:lnTo>
                  <a:pt x="403888" y="89277"/>
                </a:lnTo>
                <a:lnTo>
                  <a:pt x="444627" y="69081"/>
                </a:lnTo>
                <a:lnTo>
                  <a:pt x="486698" y="51289"/>
                </a:lnTo>
                <a:lnTo>
                  <a:pt x="530011" y="35989"/>
                </a:lnTo>
                <a:lnTo>
                  <a:pt x="574478" y="23271"/>
                </a:lnTo>
                <a:lnTo>
                  <a:pt x="620010" y="13224"/>
                </a:lnTo>
                <a:lnTo>
                  <a:pt x="666516" y="5936"/>
                </a:lnTo>
                <a:lnTo>
                  <a:pt x="713908" y="1499"/>
                </a:lnTo>
                <a:lnTo>
                  <a:pt x="762097" y="0"/>
                </a:lnTo>
                <a:lnTo>
                  <a:pt x="10184347" y="0"/>
                </a:lnTo>
                <a:lnTo>
                  <a:pt x="10232535" y="1496"/>
                </a:lnTo>
                <a:lnTo>
                  <a:pt x="10279926" y="5933"/>
                </a:lnTo>
                <a:lnTo>
                  <a:pt x="10326432" y="13219"/>
                </a:lnTo>
                <a:lnTo>
                  <a:pt x="10371964" y="23265"/>
                </a:lnTo>
                <a:lnTo>
                  <a:pt x="10416432" y="35983"/>
                </a:lnTo>
                <a:lnTo>
                  <a:pt x="10459747" y="51282"/>
                </a:lnTo>
                <a:lnTo>
                  <a:pt x="10501819" y="69074"/>
                </a:lnTo>
                <a:lnTo>
                  <a:pt x="10542559" y="89270"/>
                </a:lnTo>
                <a:lnTo>
                  <a:pt x="10581879" y="111779"/>
                </a:lnTo>
                <a:lnTo>
                  <a:pt x="10619687" y="136513"/>
                </a:lnTo>
                <a:lnTo>
                  <a:pt x="10655896" y="163383"/>
                </a:lnTo>
                <a:lnTo>
                  <a:pt x="10690416" y="192299"/>
                </a:lnTo>
                <a:lnTo>
                  <a:pt x="10723157" y="223172"/>
                </a:lnTo>
                <a:lnTo>
                  <a:pt x="10754031" y="255913"/>
                </a:lnTo>
                <a:lnTo>
                  <a:pt x="10782948" y="290432"/>
                </a:lnTo>
                <a:lnTo>
                  <a:pt x="10809818" y="326640"/>
                </a:lnTo>
                <a:lnTo>
                  <a:pt x="10834553" y="364447"/>
                </a:lnTo>
                <a:lnTo>
                  <a:pt x="10857063" y="403765"/>
                </a:lnTo>
                <a:lnTo>
                  <a:pt x="10877260" y="444505"/>
                </a:lnTo>
                <a:lnTo>
                  <a:pt x="10895053" y="486576"/>
                </a:lnTo>
                <a:lnTo>
                  <a:pt x="10910353" y="529890"/>
                </a:lnTo>
                <a:lnTo>
                  <a:pt x="10923072" y="574357"/>
                </a:lnTo>
                <a:lnTo>
                  <a:pt x="10933119" y="619888"/>
                </a:lnTo>
                <a:lnTo>
                  <a:pt x="10940406" y="666394"/>
                </a:lnTo>
                <a:lnTo>
                  <a:pt x="10944212" y="707006"/>
                </a:lnTo>
              </a:path>
            </a:pathLst>
          </a:custGeom>
          <a:ln w="57150">
            <a:solidFill>
              <a:srgbClr val="BA9977"/>
            </a:solidFill>
          </a:ln>
        </p:spPr>
        <p:txBody>
          <a:bodyPr wrap="square" lIns="0" tIns="0" rIns="0" bIns="0" rtlCol="0"/>
          <a:lstStyle/>
          <a:p>
            <a:endParaRPr/>
          </a:p>
        </p:txBody>
      </p:sp>
      <p:pic>
        <p:nvPicPr>
          <p:cNvPr id="8" name="Picture 7">
            <a:extLst>
              <a:ext uri="{FF2B5EF4-FFF2-40B4-BE49-F238E27FC236}">
                <a16:creationId xmlns:a16="http://schemas.microsoft.com/office/drawing/2014/main" id="{19836BC7-AAFB-492E-9079-48EC87FA3E2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 y="2705100"/>
            <a:ext cx="10363200" cy="2810267"/>
          </a:xfrm>
          <a:prstGeom prst="rect">
            <a:avLst/>
          </a:prstGeom>
        </p:spPr>
      </p:pic>
      <p:pic>
        <p:nvPicPr>
          <p:cNvPr id="16" name="Picture 15">
            <a:extLst>
              <a:ext uri="{FF2B5EF4-FFF2-40B4-BE49-F238E27FC236}">
                <a16:creationId xmlns:a16="http://schemas.microsoft.com/office/drawing/2014/main" id="{E37A324C-9C5D-407D-940C-DDC44EBF383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695392" y="5725144"/>
            <a:ext cx="5317320" cy="2313955"/>
          </a:xfrm>
          <a:prstGeom prst="rect">
            <a:avLst/>
          </a:prstGeom>
        </p:spPr>
      </p:pic>
    </p:spTree>
    <p:extLst>
      <p:ext uri="{BB962C8B-B14F-4D97-AF65-F5344CB8AC3E}">
        <p14:creationId xmlns:p14="http://schemas.microsoft.com/office/powerpoint/2010/main" val="39329170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7271654"/>
            <a:ext cx="2616200" cy="3015329"/>
          </a:xfrm>
          <a:prstGeom prst="rect">
            <a:avLst/>
          </a:prstGeom>
        </p:spPr>
      </p:pic>
      <p:pic>
        <p:nvPicPr>
          <p:cNvPr id="3" name="object 3"/>
          <p:cNvPicPr/>
          <p:nvPr/>
        </p:nvPicPr>
        <p:blipFill>
          <a:blip r:embed="rId3" cstate="print"/>
          <a:stretch>
            <a:fillRect/>
          </a:stretch>
        </p:blipFill>
        <p:spPr>
          <a:xfrm>
            <a:off x="0" y="0"/>
            <a:ext cx="2258424" cy="2748770"/>
          </a:xfrm>
          <a:prstGeom prst="rect">
            <a:avLst/>
          </a:prstGeom>
        </p:spPr>
      </p:pic>
      <p:pic>
        <p:nvPicPr>
          <p:cNvPr id="4" name="object 4"/>
          <p:cNvPicPr/>
          <p:nvPr/>
        </p:nvPicPr>
        <p:blipFill>
          <a:blip r:embed="rId4" cstate="print"/>
          <a:stretch>
            <a:fillRect/>
          </a:stretch>
        </p:blipFill>
        <p:spPr>
          <a:xfrm>
            <a:off x="16362536" y="8109660"/>
            <a:ext cx="1925463" cy="2171700"/>
          </a:xfrm>
          <a:prstGeom prst="rect">
            <a:avLst/>
          </a:prstGeom>
        </p:spPr>
      </p:pic>
      <p:pic>
        <p:nvPicPr>
          <p:cNvPr id="5" name="object 5"/>
          <p:cNvPicPr/>
          <p:nvPr/>
        </p:nvPicPr>
        <p:blipFill>
          <a:blip r:embed="rId5" cstate="print"/>
          <a:stretch>
            <a:fillRect/>
          </a:stretch>
        </p:blipFill>
        <p:spPr>
          <a:xfrm>
            <a:off x="15537136" y="-12079"/>
            <a:ext cx="2750810" cy="2226226"/>
          </a:xfrm>
          <a:prstGeom prst="rect">
            <a:avLst/>
          </a:prstGeom>
        </p:spPr>
      </p:pic>
      <p:sp>
        <p:nvSpPr>
          <p:cNvPr id="6" name="object 6"/>
          <p:cNvSpPr/>
          <p:nvPr/>
        </p:nvSpPr>
        <p:spPr>
          <a:xfrm>
            <a:off x="4096661" y="439679"/>
            <a:ext cx="10765155" cy="1739900"/>
          </a:xfrm>
          <a:custGeom>
            <a:avLst/>
            <a:gdLst/>
            <a:ahLst/>
            <a:cxnLst/>
            <a:rect l="l" t="t" r="r" b="b"/>
            <a:pathLst>
              <a:path w="10765155" h="1739900">
                <a:moveTo>
                  <a:pt x="10567021" y="1739800"/>
                </a:moveTo>
                <a:lnTo>
                  <a:pt x="200025" y="1739800"/>
                </a:lnTo>
                <a:lnTo>
                  <a:pt x="154161" y="1734518"/>
                </a:lnTo>
                <a:lnTo>
                  <a:pt x="112059" y="1719470"/>
                </a:lnTo>
                <a:lnTo>
                  <a:pt x="74919" y="1695857"/>
                </a:lnTo>
                <a:lnTo>
                  <a:pt x="43943" y="1664881"/>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5" y="0"/>
                </a:lnTo>
                <a:lnTo>
                  <a:pt x="10567021" y="0"/>
                </a:lnTo>
                <a:lnTo>
                  <a:pt x="10612881" y="5282"/>
                </a:lnTo>
                <a:lnTo>
                  <a:pt x="10654979" y="20330"/>
                </a:lnTo>
                <a:lnTo>
                  <a:pt x="10692116" y="43943"/>
                </a:lnTo>
                <a:lnTo>
                  <a:pt x="10723090" y="74919"/>
                </a:lnTo>
                <a:lnTo>
                  <a:pt x="10746701" y="112059"/>
                </a:lnTo>
                <a:lnTo>
                  <a:pt x="10761749" y="154161"/>
                </a:lnTo>
                <a:lnTo>
                  <a:pt x="10765014" y="182514"/>
                </a:lnTo>
                <a:lnTo>
                  <a:pt x="10765014" y="1557286"/>
                </a:lnTo>
                <a:lnTo>
                  <a:pt x="10746701" y="1627741"/>
                </a:lnTo>
                <a:lnTo>
                  <a:pt x="10723090" y="1664881"/>
                </a:lnTo>
                <a:lnTo>
                  <a:pt x="10692116" y="1695857"/>
                </a:lnTo>
                <a:lnTo>
                  <a:pt x="10654979" y="1719470"/>
                </a:lnTo>
                <a:lnTo>
                  <a:pt x="10612881" y="1734518"/>
                </a:lnTo>
                <a:lnTo>
                  <a:pt x="10567021" y="1739800"/>
                </a:lnTo>
                <a:close/>
              </a:path>
            </a:pathLst>
          </a:custGeom>
          <a:solidFill>
            <a:srgbClr val="DABD9D">
              <a:alpha val="78999"/>
            </a:srgbClr>
          </a:solidFill>
        </p:spPr>
        <p:txBody>
          <a:bodyPr wrap="square" lIns="0" tIns="0" rIns="0" bIns="0" rtlCol="0"/>
          <a:lstStyle/>
          <a:p>
            <a:endParaRPr/>
          </a:p>
        </p:txBody>
      </p:sp>
      <p:grpSp>
        <p:nvGrpSpPr>
          <p:cNvPr id="8" name="object 8"/>
          <p:cNvGrpSpPr/>
          <p:nvPr/>
        </p:nvGrpSpPr>
        <p:grpSpPr>
          <a:xfrm>
            <a:off x="751002" y="2544610"/>
            <a:ext cx="17155997" cy="7449488"/>
            <a:chOff x="751002" y="2544610"/>
            <a:chExt cx="17155997" cy="7449488"/>
          </a:xfrm>
        </p:grpSpPr>
        <p:sp>
          <p:nvSpPr>
            <p:cNvPr id="10" name="object 10"/>
            <p:cNvSpPr/>
            <p:nvPr/>
          </p:nvSpPr>
          <p:spPr>
            <a:xfrm>
              <a:off x="751002" y="2544610"/>
              <a:ext cx="11856720" cy="3341740"/>
            </a:xfrm>
            <a:custGeom>
              <a:avLst/>
              <a:gdLst/>
              <a:ahLst/>
              <a:cxnLst/>
              <a:rect l="l" t="t" r="r" b="b"/>
              <a:pathLst>
                <a:path w="11856720" h="2599054">
                  <a:moveTo>
                    <a:pt x="761984" y="0"/>
                  </a:moveTo>
                  <a:lnTo>
                    <a:pt x="11094625" y="0"/>
                  </a:lnTo>
                  <a:lnTo>
                    <a:pt x="11142812" y="1496"/>
                  </a:lnTo>
                  <a:lnTo>
                    <a:pt x="11190204" y="5932"/>
                  </a:lnTo>
                  <a:lnTo>
                    <a:pt x="11236711" y="13217"/>
                  </a:lnTo>
                  <a:lnTo>
                    <a:pt x="11282243" y="23262"/>
                  </a:lnTo>
                  <a:lnTo>
                    <a:pt x="11326711" y="35979"/>
                  </a:lnTo>
                  <a:lnTo>
                    <a:pt x="11370027" y="51278"/>
                  </a:lnTo>
                  <a:lnTo>
                    <a:pt x="11412100" y="69070"/>
                  </a:lnTo>
                  <a:lnTo>
                    <a:pt x="11452841" y="89265"/>
                  </a:lnTo>
                  <a:lnTo>
                    <a:pt x="11492161" y="111774"/>
                  </a:lnTo>
                  <a:lnTo>
                    <a:pt x="11529970" y="136509"/>
                  </a:lnTo>
                  <a:lnTo>
                    <a:pt x="11566179" y="163379"/>
                  </a:lnTo>
                  <a:lnTo>
                    <a:pt x="11600700" y="192295"/>
                  </a:lnTo>
                  <a:lnTo>
                    <a:pt x="11633441" y="223169"/>
                  </a:lnTo>
                  <a:lnTo>
                    <a:pt x="11664315" y="255911"/>
                  </a:lnTo>
                  <a:lnTo>
                    <a:pt x="11693232" y="290431"/>
                  </a:lnTo>
                  <a:lnTo>
                    <a:pt x="11720102" y="326640"/>
                  </a:lnTo>
                  <a:lnTo>
                    <a:pt x="11744837" y="364449"/>
                  </a:lnTo>
                  <a:lnTo>
                    <a:pt x="11767347" y="403768"/>
                  </a:lnTo>
                  <a:lnTo>
                    <a:pt x="11787542" y="444508"/>
                  </a:lnTo>
                  <a:lnTo>
                    <a:pt x="11805334" y="486581"/>
                  </a:lnTo>
                  <a:lnTo>
                    <a:pt x="11820634" y="529895"/>
                  </a:lnTo>
                  <a:lnTo>
                    <a:pt x="11833352" y="574364"/>
                  </a:lnTo>
                  <a:lnTo>
                    <a:pt x="11843399" y="619896"/>
                  </a:lnTo>
                  <a:lnTo>
                    <a:pt x="11850686" y="666403"/>
                  </a:lnTo>
                  <a:lnTo>
                    <a:pt x="11855123" y="713795"/>
                  </a:lnTo>
                  <a:lnTo>
                    <a:pt x="11856622" y="761984"/>
                  </a:lnTo>
                  <a:lnTo>
                    <a:pt x="11856622" y="1836848"/>
                  </a:lnTo>
                  <a:lnTo>
                    <a:pt x="11855124" y="1885037"/>
                  </a:lnTo>
                  <a:lnTo>
                    <a:pt x="11850687" y="1932430"/>
                  </a:lnTo>
                  <a:lnTo>
                    <a:pt x="11843401" y="1978938"/>
                  </a:lnTo>
                  <a:lnTo>
                    <a:pt x="11833354" y="2024470"/>
                  </a:lnTo>
                  <a:lnTo>
                    <a:pt x="11820637" y="2068939"/>
                  </a:lnTo>
                  <a:lnTo>
                    <a:pt x="11805337" y="2112255"/>
                  </a:lnTo>
                  <a:lnTo>
                    <a:pt x="11787545" y="2154327"/>
                  </a:lnTo>
                  <a:lnTo>
                    <a:pt x="11767349" y="2195068"/>
                  </a:lnTo>
                  <a:lnTo>
                    <a:pt x="11744839" y="2234388"/>
                  </a:lnTo>
                  <a:lnTo>
                    <a:pt x="11720104" y="2272197"/>
                  </a:lnTo>
                  <a:lnTo>
                    <a:pt x="11693233" y="2308406"/>
                  </a:lnTo>
                  <a:lnTo>
                    <a:pt x="11664315" y="2342926"/>
                  </a:lnTo>
                  <a:lnTo>
                    <a:pt x="11633441" y="2375667"/>
                  </a:lnTo>
                  <a:lnTo>
                    <a:pt x="11600698" y="2406540"/>
                  </a:lnTo>
                  <a:lnTo>
                    <a:pt x="11566177" y="2435456"/>
                  </a:lnTo>
                  <a:lnTo>
                    <a:pt x="11529967" y="2462326"/>
                  </a:lnTo>
                  <a:lnTo>
                    <a:pt x="11492157" y="2487059"/>
                  </a:lnTo>
                  <a:lnTo>
                    <a:pt x="11452837" y="2509567"/>
                  </a:lnTo>
                  <a:lnTo>
                    <a:pt x="11412096" y="2529761"/>
                  </a:lnTo>
                  <a:lnTo>
                    <a:pt x="11370023" y="2547552"/>
                  </a:lnTo>
                  <a:lnTo>
                    <a:pt x="11326708" y="2562849"/>
                  </a:lnTo>
                  <a:lnTo>
                    <a:pt x="11282240" y="2575565"/>
                  </a:lnTo>
                  <a:lnTo>
                    <a:pt x="11236708" y="2585610"/>
                  </a:lnTo>
                  <a:lnTo>
                    <a:pt x="11190202" y="2592894"/>
                  </a:lnTo>
                  <a:lnTo>
                    <a:pt x="11142812" y="2597330"/>
                  </a:lnTo>
                  <a:lnTo>
                    <a:pt x="11094625" y="2598828"/>
                  </a:lnTo>
                  <a:lnTo>
                    <a:pt x="761985" y="2598828"/>
                  </a:lnTo>
                  <a:lnTo>
                    <a:pt x="713796" y="2597329"/>
                  </a:lnTo>
                  <a:lnTo>
                    <a:pt x="666404" y="2592892"/>
                  </a:lnTo>
                  <a:lnTo>
                    <a:pt x="619898" y="2585605"/>
                  </a:lnTo>
                  <a:lnTo>
                    <a:pt x="574366" y="2575558"/>
                  </a:lnTo>
                  <a:lnTo>
                    <a:pt x="529899" y="2562840"/>
                  </a:lnTo>
                  <a:lnTo>
                    <a:pt x="486585" y="2547541"/>
                  </a:lnTo>
                  <a:lnTo>
                    <a:pt x="444513" y="2529750"/>
                  </a:lnTo>
                  <a:lnTo>
                    <a:pt x="403774" y="2509555"/>
                  </a:lnTo>
                  <a:lnTo>
                    <a:pt x="364456" y="2487046"/>
                  </a:lnTo>
                  <a:lnTo>
                    <a:pt x="326648" y="2462313"/>
                  </a:lnTo>
                  <a:lnTo>
                    <a:pt x="290439" y="2435444"/>
                  </a:lnTo>
                  <a:lnTo>
                    <a:pt x="255920" y="2406529"/>
                  </a:lnTo>
                  <a:lnTo>
                    <a:pt x="223179" y="2375656"/>
                  </a:lnTo>
                  <a:lnTo>
                    <a:pt x="192306" y="2342916"/>
                  </a:lnTo>
                  <a:lnTo>
                    <a:pt x="163390" y="2308398"/>
                  </a:lnTo>
                  <a:lnTo>
                    <a:pt x="136520" y="2272190"/>
                  </a:lnTo>
                  <a:lnTo>
                    <a:pt x="111785" y="2234383"/>
                  </a:lnTo>
                  <a:lnTo>
                    <a:pt x="89275" y="2195064"/>
                  </a:lnTo>
                  <a:lnTo>
                    <a:pt x="69080" y="2154324"/>
                  </a:lnTo>
                  <a:lnTo>
                    <a:pt x="51287" y="2112253"/>
                  </a:lnTo>
                  <a:lnTo>
                    <a:pt x="35987" y="2068938"/>
                  </a:lnTo>
                  <a:lnTo>
                    <a:pt x="23269" y="2024470"/>
                  </a:lnTo>
                  <a:lnTo>
                    <a:pt x="13222" y="1978938"/>
                  </a:lnTo>
                  <a:lnTo>
                    <a:pt x="5936" y="1932430"/>
                  </a:lnTo>
                  <a:lnTo>
                    <a:pt x="1498" y="1885037"/>
                  </a:lnTo>
                  <a:lnTo>
                    <a:pt x="0" y="1836848"/>
                  </a:lnTo>
                  <a:lnTo>
                    <a:pt x="0" y="761984"/>
                  </a:lnTo>
                  <a:lnTo>
                    <a:pt x="1498" y="713795"/>
                  </a:lnTo>
                  <a:lnTo>
                    <a:pt x="5936" y="666403"/>
                  </a:lnTo>
                  <a:lnTo>
                    <a:pt x="13223" y="619896"/>
                  </a:lnTo>
                  <a:lnTo>
                    <a:pt x="23271" y="574364"/>
                  </a:lnTo>
                  <a:lnTo>
                    <a:pt x="35989" y="529896"/>
                  </a:lnTo>
                  <a:lnTo>
                    <a:pt x="51290" y="486582"/>
                  </a:lnTo>
                  <a:lnTo>
                    <a:pt x="69082" y="444511"/>
                  </a:lnTo>
                  <a:lnTo>
                    <a:pt x="89278" y="403771"/>
                  </a:lnTo>
                  <a:lnTo>
                    <a:pt x="111788" y="364453"/>
                  </a:lnTo>
                  <a:lnTo>
                    <a:pt x="136522" y="326646"/>
                  </a:lnTo>
                  <a:lnTo>
                    <a:pt x="163392" y="290439"/>
                  </a:lnTo>
                  <a:lnTo>
                    <a:pt x="192307" y="255920"/>
                  </a:lnTo>
                  <a:lnTo>
                    <a:pt x="223180" y="223180"/>
                  </a:lnTo>
                  <a:lnTo>
                    <a:pt x="255920" y="192307"/>
                  </a:lnTo>
                  <a:lnTo>
                    <a:pt x="290439" y="163392"/>
                  </a:lnTo>
                  <a:lnTo>
                    <a:pt x="326646" y="136522"/>
                  </a:lnTo>
                  <a:lnTo>
                    <a:pt x="364454" y="111788"/>
                  </a:lnTo>
                  <a:lnTo>
                    <a:pt x="403772" y="89278"/>
                  </a:lnTo>
                  <a:lnTo>
                    <a:pt x="444511" y="69083"/>
                  </a:lnTo>
                  <a:lnTo>
                    <a:pt x="486582" y="51290"/>
                  </a:lnTo>
                  <a:lnTo>
                    <a:pt x="529896" y="35990"/>
                  </a:lnTo>
                  <a:lnTo>
                    <a:pt x="574364" y="23271"/>
                  </a:lnTo>
                  <a:lnTo>
                    <a:pt x="619896" y="13224"/>
                  </a:lnTo>
                  <a:lnTo>
                    <a:pt x="666403" y="5936"/>
                  </a:lnTo>
                  <a:lnTo>
                    <a:pt x="713795" y="1499"/>
                  </a:lnTo>
                  <a:lnTo>
                    <a:pt x="761984" y="0"/>
                  </a:lnTo>
                </a:path>
              </a:pathLst>
            </a:custGeom>
            <a:ln w="57150">
              <a:solidFill>
                <a:srgbClr val="BA9977"/>
              </a:solidFill>
            </a:ln>
          </p:spPr>
          <p:txBody>
            <a:bodyPr wrap="square" lIns="0" tIns="0" rIns="0" bIns="0" rtlCol="0"/>
            <a:lstStyle/>
            <a:p>
              <a:endParaRPr/>
            </a:p>
          </p:txBody>
        </p:sp>
        <p:sp>
          <p:nvSpPr>
            <p:cNvPr id="11" name="object 11"/>
            <p:cNvSpPr/>
            <p:nvPr/>
          </p:nvSpPr>
          <p:spPr>
            <a:xfrm>
              <a:off x="11963400" y="5711989"/>
              <a:ext cx="5943599" cy="4282109"/>
            </a:xfrm>
            <a:custGeom>
              <a:avLst/>
              <a:gdLst/>
              <a:ahLst/>
              <a:cxnLst/>
              <a:rect l="l" t="t" r="r" b="b"/>
              <a:pathLst>
                <a:path w="5274309" h="4467859">
                  <a:moveTo>
                    <a:pt x="723789" y="4467238"/>
                  </a:moveTo>
                  <a:lnTo>
                    <a:pt x="666425" y="4462493"/>
                  </a:lnTo>
                  <a:lnTo>
                    <a:pt x="619918" y="4455206"/>
                  </a:lnTo>
                  <a:lnTo>
                    <a:pt x="574385" y="4445158"/>
                  </a:lnTo>
                  <a:lnTo>
                    <a:pt x="529917" y="4432440"/>
                  </a:lnTo>
                  <a:lnTo>
                    <a:pt x="486603" y="4417140"/>
                  </a:lnTo>
                  <a:lnTo>
                    <a:pt x="444531" y="4399347"/>
                  </a:lnTo>
                  <a:lnTo>
                    <a:pt x="403791" y="4379151"/>
                  </a:lnTo>
                  <a:lnTo>
                    <a:pt x="364473" y="4356641"/>
                  </a:lnTo>
                  <a:lnTo>
                    <a:pt x="326666" y="4331906"/>
                  </a:lnTo>
                  <a:lnTo>
                    <a:pt x="290458" y="4305036"/>
                  </a:lnTo>
                  <a:lnTo>
                    <a:pt x="255940" y="4276119"/>
                  </a:lnTo>
                  <a:lnTo>
                    <a:pt x="223200" y="4245246"/>
                  </a:lnTo>
                  <a:lnTo>
                    <a:pt x="192328" y="4212505"/>
                  </a:lnTo>
                  <a:lnTo>
                    <a:pt x="163412" y="4177986"/>
                  </a:lnTo>
                  <a:lnTo>
                    <a:pt x="136543" y="4141777"/>
                  </a:lnTo>
                  <a:lnTo>
                    <a:pt x="111810" y="4103969"/>
                  </a:lnTo>
                  <a:lnTo>
                    <a:pt x="89301" y="4064651"/>
                  </a:lnTo>
                  <a:lnTo>
                    <a:pt x="69106" y="4023911"/>
                  </a:lnTo>
                  <a:lnTo>
                    <a:pt x="51314" y="3981839"/>
                  </a:lnTo>
                  <a:lnTo>
                    <a:pt x="36015" y="3938524"/>
                  </a:lnTo>
                  <a:lnTo>
                    <a:pt x="23297" y="3894056"/>
                  </a:lnTo>
                  <a:lnTo>
                    <a:pt x="13251" y="3848524"/>
                  </a:lnTo>
                  <a:lnTo>
                    <a:pt x="5965" y="3802017"/>
                  </a:lnTo>
                  <a:lnTo>
                    <a:pt x="1528" y="3754624"/>
                  </a:lnTo>
                  <a:lnTo>
                    <a:pt x="0" y="3706435"/>
                  </a:lnTo>
                  <a:lnTo>
                    <a:pt x="0" y="761977"/>
                  </a:lnTo>
                  <a:lnTo>
                    <a:pt x="1531" y="713789"/>
                  </a:lnTo>
                  <a:lnTo>
                    <a:pt x="5970" y="666397"/>
                  </a:lnTo>
                  <a:lnTo>
                    <a:pt x="13257" y="619891"/>
                  </a:lnTo>
                  <a:lnTo>
                    <a:pt x="23305" y="574360"/>
                  </a:lnTo>
                  <a:lnTo>
                    <a:pt x="36024" y="529893"/>
                  </a:lnTo>
                  <a:lnTo>
                    <a:pt x="51323" y="486580"/>
                  </a:lnTo>
                  <a:lnTo>
                    <a:pt x="69116" y="444509"/>
                  </a:lnTo>
                  <a:lnTo>
                    <a:pt x="89311" y="403770"/>
                  </a:lnTo>
                  <a:lnTo>
                    <a:pt x="111820" y="364452"/>
                  </a:lnTo>
                  <a:lnTo>
                    <a:pt x="136553" y="326645"/>
                  </a:lnTo>
                  <a:lnTo>
                    <a:pt x="163422" y="290437"/>
                  </a:lnTo>
                  <a:lnTo>
                    <a:pt x="192337" y="255919"/>
                  </a:lnTo>
                  <a:lnTo>
                    <a:pt x="223209" y="223178"/>
                  </a:lnTo>
                  <a:lnTo>
                    <a:pt x="255948" y="192306"/>
                  </a:lnTo>
                  <a:lnTo>
                    <a:pt x="290466" y="163390"/>
                  </a:lnTo>
                  <a:lnTo>
                    <a:pt x="326673" y="136520"/>
                  </a:lnTo>
                  <a:lnTo>
                    <a:pt x="364480" y="111785"/>
                  </a:lnTo>
                  <a:lnTo>
                    <a:pt x="403798" y="89276"/>
                  </a:lnTo>
                  <a:lnTo>
                    <a:pt x="444537" y="69080"/>
                  </a:lnTo>
                  <a:lnTo>
                    <a:pt x="486608" y="51288"/>
                  </a:lnTo>
                  <a:lnTo>
                    <a:pt x="529922" y="35988"/>
                  </a:lnTo>
                  <a:lnTo>
                    <a:pt x="574389" y="23270"/>
                  </a:lnTo>
                  <a:lnTo>
                    <a:pt x="619921" y="13223"/>
                  </a:lnTo>
                  <a:lnTo>
                    <a:pt x="666427" y="5936"/>
                  </a:lnTo>
                  <a:lnTo>
                    <a:pt x="713820" y="1499"/>
                  </a:lnTo>
                  <a:lnTo>
                    <a:pt x="762008" y="0"/>
                  </a:lnTo>
                  <a:lnTo>
                    <a:pt x="4511728" y="0"/>
                  </a:lnTo>
                  <a:lnTo>
                    <a:pt x="4559917" y="1498"/>
                  </a:lnTo>
                  <a:lnTo>
                    <a:pt x="4607310" y="5936"/>
                  </a:lnTo>
                  <a:lnTo>
                    <a:pt x="4653817" y="13223"/>
                  </a:lnTo>
                  <a:lnTo>
                    <a:pt x="4699348" y="23271"/>
                  </a:lnTo>
                  <a:lnTo>
                    <a:pt x="4743816" y="35990"/>
                  </a:lnTo>
                  <a:lnTo>
                    <a:pt x="4787129" y="51291"/>
                  </a:lnTo>
                  <a:lnTo>
                    <a:pt x="4829200" y="69084"/>
                  </a:lnTo>
                  <a:lnTo>
                    <a:pt x="4869938" y="89281"/>
                  </a:lnTo>
                  <a:lnTo>
                    <a:pt x="4909255" y="111791"/>
                  </a:lnTo>
                  <a:lnTo>
                    <a:pt x="4947062" y="136525"/>
                  </a:lnTo>
                  <a:lnTo>
                    <a:pt x="4983269" y="163395"/>
                  </a:lnTo>
                  <a:lnTo>
                    <a:pt x="5017786" y="192311"/>
                  </a:lnTo>
                  <a:lnTo>
                    <a:pt x="5050525" y="223183"/>
                  </a:lnTo>
                  <a:lnTo>
                    <a:pt x="5081397" y="255923"/>
                  </a:lnTo>
                  <a:lnTo>
                    <a:pt x="5110312" y="290441"/>
                  </a:lnTo>
                  <a:lnTo>
                    <a:pt x="5137181" y="326648"/>
                  </a:lnTo>
                  <a:lnTo>
                    <a:pt x="5161915" y="364454"/>
                  </a:lnTo>
                  <a:lnTo>
                    <a:pt x="5184425" y="403771"/>
                  </a:lnTo>
                  <a:lnTo>
                    <a:pt x="5204621" y="444510"/>
                  </a:lnTo>
                  <a:lnTo>
                    <a:pt x="5222414" y="486580"/>
                  </a:lnTo>
                  <a:lnTo>
                    <a:pt x="5237715" y="529893"/>
                  </a:lnTo>
                  <a:lnTo>
                    <a:pt x="5250434" y="574360"/>
                  </a:lnTo>
                  <a:lnTo>
                    <a:pt x="5260483" y="619891"/>
                  </a:lnTo>
                  <a:lnTo>
                    <a:pt x="5267771" y="666397"/>
                  </a:lnTo>
                  <a:lnTo>
                    <a:pt x="5272210" y="713789"/>
                  </a:lnTo>
                  <a:lnTo>
                    <a:pt x="5273710" y="761978"/>
                  </a:lnTo>
                  <a:lnTo>
                    <a:pt x="5273711" y="3706435"/>
                  </a:lnTo>
                  <a:lnTo>
                    <a:pt x="5272213" y="3754624"/>
                  </a:lnTo>
                  <a:lnTo>
                    <a:pt x="5267776" y="3802017"/>
                  </a:lnTo>
                  <a:lnTo>
                    <a:pt x="5260489" y="3848524"/>
                  </a:lnTo>
                  <a:lnTo>
                    <a:pt x="5250442" y="3894057"/>
                  </a:lnTo>
                  <a:lnTo>
                    <a:pt x="5237723" y="3938524"/>
                  </a:lnTo>
                  <a:lnTo>
                    <a:pt x="5222423" y="3981839"/>
                  </a:lnTo>
                  <a:lnTo>
                    <a:pt x="5204630" y="4023910"/>
                  </a:lnTo>
                  <a:lnTo>
                    <a:pt x="5184435" y="4064649"/>
                  </a:lnTo>
                  <a:lnTo>
                    <a:pt x="5161925" y="4103967"/>
                  </a:lnTo>
                  <a:lnTo>
                    <a:pt x="5137191" y="4141774"/>
                  </a:lnTo>
                  <a:lnTo>
                    <a:pt x="5110321" y="4177982"/>
                  </a:lnTo>
                  <a:lnTo>
                    <a:pt x="5081406" y="4212501"/>
                  </a:lnTo>
                  <a:lnTo>
                    <a:pt x="5050534" y="4245241"/>
                  </a:lnTo>
                  <a:lnTo>
                    <a:pt x="5017794" y="4276114"/>
                  </a:lnTo>
                  <a:lnTo>
                    <a:pt x="4983276" y="4305030"/>
                  </a:lnTo>
                  <a:lnTo>
                    <a:pt x="4947069" y="4331901"/>
                  </a:lnTo>
                  <a:lnTo>
                    <a:pt x="4909262" y="4356636"/>
                  </a:lnTo>
                  <a:lnTo>
                    <a:pt x="4869944" y="4379146"/>
                  </a:lnTo>
                  <a:lnTo>
                    <a:pt x="4829205" y="4399343"/>
                  </a:lnTo>
                  <a:lnTo>
                    <a:pt x="4787133" y="4417136"/>
                  </a:lnTo>
                  <a:lnTo>
                    <a:pt x="4743819" y="4432437"/>
                  </a:lnTo>
                  <a:lnTo>
                    <a:pt x="4699351" y="4445157"/>
                  </a:lnTo>
                  <a:lnTo>
                    <a:pt x="4653818" y="4455205"/>
                  </a:lnTo>
                  <a:lnTo>
                    <a:pt x="4607311" y="4462492"/>
                  </a:lnTo>
                  <a:lnTo>
                    <a:pt x="4559917" y="4466930"/>
                  </a:lnTo>
                  <a:lnTo>
                    <a:pt x="4549948" y="4467227"/>
                  </a:lnTo>
                </a:path>
              </a:pathLst>
            </a:custGeom>
            <a:ln w="57150">
              <a:solidFill>
                <a:srgbClr val="BA9977"/>
              </a:solidFill>
            </a:ln>
          </p:spPr>
          <p:txBody>
            <a:bodyPr wrap="square" lIns="0" tIns="0" rIns="0" bIns="0" rtlCol="0"/>
            <a:lstStyle/>
            <a:p>
              <a:endParaRPr/>
            </a:p>
          </p:txBody>
        </p:sp>
      </p:grpSp>
      <p:sp>
        <p:nvSpPr>
          <p:cNvPr id="12" name="object 12"/>
          <p:cNvSpPr txBox="1">
            <a:spLocks noGrp="1"/>
          </p:cNvSpPr>
          <p:nvPr>
            <p:ph type="title"/>
          </p:nvPr>
        </p:nvSpPr>
        <p:spPr>
          <a:xfrm>
            <a:off x="3336093" y="292901"/>
            <a:ext cx="12385040" cy="1674817"/>
          </a:xfrm>
          <a:prstGeom prst="rect">
            <a:avLst/>
          </a:prstGeom>
        </p:spPr>
        <p:txBody>
          <a:bodyPr vert="horz" wrap="square" lIns="0" tIns="12700" rIns="0" bIns="0" rtlCol="0">
            <a:spAutoFit/>
          </a:bodyPr>
          <a:lstStyle/>
          <a:p>
            <a:pPr marL="3247390" marR="5080" indent="-1891664">
              <a:lnSpc>
                <a:spcPct val="115900"/>
              </a:lnSpc>
              <a:spcBef>
                <a:spcPts val="100"/>
              </a:spcBef>
            </a:pPr>
            <a:r>
              <a:rPr sz="4800" spc="665" dirty="0"/>
              <a:t>Q</a:t>
            </a:r>
            <a:r>
              <a:rPr lang="en-US" sz="4800" spc="665" dirty="0"/>
              <a:t>19</a:t>
            </a:r>
            <a:r>
              <a:rPr sz="4800" spc="125" dirty="0"/>
              <a:t> </a:t>
            </a:r>
            <a:r>
              <a:rPr sz="4800" spc="795" dirty="0"/>
              <a:t>-</a:t>
            </a:r>
            <a:r>
              <a:rPr sz="4800" spc="130" dirty="0"/>
              <a:t> </a:t>
            </a:r>
            <a:r>
              <a:rPr lang="en-US" sz="4800" spc="445" dirty="0"/>
              <a:t>Which pizzas generate the highest revenue?</a:t>
            </a:r>
            <a:endParaRPr sz="4800" dirty="0"/>
          </a:p>
        </p:txBody>
      </p:sp>
      <p:sp>
        <p:nvSpPr>
          <p:cNvPr id="13" name="object 13"/>
          <p:cNvSpPr txBox="1"/>
          <p:nvPr/>
        </p:nvSpPr>
        <p:spPr>
          <a:xfrm>
            <a:off x="1595119" y="7037571"/>
            <a:ext cx="9065895" cy="2144177"/>
          </a:xfrm>
          <a:prstGeom prst="rect">
            <a:avLst/>
          </a:prstGeom>
        </p:spPr>
        <p:txBody>
          <a:bodyPr vert="horz" wrap="square" lIns="0" tIns="91440" rIns="0" bIns="0" rtlCol="0">
            <a:spAutoFit/>
          </a:bodyPr>
          <a:lstStyle/>
          <a:p>
            <a:pPr marL="12700">
              <a:lnSpc>
                <a:spcPct val="100000"/>
              </a:lnSpc>
              <a:spcBef>
                <a:spcPts val="720"/>
              </a:spcBef>
            </a:pPr>
            <a:r>
              <a:rPr sz="3150" spc="-110" dirty="0">
                <a:solidFill>
                  <a:srgbClr val="672912"/>
                </a:solidFill>
                <a:latin typeface="Verdana"/>
                <a:cs typeface="Verdana"/>
              </a:rPr>
              <a:t>Insight</a:t>
            </a:r>
            <a:r>
              <a:rPr sz="3150" spc="-300" dirty="0">
                <a:solidFill>
                  <a:srgbClr val="672912"/>
                </a:solidFill>
                <a:latin typeface="Verdana"/>
                <a:cs typeface="Verdana"/>
              </a:rPr>
              <a:t> </a:t>
            </a:r>
            <a:r>
              <a:rPr sz="3150" spc="-650" dirty="0">
                <a:solidFill>
                  <a:srgbClr val="672912"/>
                </a:solidFill>
                <a:latin typeface="Verdana"/>
                <a:cs typeface="Verdana"/>
              </a:rPr>
              <a:t>:</a:t>
            </a:r>
            <a:endParaRPr lang="en-US" sz="3150" spc="-650" dirty="0">
              <a:solidFill>
                <a:srgbClr val="672912"/>
              </a:solidFill>
              <a:latin typeface="Verdana"/>
              <a:cs typeface="Verdana"/>
            </a:endParaRPr>
          </a:p>
          <a:p>
            <a:pPr marL="12700">
              <a:lnSpc>
                <a:spcPct val="100000"/>
              </a:lnSpc>
              <a:spcBef>
                <a:spcPts val="720"/>
              </a:spcBef>
            </a:pPr>
            <a:r>
              <a:rPr lang="en-US" sz="3200" dirty="0">
                <a:solidFill>
                  <a:schemeClr val="accent2">
                    <a:lumMod val="50000"/>
                  </a:schemeClr>
                </a:solidFill>
              </a:rPr>
              <a:t>The Thai Chicken Pizza and Barbecue Chicken Pizza are the top revenue-generating products, leading overall sales performance.</a:t>
            </a:r>
            <a:endParaRPr sz="3150" dirty="0">
              <a:solidFill>
                <a:schemeClr val="accent2">
                  <a:lumMod val="50000"/>
                </a:schemeClr>
              </a:solidFill>
              <a:latin typeface="Verdana"/>
              <a:cs typeface="Verdana"/>
            </a:endParaRPr>
          </a:p>
        </p:txBody>
      </p:sp>
      <p:sp>
        <p:nvSpPr>
          <p:cNvPr id="14" name="object 14"/>
          <p:cNvSpPr/>
          <p:nvPr/>
        </p:nvSpPr>
        <p:spPr>
          <a:xfrm>
            <a:off x="1308100" y="6702462"/>
            <a:ext cx="9639935" cy="2768409"/>
          </a:xfrm>
          <a:custGeom>
            <a:avLst/>
            <a:gdLst/>
            <a:ahLst/>
            <a:cxnLst/>
            <a:rect l="l" t="t" r="r" b="b"/>
            <a:pathLst>
              <a:path w="9639935" h="3167379">
                <a:moveTo>
                  <a:pt x="9639334" y="2410083"/>
                </a:moveTo>
                <a:lnTo>
                  <a:pt x="9637957" y="2453258"/>
                </a:lnTo>
                <a:lnTo>
                  <a:pt x="9633521" y="2500649"/>
                </a:lnTo>
                <a:lnTo>
                  <a:pt x="9626235" y="2547154"/>
                </a:lnTo>
                <a:lnTo>
                  <a:pt x="9616189" y="2592685"/>
                </a:lnTo>
                <a:lnTo>
                  <a:pt x="9603472" y="2637151"/>
                </a:lnTo>
                <a:lnTo>
                  <a:pt x="9588173" y="2680465"/>
                </a:lnTo>
                <a:lnTo>
                  <a:pt x="9570381" y="2722536"/>
                </a:lnTo>
                <a:lnTo>
                  <a:pt x="9550186" y="2763275"/>
                </a:lnTo>
                <a:lnTo>
                  <a:pt x="9527677" y="2802593"/>
                </a:lnTo>
                <a:lnTo>
                  <a:pt x="9502943" y="2840401"/>
                </a:lnTo>
                <a:lnTo>
                  <a:pt x="9476073" y="2876609"/>
                </a:lnTo>
                <a:lnTo>
                  <a:pt x="9447157" y="2911129"/>
                </a:lnTo>
                <a:lnTo>
                  <a:pt x="9416284" y="2943870"/>
                </a:lnTo>
                <a:lnTo>
                  <a:pt x="9383543" y="2974743"/>
                </a:lnTo>
                <a:lnTo>
                  <a:pt x="9349023" y="3003660"/>
                </a:lnTo>
                <a:lnTo>
                  <a:pt x="9312814" y="3030530"/>
                </a:lnTo>
                <a:lnTo>
                  <a:pt x="9275004" y="3055265"/>
                </a:lnTo>
                <a:lnTo>
                  <a:pt x="9235685" y="3077775"/>
                </a:lnTo>
                <a:lnTo>
                  <a:pt x="9194944" y="3097971"/>
                </a:lnTo>
                <a:lnTo>
                  <a:pt x="9152870" y="3115764"/>
                </a:lnTo>
                <a:lnTo>
                  <a:pt x="9109555" y="3131064"/>
                </a:lnTo>
                <a:lnTo>
                  <a:pt x="9065086" y="3143782"/>
                </a:lnTo>
                <a:lnTo>
                  <a:pt x="9019552" y="3153830"/>
                </a:lnTo>
                <a:lnTo>
                  <a:pt x="8973045" y="3161117"/>
                </a:lnTo>
                <a:lnTo>
                  <a:pt x="8925651" y="3165555"/>
                </a:lnTo>
                <a:lnTo>
                  <a:pt x="8877462" y="3167054"/>
                </a:lnTo>
                <a:lnTo>
                  <a:pt x="761988" y="3167054"/>
                </a:lnTo>
                <a:lnTo>
                  <a:pt x="713799" y="3165555"/>
                </a:lnTo>
                <a:lnTo>
                  <a:pt x="666406" y="3161118"/>
                </a:lnTo>
                <a:lnTo>
                  <a:pt x="619898" y="3153831"/>
                </a:lnTo>
                <a:lnTo>
                  <a:pt x="574366" y="3143784"/>
                </a:lnTo>
                <a:lnTo>
                  <a:pt x="529898" y="3131066"/>
                </a:lnTo>
                <a:lnTo>
                  <a:pt x="486583" y="3115766"/>
                </a:lnTo>
                <a:lnTo>
                  <a:pt x="444511" y="3097975"/>
                </a:lnTo>
                <a:lnTo>
                  <a:pt x="403771" y="3077779"/>
                </a:lnTo>
                <a:lnTo>
                  <a:pt x="364453" y="3055270"/>
                </a:lnTo>
                <a:lnTo>
                  <a:pt x="326644" y="3030536"/>
                </a:lnTo>
                <a:lnTo>
                  <a:pt x="290436" y="3003667"/>
                </a:lnTo>
                <a:lnTo>
                  <a:pt x="255917" y="2974752"/>
                </a:lnTo>
                <a:lnTo>
                  <a:pt x="223176" y="2943879"/>
                </a:lnTo>
                <a:lnTo>
                  <a:pt x="192303" y="2911139"/>
                </a:lnTo>
                <a:lnTo>
                  <a:pt x="163387" y="2876620"/>
                </a:lnTo>
                <a:lnTo>
                  <a:pt x="136517" y="2840413"/>
                </a:lnTo>
                <a:lnTo>
                  <a:pt x="111783" y="2802605"/>
                </a:lnTo>
                <a:lnTo>
                  <a:pt x="89273" y="2763287"/>
                </a:lnTo>
                <a:lnTo>
                  <a:pt x="69078" y="2722547"/>
                </a:lnTo>
                <a:lnTo>
                  <a:pt x="51286" y="2680475"/>
                </a:lnTo>
                <a:lnTo>
                  <a:pt x="35986" y="2637161"/>
                </a:lnTo>
                <a:lnTo>
                  <a:pt x="23268" y="2592693"/>
                </a:lnTo>
                <a:lnTo>
                  <a:pt x="13222" y="2547161"/>
                </a:lnTo>
                <a:lnTo>
                  <a:pt x="5935" y="2500654"/>
                </a:lnTo>
                <a:lnTo>
                  <a:pt x="1498" y="2453261"/>
                </a:lnTo>
                <a:lnTo>
                  <a:pt x="0" y="2405072"/>
                </a:lnTo>
                <a:lnTo>
                  <a:pt x="0" y="761988"/>
                </a:lnTo>
                <a:lnTo>
                  <a:pt x="1500" y="713799"/>
                </a:lnTo>
                <a:lnTo>
                  <a:pt x="5938" y="666406"/>
                </a:lnTo>
                <a:lnTo>
                  <a:pt x="13226" y="619899"/>
                </a:lnTo>
                <a:lnTo>
                  <a:pt x="23274" y="574368"/>
                </a:lnTo>
                <a:lnTo>
                  <a:pt x="35993" y="529900"/>
                </a:lnTo>
                <a:lnTo>
                  <a:pt x="51293" y="486586"/>
                </a:lnTo>
                <a:lnTo>
                  <a:pt x="69086" y="444515"/>
                </a:lnTo>
                <a:lnTo>
                  <a:pt x="89282" y="403775"/>
                </a:lnTo>
                <a:lnTo>
                  <a:pt x="111791" y="364457"/>
                </a:lnTo>
                <a:lnTo>
                  <a:pt x="136525" y="326650"/>
                </a:lnTo>
                <a:lnTo>
                  <a:pt x="163395" y="290442"/>
                </a:lnTo>
                <a:lnTo>
                  <a:pt x="192311" y="255924"/>
                </a:lnTo>
                <a:lnTo>
                  <a:pt x="223183" y="223183"/>
                </a:lnTo>
                <a:lnTo>
                  <a:pt x="255923" y="192310"/>
                </a:lnTo>
                <a:lnTo>
                  <a:pt x="290441" y="163394"/>
                </a:lnTo>
                <a:lnTo>
                  <a:pt x="326649" y="136524"/>
                </a:lnTo>
                <a:lnTo>
                  <a:pt x="364456" y="111790"/>
                </a:lnTo>
                <a:lnTo>
                  <a:pt x="403774" y="89280"/>
                </a:lnTo>
                <a:lnTo>
                  <a:pt x="444513" y="69084"/>
                </a:lnTo>
                <a:lnTo>
                  <a:pt x="486585" y="51291"/>
                </a:lnTo>
                <a:lnTo>
                  <a:pt x="529899" y="35990"/>
                </a:lnTo>
                <a:lnTo>
                  <a:pt x="574367" y="23272"/>
                </a:lnTo>
                <a:lnTo>
                  <a:pt x="619899" y="13224"/>
                </a:lnTo>
                <a:lnTo>
                  <a:pt x="666406" y="5937"/>
                </a:lnTo>
                <a:lnTo>
                  <a:pt x="713799" y="1499"/>
                </a:lnTo>
                <a:lnTo>
                  <a:pt x="761988" y="0"/>
                </a:lnTo>
                <a:lnTo>
                  <a:pt x="8877462" y="0"/>
                </a:lnTo>
                <a:lnTo>
                  <a:pt x="8925651" y="1499"/>
                </a:lnTo>
                <a:lnTo>
                  <a:pt x="8973044" y="5938"/>
                </a:lnTo>
                <a:lnTo>
                  <a:pt x="9019552" y="13226"/>
                </a:lnTo>
                <a:lnTo>
                  <a:pt x="9065085" y="23274"/>
                </a:lnTo>
                <a:lnTo>
                  <a:pt x="9109553" y="35993"/>
                </a:lnTo>
                <a:lnTo>
                  <a:pt x="9152869" y="51294"/>
                </a:lnTo>
                <a:lnTo>
                  <a:pt x="9194941" y="69088"/>
                </a:lnTo>
                <a:lnTo>
                  <a:pt x="9235681" y="89285"/>
                </a:lnTo>
                <a:lnTo>
                  <a:pt x="9275000" y="111796"/>
                </a:lnTo>
                <a:lnTo>
                  <a:pt x="9312808" y="136531"/>
                </a:lnTo>
                <a:lnTo>
                  <a:pt x="9349017" y="163402"/>
                </a:lnTo>
                <a:lnTo>
                  <a:pt x="9383536" y="192319"/>
                </a:lnTo>
                <a:lnTo>
                  <a:pt x="9416276" y="223193"/>
                </a:lnTo>
                <a:lnTo>
                  <a:pt x="9447149" y="255934"/>
                </a:lnTo>
                <a:lnTo>
                  <a:pt x="9476064" y="290453"/>
                </a:lnTo>
                <a:lnTo>
                  <a:pt x="9502934" y="326661"/>
                </a:lnTo>
                <a:lnTo>
                  <a:pt x="9527667" y="364469"/>
                </a:lnTo>
                <a:lnTo>
                  <a:pt x="9550177" y="403786"/>
                </a:lnTo>
                <a:lnTo>
                  <a:pt x="9570372" y="444525"/>
                </a:lnTo>
                <a:lnTo>
                  <a:pt x="9588164" y="486595"/>
                </a:lnTo>
                <a:lnTo>
                  <a:pt x="9603464" y="529908"/>
                </a:lnTo>
                <a:lnTo>
                  <a:pt x="9616182" y="574374"/>
                </a:lnTo>
                <a:lnTo>
                  <a:pt x="9626230" y="619904"/>
                </a:lnTo>
                <a:lnTo>
                  <a:pt x="9633517" y="666409"/>
                </a:lnTo>
                <a:lnTo>
                  <a:pt x="9637956" y="713800"/>
                </a:lnTo>
                <a:lnTo>
                  <a:pt x="9639331" y="757002"/>
                </a:lnTo>
              </a:path>
            </a:pathLst>
          </a:custGeom>
          <a:ln w="57150">
            <a:solidFill>
              <a:srgbClr val="BA9977"/>
            </a:solidFill>
          </a:ln>
        </p:spPr>
        <p:txBody>
          <a:bodyPr wrap="square" lIns="0" tIns="0" rIns="0" bIns="0" rtlCol="0"/>
          <a:lstStyle/>
          <a:p>
            <a:endParaRPr/>
          </a:p>
        </p:txBody>
      </p:sp>
      <p:pic>
        <p:nvPicPr>
          <p:cNvPr id="16" name="Picture 15">
            <a:extLst>
              <a:ext uri="{FF2B5EF4-FFF2-40B4-BE49-F238E27FC236}">
                <a16:creationId xmlns:a16="http://schemas.microsoft.com/office/drawing/2014/main" id="{9357EAF8-6BF1-46EC-8C96-200D4787A2C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36112" y="2662871"/>
            <a:ext cx="11055888" cy="3014549"/>
          </a:xfrm>
          <a:prstGeom prst="rect">
            <a:avLst/>
          </a:prstGeom>
        </p:spPr>
      </p:pic>
      <p:pic>
        <p:nvPicPr>
          <p:cNvPr id="18" name="Picture 17">
            <a:extLst>
              <a:ext uri="{FF2B5EF4-FFF2-40B4-BE49-F238E27FC236}">
                <a16:creationId xmlns:a16="http://schemas.microsoft.com/office/drawing/2014/main" id="{89AF8800-84BB-4D13-B5D9-FC294DF4FF1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390754" y="5944731"/>
            <a:ext cx="5088890" cy="368589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7271654"/>
            <a:ext cx="2616200" cy="3015329"/>
          </a:xfrm>
          <a:prstGeom prst="rect">
            <a:avLst/>
          </a:prstGeom>
        </p:spPr>
      </p:pic>
      <p:pic>
        <p:nvPicPr>
          <p:cNvPr id="3" name="object 3"/>
          <p:cNvPicPr/>
          <p:nvPr/>
        </p:nvPicPr>
        <p:blipFill>
          <a:blip r:embed="rId3" cstate="print"/>
          <a:stretch>
            <a:fillRect/>
          </a:stretch>
        </p:blipFill>
        <p:spPr>
          <a:xfrm>
            <a:off x="0" y="0"/>
            <a:ext cx="2258424" cy="2748770"/>
          </a:xfrm>
          <a:prstGeom prst="rect">
            <a:avLst/>
          </a:prstGeom>
        </p:spPr>
      </p:pic>
      <p:pic>
        <p:nvPicPr>
          <p:cNvPr id="4" name="object 4"/>
          <p:cNvPicPr/>
          <p:nvPr/>
        </p:nvPicPr>
        <p:blipFill>
          <a:blip r:embed="rId4" cstate="print"/>
          <a:stretch>
            <a:fillRect/>
          </a:stretch>
        </p:blipFill>
        <p:spPr>
          <a:xfrm>
            <a:off x="16362536" y="8109660"/>
            <a:ext cx="1925463" cy="2171700"/>
          </a:xfrm>
          <a:prstGeom prst="rect">
            <a:avLst/>
          </a:prstGeom>
        </p:spPr>
      </p:pic>
      <p:pic>
        <p:nvPicPr>
          <p:cNvPr id="5" name="object 5"/>
          <p:cNvPicPr/>
          <p:nvPr/>
        </p:nvPicPr>
        <p:blipFill>
          <a:blip r:embed="rId5" cstate="print"/>
          <a:stretch>
            <a:fillRect/>
          </a:stretch>
        </p:blipFill>
        <p:spPr>
          <a:xfrm>
            <a:off x="15537136" y="-12079"/>
            <a:ext cx="2750810" cy="2226226"/>
          </a:xfrm>
          <a:prstGeom prst="rect">
            <a:avLst/>
          </a:prstGeom>
        </p:spPr>
      </p:pic>
      <p:sp>
        <p:nvSpPr>
          <p:cNvPr id="6" name="object 6"/>
          <p:cNvSpPr/>
          <p:nvPr/>
        </p:nvSpPr>
        <p:spPr>
          <a:xfrm>
            <a:off x="4096661" y="439679"/>
            <a:ext cx="10765155" cy="1739900"/>
          </a:xfrm>
          <a:custGeom>
            <a:avLst/>
            <a:gdLst/>
            <a:ahLst/>
            <a:cxnLst/>
            <a:rect l="l" t="t" r="r" b="b"/>
            <a:pathLst>
              <a:path w="10765155" h="1739900">
                <a:moveTo>
                  <a:pt x="10567021" y="1739800"/>
                </a:moveTo>
                <a:lnTo>
                  <a:pt x="200025" y="1739800"/>
                </a:lnTo>
                <a:lnTo>
                  <a:pt x="154161" y="1734518"/>
                </a:lnTo>
                <a:lnTo>
                  <a:pt x="112059" y="1719470"/>
                </a:lnTo>
                <a:lnTo>
                  <a:pt x="74919" y="1695857"/>
                </a:lnTo>
                <a:lnTo>
                  <a:pt x="43943" y="1664881"/>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5" y="0"/>
                </a:lnTo>
                <a:lnTo>
                  <a:pt x="10567021" y="0"/>
                </a:lnTo>
                <a:lnTo>
                  <a:pt x="10612881" y="5282"/>
                </a:lnTo>
                <a:lnTo>
                  <a:pt x="10654979" y="20330"/>
                </a:lnTo>
                <a:lnTo>
                  <a:pt x="10692116" y="43943"/>
                </a:lnTo>
                <a:lnTo>
                  <a:pt x="10723090" y="74919"/>
                </a:lnTo>
                <a:lnTo>
                  <a:pt x="10746701" y="112059"/>
                </a:lnTo>
                <a:lnTo>
                  <a:pt x="10761749" y="154161"/>
                </a:lnTo>
                <a:lnTo>
                  <a:pt x="10765014" y="182514"/>
                </a:lnTo>
                <a:lnTo>
                  <a:pt x="10765014" y="1557286"/>
                </a:lnTo>
                <a:lnTo>
                  <a:pt x="10746701" y="1627741"/>
                </a:lnTo>
                <a:lnTo>
                  <a:pt x="10723090" y="1664881"/>
                </a:lnTo>
                <a:lnTo>
                  <a:pt x="10692116" y="1695857"/>
                </a:lnTo>
                <a:lnTo>
                  <a:pt x="10654979" y="1719470"/>
                </a:lnTo>
                <a:lnTo>
                  <a:pt x="10612881" y="1734518"/>
                </a:lnTo>
                <a:lnTo>
                  <a:pt x="10567021" y="1739800"/>
                </a:lnTo>
                <a:close/>
              </a:path>
            </a:pathLst>
          </a:custGeom>
          <a:solidFill>
            <a:srgbClr val="DABD9D">
              <a:alpha val="78999"/>
            </a:srgbClr>
          </a:solidFill>
        </p:spPr>
        <p:txBody>
          <a:bodyPr wrap="square" lIns="0" tIns="0" rIns="0" bIns="0" rtlCol="0"/>
          <a:lstStyle/>
          <a:p>
            <a:endParaRPr/>
          </a:p>
        </p:txBody>
      </p:sp>
      <p:grpSp>
        <p:nvGrpSpPr>
          <p:cNvPr id="8" name="object 8"/>
          <p:cNvGrpSpPr/>
          <p:nvPr/>
        </p:nvGrpSpPr>
        <p:grpSpPr>
          <a:xfrm>
            <a:off x="751002" y="2544610"/>
            <a:ext cx="17155997" cy="7449488"/>
            <a:chOff x="751002" y="2544610"/>
            <a:chExt cx="17155997" cy="7449488"/>
          </a:xfrm>
        </p:grpSpPr>
        <p:sp>
          <p:nvSpPr>
            <p:cNvPr id="10" name="object 10"/>
            <p:cNvSpPr/>
            <p:nvPr/>
          </p:nvSpPr>
          <p:spPr>
            <a:xfrm>
              <a:off x="751002" y="2544610"/>
              <a:ext cx="11856720" cy="3341740"/>
            </a:xfrm>
            <a:custGeom>
              <a:avLst/>
              <a:gdLst/>
              <a:ahLst/>
              <a:cxnLst/>
              <a:rect l="l" t="t" r="r" b="b"/>
              <a:pathLst>
                <a:path w="11856720" h="2599054">
                  <a:moveTo>
                    <a:pt x="761984" y="0"/>
                  </a:moveTo>
                  <a:lnTo>
                    <a:pt x="11094625" y="0"/>
                  </a:lnTo>
                  <a:lnTo>
                    <a:pt x="11142812" y="1496"/>
                  </a:lnTo>
                  <a:lnTo>
                    <a:pt x="11190204" y="5932"/>
                  </a:lnTo>
                  <a:lnTo>
                    <a:pt x="11236711" y="13217"/>
                  </a:lnTo>
                  <a:lnTo>
                    <a:pt x="11282243" y="23262"/>
                  </a:lnTo>
                  <a:lnTo>
                    <a:pt x="11326711" y="35979"/>
                  </a:lnTo>
                  <a:lnTo>
                    <a:pt x="11370027" y="51278"/>
                  </a:lnTo>
                  <a:lnTo>
                    <a:pt x="11412100" y="69070"/>
                  </a:lnTo>
                  <a:lnTo>
                    <a:pt x="11452841" y="89265"/>
                  </a:lnTo>
                  <a:lnTo>
                    <a:pt x="11492161" y="111774"/>
                  </a:lnTo>
                  <a:lnTo>
                    <a:pt x="11529970" y="136509"/>
                  </a:lnTo>
                  <a:lnTo>
                    <a:pt x="11566179" y="163379"/>
                  </a:lnTo>
                  <a:lnTo>
                    <a:pt x="11600700" y="192295"/>
                  </a:lnTo>
                  <a:lnTo>
                    <a:pt x="11633441" y="223169"/>
                  </a:lnTo>
                  <a:lnTo>
                    <a:pt x="11664315" y="255911"/>
                  </a:lnTo>
                  <a:lnTo>
                    <a:pt x="11693232" y="290431"/>
                  </a:lnTo>
                  <a:lnTo>
                    <a:pt x="11720102" y="326640"/>
                  </a:lnTo>
                  <a:lnTo>
                    <a:pt x="11744837" y="364449"/>
                  </a:lnTo>
                  <a:lnTo>
                    <a:pt x="11767347" y="403768"/>
                  </a:lnTo>
                  <a:lnTo>
                    <a:pt x="11787542" y="444508"/>
                  </a:lnTo>
                  <a:lnTo>
                    <a:pt x="11805334" y="486581"/>
                  </a:lnTo>
                  <a:lnTo>
                    <a:pt x="11820634" y="529895"/>
                  </a:lnTo>
                  <a:lnTo>
                    <a:pt x="11833352" y="574364"/>
                  </a:lnTo>
                  <a:lnTo>
                    <a:pt x="11843399" y="619896"/>
                  </a:lnTo>
                  <a:lnTo>
                    <a:pt x="11850686" y="666403"/>
                  </a:lnTo>
                  <a:lnTo>
                    <a:pt x="11855123" y="713795"/>
                  </a:lnTo>
                  <a:lnTo>
                    <a:pt x="11856622" y="761984"/>
                  </a:lnTo>
                  <a:lnTo>
                    <a:pt x="11856622" y="1836848"/>
                  </a:lnTo>
                  <a:lnTo>
                    <a:pt x="11855124" y="1885037"/>
                  </a:lnTo>
                  <a:lnTo>
                    <a:pt x="11850687" y="1932430"/>
                  </a:lnTo>
                  <a:lnTo>
                    <a:pt x="11843401" y="1978938"/>
                  </a:lnTo>
                  <a:lnTo>
                    <a:pt x="11833354" y="2024470"/>
                  </a:lnTo>
                  <a:lnTo>
                    <a:pt x="11820637" y="2068939"/>
                  </a:lnTo>
                  <a:lnTo>
                    <a:pt x="11805337" y="2112255"/>
                  </a:lnTo>
                  <a:lnTo>
                    <a:pt x="11787545" y="2154327"/>
                  </a:lnTo>
                  <a:lnTo>
                    <a:pt x="11767349" y="2195068"/>
                  </a:lnTo>
                  <a:lnTo>
                    <a:pt x="11744839" y="2234388"/>
                  </a:lnTo>
                  <a:lnTo>
                    <a:pt x="11720104" y="2272197"/>
                  </a:lnTo>
                  <a:lnTo>
                    <a:pt x="11693233" y="2308406"/>
                  </a:lnTo>
                  <a:lnTo>
                    <a:pt x="11664315" y="2342926"/>
                  </a:lnTo>
                  <a:lnTo>
                    <a:pt x="11633441" y="2375667"/>
                  </a:lnTo>
                  <a:lnTo>
                    <a:pt x="11600698" y="2406540"/>
                  </a:lnTo>
                  <a:lnTo>
                    <a:pt x="11566177" y="2435456"/>
                  </a:lnTo>
                  <a:lnTo>
                    <a:pt x="11529967" y="2462326"/>
                  </a:lnTo>
                  <a:lnTo>
                    <a:pt x="11492157" y="2487059"/>
                  </a:lnTo>
                  <a:lnTo>
                    <a:pt x="11452837" y="2509567"/>
                  </a:lnTo>
                  <a:lnTo>
                    <a:pt x="11412096" y="2529761"/>
                  </a:lnTo>
                  <a:lnTo>
                    <a:pt x="11370023" y="2547552"/>
                  </a:lnTo>
                  <a:lnTo>
                    <a:pt x="11326708" y="2562849"/>
                  </a:lnTo>
                  <a:lnTo>
                    <a:pt x="11282240" y="2575565"/>
                  </a:lnTo>
                  <a:lnTo>
                    <a:pt x="11236708" y="2585610"/>
                  </a:lnTo>
                  <a:lnTo>
                    <a:pt x="11190202" y="2592894"/>
                  </a:lnTo>
                  <a:lnTo>
                    <a:pt x="11142812" y="2597330"/>
                  </a:lnTo>
                  <a:lnTo>
                    <a:pt x="11094625" y="2598828"/>
                  </a:lnTo>
                  <a:lnTo>
                    <a:pt x="761985" y="2598828"/>
                  </a:lnTo>
                  <a:lnTo>
                    <a:pt x="713796" y="2597329"/>
                  </a:lnTo>
                  <a:lnTo>
                    <a:pt x="666404" y="2592892"/>
                  </a:lnTo>
                  <a:lnTo>
                    <a:pt x="619898" y="2585605"/>
                  </a:lnTo>
                  <a:lnTo>
                    <a:pt x="574366" y="2575558"/>
                  </a:lnTo>
                  <a:lnTo>
                    <a:pt x="529899" y="2562840"/>
                  </a:lnTo>
                  <a:lnTo>
                    <a:pt x="486585" y="2547541"/>
                  </a:lnTo>
                  <a:lnTo>
                    <a:pt x="444513" y="2529750"/>
                  </a:lnTo>
                  <a:lnTo>
                    <a:pt x="403774" y="2509555"/>
                  </a:lnTo>
                  <a:lnTo>
                    <a:pt x="364456" y="2487046"/>
                  </a:lnTo>
                  <a:lnTo>
                    <a:pt x="326648" y="2462313"/>
                  </a:lnTo>
                  <a:lnTo>
                    <a:pt x="290439" y="2435444"/>
                  </a:lnTo>
                  <a:lnTo>
                    <a:pt x="255920" y="2406529"/>
                  </a:lnTo>
                  <a:lnTo>
                    <a:pt x="223179" y="2375656"/>
                  </a:lnTo>
                  <a:lnTo>
                    <a:pt x="192306" y="2342916"/>
                  </a:lnTo>
                  <a:lnTo>
                    <a:pt x="163390" y="2308398"/>
                  </a:lnTo>
                  <a:lnTo>
                    <a:pt x="136520" y="2272190"/>
                  </a:lnTo>
                  <a:lnTo>
                    <a:pt x="111785" y="2234383"/>
                  </a:lnTo>
                  <a:lnTo>
                    <a:pt x="89275" y="2195064"/>
                  </a:lnTo>
                  <a:lnTo>
                    <a:pt x="69080" y="2154324"/>
                  </a:lnTo>
                  <a:lnTo>
                    <a:pt x="51287" y="2112253"/>
                  </a:lnTo>
                  <a:lnTo>
                    <a:pt x="35987" y="2068938"/>
                  </a:lnTo>
                  <a:lnTo>
                    <a:pt x="23269" y="2024470"/>
                  </a:lnTo>
                  <a:lnTo>
                    <a:pt x="13222" y="1978938"/>
                  </a:lnTo>
                  <a:lnTo>
                    <a:pt x="5936" y="1932430"/>
                  </a:lnTo>
                  <a:lnTo>
                    <a:pt x="1498" y="1885037"/>
                  </a:lnTo>
                  <a:lnTo>
                    <a:pt x="0" y="1836848"/>
                  </a:lnTo>
                  <a:lnTo>
                    <a:pt x="0" y="761984"/>
                  </a:lnTo>
                  <a:lnTo>
                    <a:pt x="1498" y="713795"/>
                  </a:lnTo>
                  <a:lnTo>
                    <a:pt x="5936" y="666403"/>
                  </a:lnTo>
                  <a:lnTo>
                    <a:pt x="13223" y="619896"/>
                  </a:lnTo>
                  <a:lnTo>
                    <a:pt x="23271" y="574364"/>
                  </a:lnTo>
                  <a:lnTo>
                    <a:pt x="35989" y="529896"/>
                  </a:lnTo>
                  <a:lnTo>
                    <a:pt x="51290" y="486582"/>
                  </a:lnTo>
                  <a:lnTo>
                    <a:pt x="69082" y="444511"/>
                  </a:lnTo>
                  <a:lnTo>
                    <a:pt x="89278" y="403771"/>
                  </a:lnTo>
                  <a:lnTo>
                    <a:pt x="111788" y="364453"/>
                  </a:lnTo>
                  <a:lnTo>
                    <a:pt x="136522" y="326646"/>
                  </a:lnTo>
                  <a:lnTo>
                    <a:pt x="163392" y="290439"/>
                  </a:lnTo>
                  <a:lnTo>
                    <a:pt x="192307" y="255920"/>
                  </a:lnTo>
                  <a:lnTo>
                    <a:pt x="223180" y="223180"/>
                  </a:lnTo>
                  <a:lnTo>
                    <a:pt x="255920" y="192307"/>
                  </a:lnTo>
                  <a:lnTo>
                    <a:pt x="290439" y="163392"/>
                  </a:lnTo>
                  <a:lnTo>
                    <a:pt x="326646" y="136522"/>
                  </a:lnTo>
                  <a:lnTo>
                    <a:pt x="364454" y="111788"/>
                  </a:lnTo>
                  <a:lnTo>
                    <a:pt x="403772" y="89278"/>
                  </a:lnTo>
                  <a:lnTo>
                    <a:pt x="444511" y="69083"/>
                  </a:lnTo>
                  <a:lnTo>
                    <a:pt x="486582" y="51290"/>
                  </a:lnTo>
                  <a:lnTo>
                    <a:pt x="529896" y="35990"/>
                  </a:lnTo>
                  <a:lnTo>
                    <a:pt x="574364" y="23271"/>
                  </a:lnTo>
                  <a:lnTo>
                    <a:pt x="619896" y="13224"/>
                  </a:lnTo>
                  <a:lnTo>
                    <a:pt x="666403" y="5936"/>
                  </a:lnTo>
                  <a:lnTo>
                    <a:pt x="713795" y="1499"/>
                  </a:lnTo>
                  <a:lnTo>
                    <a:pt x="761984" y="0"/>
                  </a:lnTo>
                </a:path>
              </a:pathLst>
            </a:custGeom>
            <a:ln w="57150">
              <a:solidFill>
                <a:srgbClr val="BA9977"/>
              </a:solidFill>
            </a:ln>
          </p:spPr>
          <p:txBody>
            <a:bodyPr wrap="square" lIns="0" tIns="0" rIns="0" bIns="0" rtlCol="0"/>
            <a:lstStyle/>
            <a:p>
              <a:endParaRPr/>
            </a:p>
          </p:txBody>
        </p:sp>
        <p:sp>
          <p:nvSpPr>
            <p:cNvPr id="11" name="object 11"/>
            <p:cNvSpPr/>
            <p:nvPr/>
          </p:nvSpPr>
          <p:spPr>
            <a:xfrm>
              <a:off x="11963400" y="5711989"/>
              <a:ext cx="5943599" cy="4282109"/>
            </a:xfrm>
            <a:custGeom>
              <a:avLst/>
              <a:gdLst/>
              <a:ahLst/>
              <a:cxnLst/>
              <a:rect l="l" t="t" r="r" b="b"/>
              <a:pathLst>
                <a:path w="5274309" h="4467859">
                  <a:moveTo>
                    <a:pt x="723789" y="4467238"/>
                  </a:moveTo>
                  <a:lnTo>
                    <a:pt x="666425" y="4462493"/>
                  </a:lnTo>
                  <a:lnTo>
                    <a:pt x="619918" y="4455206"/>
                  </a:lnTo>
                  <a:lnTo>
                    <a:pt x="574385" y="4445158"/>
                  </a:lnTo>
                  <a:lnTo>
                    <a:pt x="529917" y="4432440"/>
                  </a:lnTo>
                  <a:lnTo>
                    <a:pt x="486603" y="4417140"/>
                  </a:lnTo>
                  <a:lnTo>
                    <a:pt x="444531" y="4399347"/>
                  </a:lnTo>
                  <a:lnTo>
                    <a:pt x="403791" y="4379151"/>
                  </a:lnTo>
                  <a:lnTo>
                    <a:pt x="364473" y="4356641"/>
                  </a:lnTo>
                  <a:lnTo>
                    <a:pt x="326666" y="4331906"/>
                  </a:lnTo>
                  <a:lnTo>
                    <a:pt x="290458" y="4305036"/>
                  </a:lnTo>
                  <a:lnTo>
                    <a:pt x="255940" y="4276119"/>
                  </a:lnTo>
                  <a:lnTo>
                    <a:pt x="223200" y="4245246"/>
                  </a:lnTo>
                  <a:lnTo>
                    <a:pt x="192328" y="4212505"/>
                  </a:lnTo>
                  <a:lnTo>
                    <a:pt x="163412" y="4177986"/>
                  </a:lnTo>
                  <a:lnTo>
                    <a:pt x="136543" y="4141777"/>
                  </a:lnTo>
                  <a:lnTo>
                    <a:pt x="111810" y="4103969"/>
                  </a:lnTo>
                  <a:lnTo>
                    <a:pt x="89301" y="4064651"/>
                  </a:lnTo>
                  <a:lnTo>
                    <a:pt x="69106" y="4023911"/>
                  </a:lnTo>
                  <a:lnTo>
                    <a:pt x="51314" y="3981839"/>
                  </a:lnTo>
                  <a:lnTo>
                    <a:pt x="36015" y="3938524"/>
                  </a:lnTo>
                  <a:lnTo>
                    <a:pt x="23297" y="3894056"/>
                  </a:lnTo>
                  <a:lnTo>
                    <a:pt x="13251" y="3848524"/>
                  </a:lnTo>
                  <a:lnTo>
                    <a:pt x="5965" y="3802017"/>
                  </a:lnTo>
                  <a:lnTo>
                    <a:pt x="1528" y="3754624"/>
                  </a:lnTo>
                  <a:lnTo>
                    <a:pt x="0" y="3706435"/>
                  </a:lnTo>
                  <a:lnTo>
                    <a:pt x="0" y="761977"/>
                  </a:lnTo>
                  <a:lnTo>
                    <a:pt x="1531" y="713789"/>
                  </a:lnTo>
                  <a:lnTo>
                    <a:pt x="5970" y="666397"/>
                  </a:lnTo>
                  <a:lnTo>
                    <a:pt x="13257" y="619891"/>
                  </a:lnTo>
                  <a:lnTo>
                    <a:pt x="23305" y="574360"/>
                  </a:lnTo>
                  <a:lnTo>
                    <a:pt x="36024" y="529893"/>
                  </a:lnTo>
                  <a:lnTo>
                    <a:pt x="51323" y="486580"/>
                  </a:lnTo>
                  <a:lnTo>
                    <a:pt x="69116" y="444509"/>
                  </a:lnTo>
                  <a:lnTo>
                    <a:pt x="89311" y="403770"/>
                  </a:lnTo>
                  <a:lnTo>
                    <a:pt x="111820" y="364452"/>
                  </a:lnTo>
                  <a:lnTo>
                    <a:pt x="136553" y="326645"/>
                  </a:lnTo>
                  <a:lnTo>
                    <a:pt x="163422" y="290437"/>
                  </a:lnTo>
                  <a:lnTo>
                    <a:pt x="192337" y="255919"/>
                  </a:lnTo>
                  <a:lnTo>
                    <a:pt x="223209" y="223178"/>
                  </a:lnTo>
                  <a:lnTo>
                    <a:pt x="255948" y="192306"/>
                  </a:lnTo>
                  <a:lnTo>
                    <a:pt x="290466" y="163390"/>
                  </a:lnTo>
                  <a:lnTo>
                    <a:pt x="326673" y="136520"/>
                  </a:lnTo>
                  <a:lnTo>
                    <a:pt x="364480" y="111785"/>
                  </a:lnTo>
                  <a:lnTo>
                    <a:pt x="403798" y="89276"/>
                  </a:lnTo>
                  <a:lnTo>
                    <a:pt x="444537" y="69080"/>
                  </a:lnTo>
                  <a:lnTo>
                    <a:pt x="486608" y="51288"/>
                  </a:lnTo>
                  <a:lnTo>
                    <a:pt x="529922" y="35988"/>
                  </a:lnTo>
                  <a:lnTo>
                    <a:pt x="574389" y="23270"/>
                  </a:lnTo>
                  <a:lnTo>
                    <a:pt x="619921" y="13223"/>
                  </a:lnTo>
                  <a:lnTo>
                    <a:pt x="666427" y="5936"/>
                  </a:lnTo>
                  <a:lnTo>
                    <a:pt x="713820" y="1499"/>
                  </a:lnTo>
                  <a:lnTo>
                    <a:pt x="762008" y="0"/>
                  </a:lnTo>
                  <a:lnTo>
                    <a:pt x="4511728" y="0"/>
                  </a:lnTo>
                  <a:lnTo>
                    <a:pt x="4559917" y="1498"/>
                  </a:lnTo>
                  <a:lnTo>
                    <a:pt x="4607310" y="5936"/>
                  </a:lnTo>
                  <a:lnTo>
                    <a:pt x="4653817" y="13223"/>
                  </a:lnTo>
                  <a:lnTo>
                    <a:pt x="4699348" y="23271"/>
                  </a:lnTo>
                  <a:lnTo>
                    <a:pt x="4743816" y="35990"/>
                  </a:lnTo>
                  <a:lnTo>
                    <a:pt x="4787129" y="51291"/>
                  </a:lnTo>
                  <a:lnTo>
                    <a:pt x="4829200" y="69084"/>
                  </a:lnTo>
                  <a:lnTo>
                    <a:pt x="4869938" y="89281"/>
                  </a:lnTo>
                  <a:lnTo>
                    <a:pt x="4909255" y="111791"/>
                  </a:lnTo>
                  <a:lnTo>
                    <a:pt x="4947062" y="136525"/>
                  </a:lnTo>
                  <a:lnTo>
                    <a:pt x="4983269" y="163395"/>
                  </a:lnTo>
                  <a:lnTo>
                    <a:pt x="5017786" y="192311"/>
                  </a:lnTo>
                  <a:lnTo>
                    <a:pt x="5050525" y="223183"/>
                  </a:lnTo>
                  <a:lnTo>
                    <a:pt x="5081397" y="255923"/>
                  </a:lnTo>
                  <a:lnTo>
                    <a:pt x="5110312" y="290441"/>
                  </a:lnTo>
                  <a:lnTo>
                    <a:pt x="5137181" y="326648"/>
                  </a:lnTo>
                  <a:lnTo>
                    <a:pt x="5161915" y="364454"/>
                  </a:lnTo>
                  <a:lnTo>
                    <a:pt x="5184425" y="403771"/>
                  </a:lnTo>
                  <a:lnTo>
                    <a:pt x="5204621" y="444510"/>
                  </a:lnTo>
                  <a:lnTo>
                    <a:pt x="5222414" y="486580"/>
                  </a:lnTo>
                  <a:lnTo>
                    <a:pt x="5237715" y="529893"/>
                  </a:lnTo>
                  <a:lnTo>
                    <a:pt x="5250434" y="574360"/>
                  </a:lnTo>
                  <a:lnTo>
                    <a:pt x="5260483" y="619891"/>
                  </a:lnTo>
                  <a:lnTo>
                    <a:pt x="5267771" y="666397"/>
                  </a:lnTo>
                  <a:lnTo>
                    <a:pt x="5272210" y="713789"/>
                  </a:lnTo>
                  <a:lnTo>
                    <a:pt x="5273710" y="761978"/>
                  </a:lnTo>
                  <a:lnTo>
                    <a:pt x="5273711" y="3706435"/>
                  </a:lnTo>
                  <a:lnTo>
                    <a:pt x="5272213" y="3754624"/>
                  </a:lnTo>
                  <a:lnTo>
                    <a:pt x="5267776" y="3802017"/>
                  </a:lnTo>
                  <a:lnTo>
                    <a:pt x="5260489" y="3848524"/>
                  </a:lnTo>
                  <a:lnTo>
                    <a:pt x="5250442" y="3894057"/>
                  </a:lnTo>
                  <a:lnTo>
                    <a:pt x="5237723" y="3938524"/>
                  </a:lnTo>
                  <a:lnTo>
                    <a:pt x="5222423" y="3981839"/>
                  </a:lnTo>
                  <a:lnTo>
                    <a:pt x="5204630" y="4023910"/>
                  </a:lnTo>
                  <a:lnTo>
                    <a:pt x="5184435" y="4064649"/>
                  </a:lnTo>
                  <a:lnTo>
                    <a:pt x="5161925" y="4103967"/>
                  </a:lnTo>
                  <a:lnTo>
                    <a:pt x="5137191" y="4141774"/>
                  </a:lnTo>
                  <a:lnTo>
                    <a:pt x="5110321" y="4177982"/>
                  </a:lnTo>
                  <a:lnTo>
                    <a:pt x="5081406" y="4212501"/>
                  </a:lnTo>
                  <a:lnTo>
                    <a:pt x="5050534" y="4245241"/>
                  </a:lnTo>
                  <a:lnTo>
                    <a:pt x="5017794" y="4276114"/>
                  </a:lnTo>
                  <a:lnTo>
                    <a:pt x="4983276" y="4305030"/>
                  </a:lnTo>
                  <a:lnTo>
                    <a:pt x="4947069" y="4331901"/>
                  </a:lnTo>
                  <a:lnTo>
                    <a:pt x="4909262" y="4356636"/>
                  </a:lnTo>
                  <a:lnTo>
                    <a:pt x="4869944" y="4379146"/>
                  </a:lnTo>
                  <a:lnTo>
                    <a:pt x="4829205" y="4399343"/>
                  </a:lnTo>
                  <a:lnTo>
                    <a:pt x="4787133" y="4417136"/>
                  </a:lnTo>
                  <a:lnTo>
                    <a:pt x="4743819" y="4432437"/>
                  </a:lnTo>
                  <a:lnTo>
                    <a:pt x="4699351" y="4445157"/>
                  </a:lnTo>
                  <a:lnTo>
                    <a:pt x="4653818" y="4455205"/>
                  </a:lnTo>
                  <a:lnTo>
                    <a:pt x="4607311" y="4462492"/>
                  </a:lnTo>
                  <a:lnTo>
                    <a:pt x="4559917" y="4466930"/>
                  </a:lnTo>
                  <a:lnTo>
                    <a:pt x="4549948" y="4467227"/>
                  </a:lnTo>
                </a:path>
              </a:pathLst>
            </a:custGeom>
            <a:ln w="57150">
              <a:solidFill>
                <a:srgbClr val="BA9977"/>
              </a:solidFill>
            </a:ln>
          </p:spPr>
          <p:txBody>
            <a:bodyPr wrap="square" lIns="0" tIns="0" rIns="0" bIns="0" rtlCol="0"/>
            <a:lstStyle/>
            <a:p>
              <a:endParaRPr/>
            </a:p>
          </p:txBody>
        </p:sp>
      </p:grpSp>
      <p:sp>
        <p:nvSpPr>
          <p:cNvPr id="12" name="object 12"/>
          <p:cNvSpPr txBox="1">
            <a:spLocks noGrp="1"/>
          </p:cNvSpPr>
          <p:nvPr>
            <p:ph type="title"/>
          </p:nvPr>
        </p:nvSpPr>
        <p:spPr>
          <a:xfrm>
            <a:off x="3336093" y="292901"/>
            <a:ext cx="12385040" cy="1674817"/>
          </a:xfrm>
          <a:prstGeom prst="rect">
            <a:avLst/>
          </a:prstGeom>
        </p:spPr>
        <p:txBody>
          <a:bodyPr vert="horz" wrap="square" lIns="0" tIns="12700" rIns="0" bIns="0" rtlCol="0">
            <a:spAutoFit/>
          </a:bodyPr>
          <a:lstStyle/>
          <a:p>
            <a:pPr marL="3247390" marR="5080" indent="-1891664">
              <a:lnSpc>
                <a:spcPct val="115900"/>
              </a:lnSpc>
              <a:spcBef>
                <a:spcPts val="100"/>
              </a:spcBef>
            </a:pPr>
            <a:r>
              <a:rPr sz="4800" spc="665" dirty="0"/>
              <a:t>Q</a:t>
            </a:r>
            <a:r>
              <a:rPr lang="en-US" sz="4800" spc="665" dirty="0"/>
              <a:t>20</a:t>
            </a:r>
            <a:r>
              <a:rPr sz="4800" spc="125" dirty="0"/>
              <a:t> </a:t>
            </a:r>
            <a:r>
              <a:rPr sz="4800" spc="795" dirty="0"/>
              <a:t>-</a:t>
            </a:r>
            <a:r>
              <a:rPr sz="4800" spc="130" dirty="0"/>
              <a:t> </a:t>
            </a:r>
            <a:r>
              <a:rPr lang="en-US" sz="4800" spc="445" dirty="0"/>
              <a:t>Which pizzas are ordered </a:t>
            </a:r>
            <a:br>
              <a:rPr lang="en-US" sz="4800" spc="445" dirty="0"/>
            </a:br>
            <a:r>
              <a:rPr lang="en-US" sz="4800" spc="445" dirty="0"/>
              <a:t>the most?</a:t>
            </a:r>
            <a:endParaRPr sz="4800" dirty="0"/>
          </a:p>
        </p:txBody>
      </p:sp>
      <p:sp>
        <p:nvSpPr>
          <p:cNvPr id="13" name="object 13"/>
          <p:cNvSpPr txBox="1"/>
          <p:nvPr/>
        </p:nvSpPr>
        <p:spPr>
          <a:xfrm>
            <a:off x="1595119" y="7037571"/>
            <a:ext cx="9065895" cy="2144177"/>
          </a:xfrm>
          <a:prstGeom prst="rect">
            <a:avLst/>
          </a:prstGeom>
        </p:spPr>
        <p:txBody>
          <a:bodyPr vert="horz" wrap="square" lIns="0" tIns="91440" rIns="0" bIns="0" rtlCol="0">
            <a:spAutoFit/>
          </a:bodyPr>
          <a:lstStyle/>
          <a:p>
            <a:pPr marL="12700">
              <a:lnSpc>
                <a:spcPct val="100000"/>
              </a:lnSpc>
              <a:spcBef>
                <a:spcPts val="720"/>
              </a:spcBef>
            </a:pPr>
            <a:r>
              <a:rPr sz="3150" spc="-110" dirty="0">
                <a:solidFill>
                  <a:srgbClr val="672912"/>
                </a:solidFill>
                <a:latin typeface="Verdana"/>
                <a:cs typeface="Verdana"/>
              </a:rPr>
              <a:t>Insight</a:t>
            </a:r>
            <a:r>
              <a:rPr sz="3150" spc="-300" dirty="0">
                <a:solidFill>
                  <a:srgbClr val="672912"/>
                </a:solidFill>
                <a:latin typeface="Verdana"/>
                <a:cs typeface="Verdana"/>
              </a:rPr>
              <a:t> </a:t>
            </a:r>
            <a:r>
              <a:rPr sz="3150" spc="-650" dirty="0">
                <a:solidFill>
                  <a:srgbClr val="672912"/>
                </a:solidFill>
                <a:latin typeface="Verdana"/>
                <a:cs typeface="Verdana"/>
              </a:rPr>
              <a:t>:</a:t>
            </a:r>
            <a:endParaRPr lang="en-US" sz="3150" spc="-650" dirty="0">
              <a:solidFill>
                <a:srgbClr val="672912"/>
              </a:solidFill>
              <a:latin typeface="Verdana"/>
              <a:cs typeface="Verdana"/>
            </a:endParaRPr>
          </a:p>
          <a:p>
            <a:pPr marL="12700">
              <a:lnSpc>
                <a:spcPct val="100000"/>
              </a:lnSpc>
              <a:spcBef>
                <a:spcPts val="720"/>
              </a:spcBef>
            </a:pPr>
            <a:r>
              <a:rPr lang="en-US" sz="3200" dirty="0">
                <a:solidFill>
                  <a:schemeClr val="accent2">
                    <a:lumMod val="50000"/>
                  </a:schemeClr>
                </a:solidFill>
              </a:rPr>
              <a:t>The Classic Deluxe Pizza is the most frequently ordered item, indicating strong and consistent customer demand.</a:t>
            </a:r>
            <a:endParaRPr sz="3150" dirty="0">
              <a:solidFill>
                <a:schemeClr val="accent2">
                  <a:lumMod val="50000"/>
                </a:schemeClr>
              </a:solidFill>
              <a:latin typeface="Verdana"/>
              <a:cs typeface="Verdana"/>
            </a:endParaRPr>
          </a:p>
        </p:txBody>
      </p:sp>
      <p:sp>
        <p:nvSpPr>
          <p:cNvPr id="14" name="object 14"/>
          <p:cNvSpPr/>
          <p:nvPr/>
        </p:nvSpPr>
        <p:spPr>
          <a:xfrm>
            <a:off x="1308100" y="6702462"/>
            <a:ext cx="9639935" cy="2768409"/>
          </a:xfrm>
          <a:custGeom>
            <a:avLst/>
            <a:gdLst/>
            <a:ahLst/>
            <a:cxnLst/>
            <a:rect l="l" t="t" r="r" b="b"/>
            <a:pathLst>
              <a:path w="9639935" h="3167379">
                <a:moveTo>
                  <a:pt x="9639334" y="2410083"/>
                </a:moveTo>
                <a:lnTo>
                  <a:pt x="9637957" y="2453258"/>
                </a:lnTo>
                <a:lnTo>
                  <a:pt x="9633521" y="2500649"/>
                </a:lnTo>
                <a:lnTo>
                  <a:pt x="9626235" y="2547154"/>
                </a:lnTo>
                <a:lnTo>
                  <a:pt x="9616189" y="2592685"/>
                </a:lnTo>
                <a:lnTo>
                  <a:pt x="9603472" y="2637151"/>
                </a:lnTo>
                <a:lnTo>
                  <a:pt x="9588173" y="2680465"/>
                </a:lnTo>
                <a:lnTo>
                  <a:pt x="9570381" y="2722536"/>
                </a:lnTo>
                <a:lnTo>
                  <a:pt x="9550186" y="2763275"/>
                </a:lnTo>
                <a:lnTo>
                  <a:pt x="9527677" y="2802593"/>
                </a:lnTo>
                <a:lnTo>
                  <a:pt x="9502943" y="2840401"/>
                </a:lnTo>
                <a:lnTo>
                  <a:pt x="9476073" y="2876609"/>
                </a:lnTo>
                <a:lnTo>
                  <a:pt x="9447157" y="2911129"/>
                </a:lnTo>
                <a:lnTo>
                  <a:pt x="9416284" y="2943870"/>
                </a:lnTo>
                <a:lnTo>
                  <a:pt x="9383543" y="2974743"/>
                </a:lnTo>
                <a:lnTo>
                  <a:pt x="9349023" y="3003660"/>
                </a:lnTo>
                <a:lnTo>
                  <a:pt x="9312814" y="3030530"/>
                </a:lnTo>
                <a:lnTo>
                  <a:pt x="9275004" y="3055265"/>
                </a:lnTo>
                <a:lnTo>
                  <a:pt x="9235685" y="3077775"/>
                </a:lnTo>
                <a:lnTo>
                  <a:pt x="9194944" y="3097971"/>
                </a:lnTo>
                <a:lnTo>
                  <a:pt x="9152870" y="3115764"/>
                </a:lnTo>
                <a:lnTo>
                  <a:pt x="9109555" y="3131064"/>
                </a:lnTo>
                <a:lnTo>
                  <a:pt x="9065086" y="3143782"/>
                </a:lnTo>
                <a:lnTo>
                  <a:pt x="9019552" y="3153830"/>
                </a:lnTo>
                <a:lnTo>
                  <a:pt x="8973045" y="3161117"/>
                </a:lnTo>
                <a:lnTo>
                  <a:pt x="8925651" y="3165555"/>
                </a:lnTo>
                <a:lnTo>
                  <a:pt x="8877462" y="3167054"/>
                </a:lnTo>
                <a:lnTo>
                  <a:pt x="761988" y="3167054"/>
                </a:lnTo>
                <a:lnTo>
                  <a:pt x="713799" y="3165555"/>
                </a:lnTo>
                <a:lnTo>
                  <a:pt x="666406" y="3161118"/>
                </a:lnTo>
                <a:lnTo>
                  <a:pt x="619898" y="3153831"/>
                </a:lnTo>
                <a:lnTo>
                  <a:pt x="574366" y="3143784"/>
                </a:lnTo>
                <a:lnTo>
                  <a:pt x="529898" y="3131066"/>
                </a:lnTo>
                <a:lnTo>
                  <a:pt x="486583" y="3115766"/>
                </a:lnTo>
                <a:lnTo>
                  <a:pt x="444511" y="3097975"/>
                </a:lnTo>
                <a:lnTo>
                  <a:pt x="403771" y="3077779"/>
                </a:lnTo>
                <a:lnTo>
                  <a:pt x="364453" y="3055270"/>
                </a:lnTo>
                <a:lnTo>
                  <a:pt x="326644" y="3030536"/>
                </a:lnTo>
                <a:lnTo>
                  <a:pt x="290436" y="3003667"/>
                </a:lnTo>
                <a:lnTo>
                  <a:pt x="255917" y="2974752"/>
                </a:lnTo>
                <a:lnTo>
                  <a:pt x="223176" y="2943879"/>
                </a:lnTo>
                <a:lnTo>
                  <a:pt x="192303" y="2911139"/>
                </a:lnTo>
                <a:lnTo>
                  <a:pt x="163387" y="2876620"/>
                </a:lnTo>
                <a:lnTo>
                  <a:pt x="136517" y="2840413"/>
                </a:lnTo>
                <a:lnTo>
                  <a:pt x="111783" y="2802605"/>
                </a:lnTo>
                <a:lnTo>
                  <a:pt x="89273" y="2763287"/>
                </a:lnTo>
                <a:lnTo>
                  <a:pt x="69078" y="2722547"/>
                </a:lnTo>
                <a:lnTo>
                  <a:pt x="51286" y="2680475"/>
                </a:lnTo>
                <a:lnTo>
                  <a:pt x="35986" y="2637161"/>
                </a:lnTo>
                <a:lnTo>
                  <a:pt x="23268" y="2592693"/>
                </a:lnTo>
                <a:lnTo>
                  <a:pt x="13222" y="2547161"/>
                </a:lnTo>
                <a:lnTo>
                  <a:pt x="5935" y="2500654"/>
                </a:lnTo>
                <a:lnTo>
                  <a:pt x="1498" y="2453261"/>
                </a:lnTo>
                <a:lnTo>
                  <a:pt x="0" y="2405072"/>
                </a:lnTo>
                <a:lnTo>
                  <a:pt x="0" y="761988"/>
                </a:lnTo>
                <a:lnTo>
                  <a:pt x="1500" y="713799"/>
                </a:lnTo>
                <a:lnTo>
                  <a:pt x="5938" y="666406"/>
                </a:lnTo>
                <a:lnTo>
                  <a:pt x="13226" y="619899"/>
                </a:lnTo>
                <a:lnTo>
                  <a:pt x="23274" y="574368"/>
                </a:lnTo>
                <a:lnTo>
                  <a:pt x="35993" y="529900"/>
                </a:lnTo>
                <a:lnTo>
                  <a:pt x="51293" y="486586"/>
                </a:lnTo>
                <a:lnTo>
                  <a:pt x="69086" y="444515"/>
                </a:lnTo>
                <a:lnTo>
                  <a:pt x="89282" y="403775"/>
                </a:lnTo>
                <a:lnTo>
                  <a:pt x="111791" y="364457"/>
                </a:lnTo>
                <a:lnTo>
                  <a:pt x="136525" y="326650"/>
                </a:lnTo>
                <a:lnTo>
                  <a:pt x="163395" y="290442"/>
                </a:lnTo>
                <a:lnTo>
                  <a:pt x="192311" y="255924"/>
                </a:lnTo>
                <a:lnTo>
                  <a:pt x="223183" y="223183"/>
                </a:lnTo>
                <a:lnTo>
                  <a:pt x="255923" y="192310"/>
                </a:lnTo>
                <a:lnTo>
                  <a:pt x="290441" y="163394"/>
                </a:lnTo>
                <a:lnTo>
                  <a:pt x="326649" y="136524"/>
                </a:lnTo>
                <a:lnTo>
                  <a:pt x="364456" y="111790"/>
                </a:lnTo>
                <a:lnTo>
                  <a:pt x="403774" y="89280"/>
                </a:lnTo>
                <a:lnTo>
                  <a:pt x="444513" y="69084"/>
                </a:lnTo>
                <a:lnTo>
                  <a:pt x="486585" y="51291"/>
                </a:lnTo>
                <a:lnTo>
                  <a:pt x="529899" y="35990"/>
                </a:lnTo>
                <a:lnTo>
                  <a:pt x="574367" y="23272"/>
                </a:lnTo>
                <a:lnTo>
                  <a:pt x="619899" y="13224"/>
                </a:lnTo>
                <a:lnTo>
                  <a:pt x="666406" y="5937"/>
                </a:lnTo>
                <a:lnTo>
                  <a:pt x="713799" y="1499"/>
                </a:lnTo>
                <a:lnTo>
                  <a:pt x="761988" y="0"/>
                </a:lnTo>
                <a:lnTo>
                  <a:pt x="8877462" y="0"/>
                </a:lnTo>
                <a:lnTo>
                  <a:pt x="8925651" y="1499"/>
                </a:lnTo>
                <a:lnTo>
                  <a:pt x="8973044" y="5938"/>
                </a:lnTo>
                <a:lnTo>
                  <a:pt x="9019552" y="13226"/>
                </a:lnTo>
                <a:lnTo>
                  <a:pt x="9065085" y="23274"/>
                </a:lnTo>
                <a:lnTo>
                  <a:pt x="9109553" y="35993"/>
                </a:lnTo>
                <a:lnTo>
                  <a:pt x="9152869" y="51294"/>
                </a:lnTo>
                <a:lnTo>
                  <a:pt x="9194941" y="69088"/>
                </a:lnTo>
                <a:lnTo>
                  <a:pt x="9235681" y="89285"/>
                </a:lnTo>
                <a:lnTo>
                  <a:pt x="9275000" y="111796"/>
                </a:lnTo>
                <a:lnTo>
                  <a:pt x="9312808" y="136531"/>
                </a:lnTo>
                <a:lnTo>
                  <a:pt x="9349017" y="163402"/>
                </a:lnTo>
                <a:lnTo>
                  <a:pt x="9383536" y="192319"/>
                </a:lnTo>
                <a:lnTo>
                  <a:pt x="9416276" y="223193"/>
                </a:lnTo>
                <a:lnTo>
                  <a:pt x="9447149" y="255934"/>
                </a:lnTo>
                <a:lnTo>
                  <a:pt x="9476064" y="290453"/>
                </a:lnTo>
                <a:lnTo>
                  <a:pt x="9502934" y="326661"/>
                </a:lnTo>
                <a:lnTo>
                  <a:pt x="9527667" y="364469"/>
                </a:lnTo>
                <a:lnTo>
                  <a:pt x="9550177" y="403786"/>
                </a:lnTo>
                <a:lnTo>
                  <a:pt x="9570372" y="444525"/>
                </a:lnTo>
                <a:lnTo>
                  <a:pt x="9588164" y="486595"/>
                </a:lnTo>
                <a:lnTo>
                  <a:pt x="9603464" y="529908"/>
                </a:lnTo>
                <a:lnTo>
                  <a:pt x="9616182" y="574374"/>
                </a:lnTo>
                <a:lnTo>
                  <a:pt x="9626230" y="619904"/>
                </a:lnTo>
                <a:lnTo>
                  <a:pt x="9633517" y="666409"/>
                </a:lnTo>
                <a:lnTo>
                  <a:pt x="9637956" y="713800"/>
                </a:lnTo>
                <a:lnTo>
                  <a:pt x="9639331" y="757002"/>
                </a:lnTo>
              </a:path>
            </a:pathLst>
          </a:custGeom>
          <a:ln w="57150">
            <a:solidFill>
              <a:srgbClr val="BA9977"/>
            </a:solidFill>
          </a:ln>
        </p:spPr>
        <p:txBody>
          <a:bodyPr wrap="square" lIns="0" tIns="0" rIns="0" bIns="0" rtlCol="0"/>
          <a:lstStyle/>
          <a:p>
            <a:endParaRPr/>
          </a:p>
        </p:txBody>
      </p:sp>
      <p:pic>
        <p:nvPicPr>
          <p:cNvPr id="9" name="Picture 8">
            <a:extLst>
              <a:ext uri="{FF2B5EF4-FFF2-40B4-BE49-F238E27FC236}">
                <a16:creationId xmlns:a16="http://schemas.microsoft.com/office/drawing/2014/main" id="{5AAE637C-3951-41AC-B3CE-22A7BA925B6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53024" y="2760017"/>
            <a:ext cx="11038976" cy="2917404"/>
          </a:xfrm>
          <a:prstGeom prst="rect">
            <a:avLst/>
          </a:prstGeom>
        </p:spPr>
      </p:pic>
      <p:pic>
        <p:nvPicPr>
          <p:cNvPr id="17" name="Picture 16">
            <a:extLst>
              <a:ext uri="{FF2B5EF4-FFF2-40B4-BE49-F238E27FC236}">
                <a16:creationId xmlns:a16="http://schemas.microsoft.com/office/drawing/2014/main" id="{44D831E4-7073-4A8E-A31C-12841617877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194832" y="6101757"/>
            <a:ext cx="5483568" cy="3528864"/>
          </a:xfrm>
          <a:prstGeom prst="rect">
            <a:avLst/>
          </a:prstGeom>
        </p:spPr>
      </p:pic>
    </p:spTree>
    <p:extLst>
      <p:ext uri="{BB962C8B-B14F-4D97-AF65-F5344CB8AC3E}">
        <p14:creationId xmlns:p14="http://schemas.microsoft.com/office/powerpoint/2010/main" val="19145894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7271654"/>
            <a:ext cx="2616200" cy="3015329"/>
          </a:xfrm>
          <a:prstGeom prst="rect">
            <a:avLst/>
          </a:prstGeom>
        </p:spPr>
      </p:pic>
      <p:pic>
        <p:nvPicPr>
          <p:cNvPr id="3" name="object 3"/>
          <p:cNvPicPr/>
          <p:nvPr/>
        </p:nvPicPr>
        <p:blipFill>
          <a:blip r:embed="rId3" cstate="print"/>
          <a:stretch>
            <a:fillRect/>
          </a:stretch>
        </p:blipFill>
        <p:spPr>
          <a:xfrm>
            <a:off x="0" y="0"/>
            <a:ext cx="2258424" cy="2748770"/>
          </a:xfrm>
          <a:prstGeom prst="rect">
            <a:avLst/>
          </a:prstGeom>
        </p:spPr>
      </p:pic>
      <p:pic>
        <p:nvPicPr>
          <p:cNvPr id="4" name="object 4"/>
          <p:cNvPicPr/>
          <p:nvPr/>
        </p:nvPicPr>
        <p:blipFill>
          <a:blip r:embed="rId4" cstate="print"/>
          <a:stretch>
            <a:fillRect/>
          </a:stretch>
        </p:blipFill>
        <p:spPr>
          <a:xfrm>
            <a:off x="16362536" y="8109660"/>
            <a:ext cx="1925463" cy="2171700"/>
          </a:xfrm>
          <a:prstGeom prst="rect">
            <a:avLst/>
          </a:prstGeom>
        </p:spPr>
      </p:pic>
      <p:pic>
        <p:nvPicPr>
          <p:cNvPr id="5" name="object 5"/>
          <p:cNvPicPr/>
          <p:nvPr/>
        </p:nvPicPr>
        <p:blipFill>
          <a:blip r:embed="rId5" cstate="print"/>
          <a:stretch>
            <a:fillRect/>
          </a:stretch>
        </p:blipFill>
        <p:spPr>
          <a:xfrm>
            <a:off x="15537136" y="-12079"/>
            <a:ext cx="2750810" cy="2226226"/>
          </a:xfrm>
          <a:prstGeom prst="rect">
            <a:avLst/>
          </a:prstGeom>
        </p:spPr>
      </p:pic>
      <p:sp>
        <p:nvSpPr>
          <p:cNvPr id="6" name="object 6"/>
          <p:cNvSpPr/>
          <p:nvPr/>
        </p:nvSpPr>
        <p:spPr>
          <a:xfrm>
            <a:off x="4096661" y="439679"/>
            <a:ext cx="10765155" cy="1739900"/>
          </a:xfrm>
          <a:custGeom>
            <a:avLst/>
            <a:gdLst/>
            <a:ahLst/>
            <a:cxnLst/>
            <a:rect l="l" t="t" r="r" b="b"/>
            <a:pathLst>
              <a:path w="10765155" h="1739900">
                <a:moveTo>
                  <a:pt x="10567021" y="1739800"/>
                </a:moveTo>
                <a:lnTo>
                  <a:pt x="200025" y="1739800"/>
                </a:lnTo>
                <a:lnTo>
                  <a:pt x="154161" y="1734518"/>
                </a:lnTo>
                <a:lnTo>
                  <a:pt x="112059" y="1719470"/>
                </a:lnTo>
                <a:lnTo>
                  <a:pt x="74919" y="1695857"/>
                </a:lnTo>
                <a:lnTo>
                  <a:pt x="43943" y="1664881"/>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5" y="0"/>
                </a:lnTo>
                <a:lnTo>
                  <a:pt x="10567021" y="0"/>
                </a:lnTo>
                <a:lnTo>
                  <a:pt x="10612881" y="5282"/>
                </a:lnTo>
                <a:lnTo>
                  <a:pt x="10654979" y="20330"/>
                </a:lnTo>
                <a:lnTo>
                  <a:pt x="10692116" y="43943"/>
                </a:lnTo>
                <a:lnTo>
                  <a:pt x="10723090" y="74919"/>
                </a:lnTo>
                <a:lnTo>
                  <a:pt x="10746701" y="112059"/>
                </a:lnTo>
                <a:lnTo>
                  <a:pt x="10761749" y="154161"/>
                </a:lnTo>
                <a:lnTo>
                  <a:pt x="10765014" y="182514"/>
                </a:lnTo>
                <a:lnTo>
                  <a:pt x="10765014" y="1557286"/>
                </a:lnTo>
                <a:lnTo>
                  <a:pt x="10746701" y="1627741"/>
                </a:lnTo>
                <a:lnTo>
                  <a:pt x="10723090" y="1664881"/>
                </a:lnTo>
                <a:lnTo>
                  <a:pt x="10692116" y="1695857"/>
                </a:lnTo>
                <a:lnTo>
                  <a:pt x="10654979" y="1719470"/>
                </a:lnTo>
                <a:lnTo>
                  <a:pt x="10612881" y="1734518"/>
                </a:lnTo>
                <a:lnTo>
                  <a:pt x="10567021" y="1739800"/>
                </a:lnTo>
                <a:close/>
              </a:path>
            </a:pathLst>
          </a:custGeom>
          <a:solidFill>
            <a:srgbClr val="DABD9D">
              <a:alpha val="78999"/>
            </a:srgbClr>
          </a:solidFill>
        </p:spPr>
        <p:txBody>
          <a:bodyPr wrap="square" lIns="0" tIns="0" rIns="0" bIns="0" rtlCol="0"/>
          <a:lstStyle/>
          <a:p>
            <a:endParaRPr/>
          </a:p>
        </p:txBody>
      </p:sp>
      <p:grpSp>
        <p:nvGrpSpPr>
          <p:cNvPr id="8" name="object 8"/>
          <p:cNvGrpSpPr/>
          <p:nvPr/>
        </p:nvGrpSpPr>
        <p:grpSpPr>
          <a:xfrm>
            <a:off x="751002" y="2544610"/>
            <a:ext cx="17155997" cy="7449488"/>
            <a:chOff x="751002" y="2544610"/>
            <a:chExt cx="17155997" cy="7449488"/>
          </a:xfrm>
        </p:grpSpPr>
        <p:sp>
          <p:nvSpPr>
            <p:cNvPr id="10" name="object 10"/>
            <p:cNvSpPr/>
            <p:nvPr/>
          </p:nvSpPr>
          <p:spPr>
            <a:xfrm>
              <a:off x="751002" y="2544610"/>
              <a:ext cx="11856720" cy="3341740"/>
            </a:xfrm>
            <a:custGeom>
              <a:avLst/>
              <a:gdLst/>
              <a:ahLst/>
              <a:cxnLst/>
              <a:rect l="l" t="t" r="r" b="b"/>
              <a:pathLst>
                <a:path w="11856720" h="2599054">
                  <a:moveTo>
                    <a:pt x="761984" y="0"/>
                  </a:moveTo>
                  <a:lnTo>
                    <a:pt x="11094625" y="0"/>
                  </a:lnTo>
                  <a:lnTo>
                    <a:pt x="11142812" y="1496"/>
                  </a:lnTo>
                  <a:lnTo>
                    <a:pt x="11190204" y="5932"/>
                  </a:lnTo>
                  <a:lnTo>
                    <a:pt x="11236711" y="13217"/>
                  </a:lnTo>
                  <a:lnTo>
                    <a:pt x="11282243" y="23262"/>
                  </a:lnTo>
                  <a:lnTo>
                    <a:pt x="11326711" y="35979"/>
                  </a:lnTo>
                  <a:lnTo>
                    <a:pt x="11370027" y="51278"/>
                  </a:lnTo>
                  <a:lnTo>
                    <a:pt x="11412100" y="69070"/>
                  </a:lnTo>
                  <a:lnTo>
                    <a:pt x="11452841" y="89265"/>
                  </a:lnTo>
                  <a:lnTo>
                    <a:pt x="11492161" y="111774"/>
                  </a:lnTo>
                  <a:lnTo>
                    <a:pt x="11529970" y="136509"/>
                  </a:lnTo>
                  <a:lnTo>
                    <a:pt x="11566179" y="163379"/>
                  </a:lnTo>
                  <a:lnTo>
                    <a:pt x="11600700" y="192295"/>
                  </a:lnTo>
                  <a:lnTo>
                    <a:pt x="11633441" y="223169"/>
                  </a:lnTo>
                  <a:lnTo>
                    <a:pt x="11664315" y="255911"/>
                  </a:lnTo>
                  <a:lnTo>
                    <a:pt x="11693232" y="290431"/>
                  </a:lnTo>
                  <a:lnTo>
                    <a:pt x="11720102" y="326640"/>
                  </a:lnTo>
                  <a:lnTo>
                    <a:pt x="11744837" y="364449"/>
                  </a:lnTo>
                  <a:lnTo>
                    <a:pt x="11767347" y="403768"/>
                  </a:lnTo>
                  <a:lnTo>
                    <a:pt x="11787542" y="444508"/>
                  </a:lnTo>
                  <a:lnTo>
                    <a:pt x="11805334" y="486581"/>
                  </a:lnTo>
                  <a:lnTo>
                    <a:pt x="11820634" y="529895"/>
                  </a:lnTo>
                  <a:lnTo>
                    <a:pt x="11833352" y="574364"/>
                  </a:lnTo>
                  <a:lnTo>
                    <a:pt x="11843399" y="619896"/>
                  </a:lnTo>
                  <a:lnTo>
                    <a:pt x="11850686" y="666403"/>
                  </a:lnTo>
                  <a:lnTo>
                    <a:pt x="11855123" y="713795"/>
                  </a:lnTo>
                  <a:lnTo>
                    <a:pt x="11856622" y="761984"/>
                  </a:lnTo>
                  <a:lnTo>
                    <a:pt x="11856622" y="1836848"/>
                  </a:lnTo>
                  <a:lnTo>
                    <a:pt x="11855124" y="1885037"/>
                  </a:lnTo>
                  <a:lnTo>
                    <a:pt x="11850687" y="1932430"/>
                  </a:lnTo>
                  <a:lnTo>
                    <a:pt x="11843401" y="1978938"/>
                  </a:lnTo>
                  <a:lnTo>
                    <a:pt x="11833354" y="2024470"/>
                  </a:lnTo>
                  <a:lnTo>
                    <a:pt x="11820637" y="2068939"/>
                  </a:lnTo>
                  <a:lnTo>
                    <a:pt x="11805337" y="2112255"/>
                  </a:lnTo>
                  <a:lnTo>
                    <a:pt x="11787545" y="2154327"/>
                  </a:lnTo>
                  <a:lnTo>
                    <a:pt x="11767349" y="2195068"/>
                  </a:lnTo>
                  <a:lnTo>
                    <a:pt x="11744839" y="2234388"/>
                  </a:lnTo>
                  <a:lnTo>
                    <a:pt x="11720104" y="2272197"/>
                  </a:lnTo>
                  <a:lnTo>
                    <a:pt x="11693233" y="2308406"/>
                  </a:lnTo>
                  <a:lnTo>
                    <a:pt x="11664315" y="2342926"/>
                  </a:lnTo>
                  <a:lnTo>
                    <a:pt x="11633441" y="2375667"/>
                  </a:lnTo>
                  <a:lnTo>
                    <a:pt x="11600698" y="2406540"/>
                  </a:lnTo>
                  <a:lnTo>
                    <a:pt x="11566177" y="2435456"/>
                  </a:lnTo>
                  <a:lnTo>
                    <a:pt x="11529967" y="2462326"/>
                  </a:lnTo>
                  <a:lnTo>
                    <a:pt x="11492157" y="2487059"/>
                  </a:lnTo>
                  <a:lnTo>
                    <a:pt x="11452837" y="2509567"/>
                  </a:lnTo>
                  <a:lnTo>
                    <a:pt x="11412096" y="2529761"/>
                  </a:lnTo>
                  <a:lnTo>
                    <a:pt x="11370023" y="2547552"/>
                  </a:lnTo>
                  <a:lnTo>
                    <a:pt x="11326708" y="2562849"/>
                  </a:lnTo>
                  <a:lnTo>
                    <a:pt x="11282240" y="2575565"/>
                  </a:lnTo>
                  <a:lnTo>
                    <a:pt x="11236708" y="2585610"/>
                  </a:lnTo>
                  <a:lnTo>
                    <a:pt x="11190202" y="2592894"/>
                  </a:lnTo>
                  <a:lnTo>
                    <a:pt x="11142812" y="2597330"/>
                  </a:lnTo>
                  <a:lnTo>
                    <a:pt x="11094625" y="2598828"/>
                  </a:lnTo>
                  <a:lnTo>
                    <a:pt x="761985" y="2598828"/>
                  </a:lnTo>
                  <a:lnTo>
                    <a:pt x="713796" y="2597329"/>
                  </a:lnTo>
                  <a:lnTo>
                    <a:pt x="666404" y="2592892"/>
                  </a:lnTo>
                  <a:lnTo>
                    <a:pt x="619898" y="2585605"/>
                  </a:lnTo>
                  <a:lnTo>
                    <a:pt x="574366" y="2575558"/>
                  </a:lnTo>
                  <a:lnTo>
                    <a:pt x="529899" y="2562840"/>
                  </a:lnTo>
                  <a:lnTo>
                    <a:pt x="486585" y="2547541"/>
                  </a:lnTo>
                  <a:lnTo>
                    <a:pt x="444513" y="2529750"/>
                  </a:lnTo>
                  <a:lnTo>
                    <a:pt x="403774" y="2509555"/>
                  </a:lnTo>
                  <a:lnTo>
                    <a:pt x="364456" y="2487046"/>
                  </a:lnTo>
                  <a:lnTo>
                    <a:pt x="326648" y="2462313"/>
                  </a:lnTo>
                  <a:lnTo>
                    <a:pt x="290439" y="2435444"/>
                  </a:lnTo>
                  <a:lnTo>
                    <a:pt x="255920" y="2406529"/>
                  </a:lnTo>
                  <a:lnTo>
                    <a:pt x="223179" y="2375656"/>
                  </a:lnTo>
                  <a:lnTo>
                    <a:pt x="192306" y="2342916"/>
                  </a:lnTo>
                  <a:lnTo>
                    <a:pt x="163390" y="2308398"/>
                  </a:lnTo>
                  <a:lnTo>
                    <a:pt x="136520" y="2272190"/>
                  </a:lnTo>
                  <a:lnTo>
                    <a:pt x="111785" y="2234383"/>
                  </a:lnTo>
                  <a:lnTo>
                    <a:pt x="89275" y="2195064"/>
                  </a:lnTo>
                  <a:lnTo>
                    <a:pt x="69080" y="2154324"/>
                  </a:lnTo>
                  <a:lnTo>
                    <a:pt x="51287" y="2112253"/>
                  </a:lnTo>
                  <a:lnTo>
                    <a:pt x="35987" y="2068938"/>
                  </a:lnTo>
                  <a:lnTo>
                    <a:pt x="23269" y="2024470"/>
                  </a:lnTo>
                  <a:lnTo>
                    <a:pt x="13222" y="1978938"/>
                  </a:lnTo>
                  <a:lnTo>
                    <a:pt x="5936" y="1932430"/>
                  </a:lnTo>
                  <a:lnTo>
                    <a:pt x="1498" y="1885037"/>
                  </a:lnTo>
                  <a:lnTo>
                    <a:pt x="0" y="1836848"/>
                  </a:lnTo>
                  <a:lnTo>
                    <a:pt x="0" y="761984"/>
                  </a:lnTo>
                  <a:lnTo>
                    <a:pt x="1498" y="713795"/>
                  </a:lnTo>
                  <a:lnTo>
                    <a:pt x="5936" y="666403"/>
                  </a:lnTo>
                  <a:lnTo>
                    <a:pt x="13223" y="619896"/>
                  </a:lnTo>
                  <a:lnTo>
                    <a:pt x="23271" y="574364"/>
                  </a:lnTo>
                  <a:lnTo>
                    <a:pt x="35989" y="529896"/>
                  </a:lnTo>
                  <a:lnTo>
                    <a:pt x="51290" y="486582"/>
                  </a:lnTo>
                  <a:lnTo>
                    <a:pt x="69082" y="444511"/>
                  </a:lnTo>
                  <a:lnTo>
                    <a:pt x="89278" y="403771"/>
                  </a:lnTo>
                  <a:lnTo>
                    <a:pt x="111788" y="364453"/>
                  </a:lnTo>
                  <a:lnTo>
                    <a:pt x="136522" y="326646"/>
                  </a:lnTo>
                  <a:lnTo>
                    <a:pt x="163392" y="290439"/>
                  </a:lnTo>
                  <a:lnTo>
                    <a:pt x="192307" y="255920"/>
                  </a:lnTo>
                  <a:lnTo>
                    <a:pt x="223180" y="223180"/>
                  </a:lnTo>
                  <a:lnTo>
                    <a:pt x="255920" y="192307"/>
                  </a:lnTo>
                  <a:lnTo>
                    <a:pt x="290439" y="163392"/>
                  </a:lnTo>
                  <a:lnTo>
                    <a:pt x="326646" y="136522"/>
                  </a:lnTo>
                  <a:lnTo>
                    <a:pt x="364454" y="111788"/>
                  </a:lnTo>
                  <a:lnTo>
                    <a:pt x="403772" y="89278"/>
                  </a:lnTo>
                  <a:lnTo>
                    <a:pt x="444511" y="69083"/>
                  </a:lnTo>
                  <a:lnTo>
                    <a:pt x="486582" y="51290"/>
                  </a:lnTo>
                  <a:lnTo>
                    <a:pt x="529896" y="35990"/>
                  </a:lnTo>
                  <a:lnTo>
                    <a:pt x="574364" y="23271"/>
                  </a:lnTo>
                  <a:lnTo>
                    <a:pt x="619896" y="13224"/>
                  </a:lnTo>
                  <a:lnTo>
                    <a:pt x="666403" y="5936"/>
                  </a:lnTo>
                  <a:lnTo>
                    <a:pt x="713795" y="1499"/>
                  </a:lnTo>
                  <a:lnTo>
                    <a:pt x="761984" y="0"/>
                  </a:lnTo>
                </a:path>
              </a:pathLst>
            </a:custGeom>
            <a:ln w="57150">
              <a:solidFill>
                <a:srgbClr val="BA9977"/>
              </a:solidFill>
            </a:ln>
          </p:spPr>
          <p:txBody>
            <a:bodyPr wrap="square" lIns="0" tIns="0" rIns="0" bIns="0" rtlCol="0"/>
            <a:lstStyle/>
            <a:p>
              <a:endParaRPr/>
            </a:p>
          </p:txBody>
        </p:sp>
        <p:sp>
          <p:nvSpPr>
            <p:cNvPr id="11" name="object 11"/>
            <p:cNvSpPr/>
            <p:nvPr/>
          </p:nvSpPr>
          <p:spPr>
            <a:xfrm>
              <a:off x="11963400" y="5711989"/>
              <a:ext cx="5943599" cy="4282109"/>
            </a:xfrm>
            <a:custGeom>
              <a:avLst/>
              <a:gdLst/>
              <a:ahLst/>
              <a:cxnLst/>
              <a:rect l="l" t="t" r="r" b="b"/>
              <a:pathLst>
                <a:path w="5274309" h="4467859">
                  <a:moveTo>
                    <a:pt x="723789" y="4467238"/>
                  </a:moveTo>
                  <a:lnTo>
                    <a:pt x="666425" y="4462493"/>
                  </a:lnTo>
                  <a:lnTo>
                    <a:pt x="619918" y="4455206"/>
                  </a:lnTo>
                  <a:lnTo>
                    <a:pt x="574385" y="4445158"/>
                  </a:lnTo>
                  <a:lnTo>
                    <a:pt x="529917" y="4432440"/>
                  </a:lnTo>
                  <a:lnTo>
                    <a:pt x="486603" y="4417140"/>
                  </a:lnTo>
                  <a:lnTo>
                    <a:pt x="444531" y="4399347"/>
                  </a:lnTo>
                  <a:lnTo>
                    <a:pt x="403791" y="4379151"/>
                  </a:lnTo>
                  <a:lnTo>
                    <a:pt x="364473" y="4356641"/>
                  </a:lnTo>
                  <a:lnTo>
                    <a:pt x="326666" y="4331906"/>
                  </a:lnTo>
                  <a:lnTo>
                    <a:pt x="290458" y="4305036"/>
                  </a:lnTo>
                  <a:lnTo>
                    <a:pt x="255940" y="4276119"/>
                  </a:lnTo>
                  <a:lnTo>
                    <a:pt x="223200" y="4245246"/>
                  </a:lnTo>
                  <a:lnTo>
                    <a:pt x="192328" y="4212505"/>
                  </a:lnTo>
                  <a:lnTo>
                    <a:pt x="163412" y="4177986"/>
                  </a:lnTo>
                  <a:lnTo>
                    <a:pt x="136543" y="4141777"/>
                  </a:lnTo>
                  <a:lnTo>
                    <a:pt x="111810" y="4103969"/>
                  </a:lnTo>
                  <a:lnTo>
                    <a:pt x="89301" y="4064651"/>
                  </a:lnTo>
                  <a:lnTo>
                    <a:pt x="69106" y="4023911"/>
                  </a:lnTo>
                  <a:lnTo>
                    <a:pt x="51314" y="3981839"/>
                  </a:lnTo>
                  <a:lnTo>
                    <a:pt x="36015" y="3938524"/>
                  </a:lnTo>
                  <a:lnTo>
                    <a:pt x="23297" y="3894056"/>
                  </a:lnTo>
                  <a:lnTo>
                    <a:pt x="13251" y="3848524"/>
                  </a:lnTo>
                  <a:lnTo>
                    <a:pt x="5965" y="3802017"/>
                  </a:lnTo>
                  <a:lnTo>
                    <a:pt x="1528" y="3754624"/>
                  </a:lnTo>
                  <a:lnTo>
                    <a:pt x="0" y="3706435"/>
                  </a:lnTo>
                  <a:lnTo>
                    <a:pt x="0" y="761977"/>
                  </a:lnTo>
                  <a:lnTo>
                    <a:pt x="1531" y="713789"/>
                  </a:lnTo>
                  <a:lnTo>
                    <a:pt x="5970" y="666397"/>
                  </a:lnTo>
                  <a:lnTo>
                    <a:pt x="13257" y="619891"/>
                  </a:lnTo>
                  <a:lnTo>
                    <a:pt x="23305" y="574360"/>
                  </a:lnTo>
                  <a:lnTo>
                    <a:pt x="36024" y="529893"/>
                  </a:lnTo>
                  <a:lnTo>
                    <a:pt x="51323" y="486580"/>
                  </a:lnTo>
                  <a:lnTo>
                    <a:pt x="69116" y="444509"/>
                  </a:lnTo>
                  <a:lnTo>
                    <a:pt x="89311" y="403770"/>
                  </a:lnTo>
                  <a:lnTo>
                    <a:pt x="111820" y="364452"/>
                  </a:lnTo>
                  <a:lnTo>
                    <a:pt x="136553" y="326645"/>
                  </a:lnTo>
                  <a:lnTo>
                    <a:pt x="163422" y="290437"/>
                  </a:lnTo>
                  <a:lnTo>
                    <a:pt x="192337" y="255919"/>
                  </a:lnTo>
                  <a:lnTo>
                    <a:pt x="223209" y="223178"/>
                  </a:lnTo>
                  <a:lnTo>
                    <a:pt x="255948" y="192306"/>
                  </a:lnTo>
                  <a:lnTo>
                    <a:pt x="290466" y="163390"/>
                  </a:lnTo>
                  <a:lnTo>
                    <a:pt x="326673" y="136520"/>
                  </a:lnTo>
                  <a:lnTo>
                    <a:pt x="364480" y="111785"/>
                  </a:lnTo>
                  <a:lnTo>
                    <a:pt x="403798" y="89276"/>
                  </a:lnTo>
                  <a:lnTo>
                    <a:pt x="444537" y="69080"/>
                  </a:lnTo>
                  <a:lnTo>
                    <a:pt x="486608" y="51288"/>
                  </a:lnTo>
                  <a:lnTo>
                    <a:pt x="529922" y="35988"/>
                  </a:lnTo>
                  <a:lnTo>
                    <a:pt x="574389" y="23270"/>
                  </a:lnTo>
                  <a:lnTo>
                    <a:pt x="619921" y="13223"/>
                  </a:lnTo>
                  <a:lnTo>
                    <a:pt x="666427" y="5936"/>
                  </a:lnTo>
                  <a:lnTo>
                    <a:pt x="713820" y="1499"/>
                  </a:lnTo>
                  <a:lnTo>
                    <a:pt x="762008" y="0"/>
                  </a:lnTo>
                  <a:lnTo>
                    <a:pt x="4511728" y="0"/>
                  </a:lnTo>
                  <a:lnTo>
                    <a:pt x="4559917" y="1498"/>
                  </a:lnTo>
                  <a:lnTo>
                    <a:pt x="4607310" y="5936"/>
                  </a:lnTo>
                  <a:lnTo>
                    <a:pt x="4653817" y="13223"/>
                  </a:lnTo>
                  <a:lnTo>
                    <a:pt x="4699348" y="23271"/>
                  </a:lnTo>
                  <a:lnTo>
                    <a:pt x="4743816" y="35990"/>
                  </a:lnTo>
                  <a:lnTo>
                    <a:pt x="4787129" y="51291"/>
                  </a:lnTo>
                  <a:lnTo>
                    <a:pt x="4829200" y="69084"/>
                  </a:lnTo>
                  <a:lnTo>
                    <a:pt x="4869938" y="89281"/>
                  </a:lnTo>
                  <a:lnTo>
                    <a:pt x="4909255" y="111791"/>
                  </a:lnTo>
                  <a:lnTo>
                    <a:pt x="4947062" y="136525"/>
                  </a:lnTo>
                  <a:lnTo>
                    <a:pt x="4983269" y="163395"/>
                  </a:lnTo>
                  <a:lnTo>
                    <a:pt x="5017786" y="192311"/>
                  </a:lnTo>
                  <a:lnTo>
                    <a:pt x="5050525" y="223183"/>
                  </a:lnTo>
                  <a:lnTo>
                    <a:pt x="5081397" y="255923"/>
                  </a:lnTo>
                  <a:lnTo>
                    <a:pt x="5110312" y="290441"/>
                  </a:lnTo>
                  <a:lnTo>
                    <a:pt x="5137181" y="326648"/>
                  </a:lnTo>
                  <a:lnTo>
                    <a:pt x="5161915" y="364454"/>
                  </a:lnTo>
                  <a:lnTo>
                    <a:pt x="5184425" y="403771"/>
                  </a:lnTo>
                  <a:lnTo>
                    <a:pt x="5204621" y="444510"/>
                  </a:lnTo>
                  <a:lnTo>
                    <a:pt x="5222414" y="486580"/>
                  </a:lnTo>
                  <a:lnTo>
                    <a:pt x="5237715" y="529893"/>
                  </a:lnTo>
                  <a:lnTo>
                    <a:pt x="5250434" y="574360"/>
                  </a:lnTo>
                  <a:lnTo>
                    <a:pt x="5260483" y="619891"/>
                  </a:lnTo>
                  <a:lnTo>
                    <a:pt x="5267771" y="666397"/>
                  </a:lnTo>
                  <a:lnTo>
                    <a:pt x="5272210" y="713789"/>
                  </a:lnTo>
                  <a:lnTo>
                    <a:pt x="5273710" y="761978"/>
                  </a:lnTo>
                  <a:lnTo>
                    <a:pt x="5273711" y="3706435"/>
                  </a:lnTo>
                  <a:lnTo>
                    <a:pt x="5272213" y="3754624"/>
                  </a:lnTo>
                  <a:lnTo>
                    <a:pt x="5267776" y="3802017"/>
                  </a:lnTo>
                  <a:lnTo>
                    <a:pt x="5260489" y="3848524"/>
                  </a:lnTo>
                  <a:lnTo>
                    <a:pt x="5250442" y="3894057"/>
                  </a:lnTo>
                  <a:lnTo>
                    <a:pt x="5237723" y="3938524"/>
                  </a:lnTo>
                  <a:lnTo>
                    <a:pt x="5222423" y="3981839"/>
                  </a:lnTo>
                  <a:lnTo>
                    <a:pt x="5204630" y="4023910"/>
                  </a:lnTo>
                  <a:lnTo>
                    <a:pt x="5184435" y="4064649"/>
                  </a:lnTo>
                  <a:lnTo>
                    <a:pt x="5161925" y="4103967"/>
                  </a:lnTo>
                  <a:lnTo>
                    <a:pt x="5137191" y="4141774"/>
                  </a:lnTo>
                  <a:lnTo>
                    <a:pt x="5110321" y="4177982"/>
                  </a:lnTo>
                  <a:lnTo>
                    <a:pt x="5081406" y="4212501"/>
                  </a:lnTo>
                  <a:lnTo>
                    <a:pt x="5050534" y="4245241"/>
                  </a:lnTo>
                  <a:lnTo>
                    <a:pt x="5017794" y="4276114"/>
                  </a:lnTo>
                  <a:lnTo>
                    <a:pt x="4983276" y="4305030"/>
                  </a:lnTo>
                  <a:lnTo>
                    <a:pt x="4947069" y="4331901"/>
                  </a:lnTo>
                  <a:lnTo>
                    <a:pt x="4909262" y="4356636"/>
                  </a:lnTo>
                  <a:lnTo>
                    <a:pt x="4869944" y="4379146"/>
                  </a:lnTo>
                  <a:lnTo>
                    <a:pt x="4829205" y="4399343"/>
                  </a:lnTo>
                  <a:lnTo>
                    <a:pt x="4787133" y="4417136"/>
                  </a:lnTo>
                  <a:lnTo>
                    <a:pt x="4743819" y="4432437"/>
                  </a:lnTo>
                  <a:lnTo>
                    <a:pt x="4699351" y="4445157"/>
                  </a:lnTo>
                  <a:lnTo>
                    <a:pt x="4653818" y="4455205"/>
                  </a:lnTo>
                  <a:lnTo>
                    <a:pt x="4607311" y="4462492"/>
                  </a:lnTo>
                  <a:lnTo>
                    <a:pt x="4559917" y="4466930"/>
                  </a:lnTo>
                  <a:lnTo>
                    <a:pt x="4549948" y="4467227"/>
                  </a:lnTo>
                </a:path>
              </a:pathLst>
            </a:custGeom>
            <a:ln w="57150">
              <a:solidFill>
                <a:srgbClr val="BA9977"/>
              </a:solidFill>
            </a:ln>
          </p:spPr>
          <p:txBody>
            <a:bodyPr wrap="square" lIns="0" tIns="0" rIns="0" bIns="0" rtlCol="0"/>
            <a:lstStyle/>
            <a:p>
              <a:endParaRPr/>
            </a:p>
          </p:txBody>
        </p:sp>
      </p:grpSp>
      <p:sp>
        <p:nvSpPr>
          <p:cNvPr id="12" name="object 12"/>
          <p:cNvSpPr txBox="1">
            <a:spLocks noGrp="1"/>
          </p:cNvSpPr>
          <p:nvPr>
            <p:ph type="title"/>
          </p:nvPr>
        </p:nvSpPr>
        <p:spPr>
          <a:xfrm>
            <a:off x="3336093" y="292901"/>
            <a:ext cx="12385040" cy="1674817"/>
          </a:xfrm>
          <a:prstGeom prst="rect">
            <a:avLst/>
          </a:prstGeom>
        </p:spPr>
        <p:txBody>
          <a:bodyPr vert="horz" wrap="square" lIns="0" tIns="12700" rIns="0" bIns="0" rtlCol="0">
            <a:spAutoFit/>
          </a:bodyPr>
          <a:lstStyle/>
          <a:p>
            <a:pPr marL="3247390" marR="5080" indent="-1891664">
              <a:lnSpc>
                <a:spcPct val="115900"/>
              </a:lnSpc>
              <a:spcBef>
                <a:spcPts val="100"/>
              </a:spcBef>
            </a:pPr>
            <a:r>
              <a:rPr sz="4800" spc="665" dirty="0"/>
              <a:t>Q</a:t>
            </a:r>
            <a:r>
              <a:rPr lang="en-US" sz="4800" spc="665" dirty="0"/>
              <a:t>21</a:t>
            </a:r>
            <a:r>
              <a:rPr sz="4800" spc="125" dirty="0"/>
              <a:t> </a:t>
            </a:r>
            <a:r>
              <a:rPr sz="4800" spc="795" dirty="0"/>
              <a:t>-</a:t>
            </a:r>
            <a:r>
              <a:rPr lang="en-US" sz="4800" spc="795" dirty="0"/>
              <a:t>Which pizzas under</a:t>
            </a:r>
            <a:br>
              <a:rPr lang="en-US" sz="4800" spc="795" dirty="0"/>
            </a:br>
            <a:r>
              <a:rPr lang="en-US" sz="4800" spc="795" dirty="0"/>
              <a:t>perform in revenue?</a:t>
            </a:r>
            <a:endParaRPr sz="4800" dirty="0"/>
          </a:p>
        </p:txBody>
      </p:sp>
      <p:sp>
        <p:nvSpPr>
          <p:cNvPr id="13" name="object 13"/>
          <p:cNvSpPr txBox="1"/>
          <p:nvPr/>
        </p:nvSpPr>
        <p:spPr>
          <a:xfrm>
            <a:off x="1595119" y="7037571"/>
            <a:ext cx="9065895" cy="2144177"/>
          </a:xfrm>
          <a:prstGeom prst="rect">
            <a:avLst/>
          </a:prstGeom>
        </p:spPr>
        <p:txBody>
          <a:bodyPr vert="horz" wrap="square" lIns="0" tIns="91440" rIns="0" bIns="0" rtlCol="0">
            <a:spAutoFit/>
          </a:bodyPr>
          <a:lstStyle/>
          <a:p>
            <a:pPr marL="12700">
              <a:lnSpc>
                <a:spcPct val="100000"/>
              </a:lnSpc>
              <a:spcBef>
                <a:spcPts val="720"/>
              </a:spcBef>
            </a:pPr>
            <a:r>
              <a:rPr sz="3150" spc="-110" dirty="0">
                <a:solidFill>
                  <a:srgbClr val="672912"/>
                </a:solidFill>
                <a:latin typeface="Verdana"/>
                <a:cs typeface="Verdana"/>
              </a:rPr>
              <a:t>Insight</a:t>
            </a:r>
            <a:r>
              <a:rPr sz="3150" spc="-300" dirty="0">
                <a:solidFill>
                  <a:srgbClr val="672912"/>
                </a:solidFill>
                <a:latin typeface="Verdana"/>
                <a:cs typeface="Verdana"/>
              </a:rPr>
              <a:t> </a:t>
            </a:r>
            <a:r>
              <a:rPr sz="3150" spc="-650" dirty="0">
                <a:solidFill>
                  <a:srgbClr val="672912"/>
                </a:solidFill>
                <a:latin typeface="Verdana"/>
                <a:cs typeface="Verdana"/>
              </a:rPr>
              <a:t>:</a:t>
            </a:r>
            <a:endParaRPr lang="en-US" sz="3150" spc="-650" dirty="0">
              <a:solidFill>
                <a:srgbClr val="672912"/>
              </a:solidFill>
              <a:latin typeface="Verdana"/>
              <a:cs typeface="Verdana"/>
            </a:endParaRPr>
          </a:p>
          <a:p>
            <a:pPr marL="12700">
              <a:lnSpc>
                <a:spcPct val="100000"/>
              </a:lnSpc>
              <a:spcBef>
                <a:spcPts val="720"/>
              </a:spcBef>
            </a:pPr>
            <a:r>
              <a:rPr lang="en-US" sz="3200" dirty="0">
                <a:solidFill>
                  <a:schemeClr val="accent2">
                    <a:lumMod val="50000"/>
                  </a:schemeClr>
                </a:solidFill>
              </a:rPr>
              <a:t>These pizzas generate the lowest revenue, indicating weak customer demand and limited sales contribution.</a:t>
            </a:r>
            <a:endParaRPr lang="en-US" sz="3150" spc="-650" dirty="0">
              <a:solidFill>
                <a:schemeClr val="accent2">
                  <a:lumMod val="50000"/>
                </a:schemeClr>
              </a:solidFill>
              <a:latin typeface="Verdana"/>
              <a:cs typeface="Verdana"/>
            </a:endParaRPr>
          </a:p>
        </p:txBody>
      </p:sp>
      <p:sp>
        <p:nvSpPr>
          <p:cNvPr id="14" name="object 14"/>
          <p:cNvSpPr/>
          <p:nvPr/>
        </p:nvSpPr>
        <p:spPr>
          <a:xfrm>
            <a:off x="1308100" y="6702462"/>
            <a:ext cx="9639935" cy="2768409"/>
          </a:xfrm>
          <a:custGeom>
            <a:avLst/>
            <a:gdLst/>
            <a:ahLst/>
            <a:cxnLst/>
            <a:rect l="l" t="t" r="r" b="b"/>
            <a:pathLst>
              <a:path w="9639935" h="3167379">
                <a:moveTo>
                  <a:pt x="9639334" y="2410083"/>
                </a:moveTo>
                <a:lnTo>
                  <a:pt x="9637957" y="2453258"/>
                </a:lnTo>
                <a:lnTo>
                  <a:pt x="9633521" y="2500649"/>
                </a:lnTo>
                <a:lnTo>
                  <a:pt x="9626235" y="2547154"/>
                </a:lnTo>
                <a:lnTo>
                  <a:pt x="9616189" y="2592685"/>
                </a:lnTo>
                <a:lnTo>
                  <a:pt x="9603472" y="2637151"/>
                </a:lnTo>
                <a:lnTo>
                  <a:pt x="9588173" y="2680465"/>
                </a:lnTo>
                <a:lnTo>
                  <a:pt x="9570381" y="2722536"/>
                </a:lnTo>
                <a:lnTo>
                  <a:pt x="9550186" y="2763275"/>
                </a:lnTo>
                <a:lnTo>
                  <a:pt x="9527677" y="2802593"/>
                </a:lnTo>
                <a:lnTo>
                  <a:pt x="9502943" y="2840401"/>
                </a:lnTo>
                <a:lnTo>
                  <a:pt x="9476073" y="2876609"/>
                </a:lnTo>
                <a:lnTo>
                  <a:pt x="9447157" y="2911129"/>
                </a:lnTo>
                <a:lnTo>
                  <a:pt x="9416284" y="2943870"/>
                </a:lnTo>
                <a:lnTo>
                  <a:pt x="9383543" y="2974743"/>
                </a:lnTo>
                <a:lnTo>
                  <a:pt x="9349023" y="3003660"/>
                </a:lnTo>
                <a:lnTo>
                  <a:pt x="9312814" y="3030530"/>
                </a:lnTo>
                <a:lnTo>
                  <a:pt x="9275004" y="3055265"/>
                </a:lnTo>
                <a:lnTo>
                  <a:pt x="9235685" y="3077775"/>
                </a:lnTo>
                <a:lnTo>
                  <a:pt x="9194944" y="3097971"/>
                </a:lnTo>
                <a:lnTo>
                  <a:pt x="9152870" y="3115764"/>
                </a:lnTo>
                <a:lnTo>
                  <a:pt x="9109555" y="3131064"/>
                </a:lnTo>
                <a:lnTo>
                  <a:pt x="9065086" y="3143782"/>
                </a:lnTo>
                <a:lnTo>
                  <a:pt x="9019552" y="3153830"/>
                </a:lnTo>
                <a:lnTo>
                  <a:pt x="8973045" y="3161117"/>
                </a:lnTo>
                <a:lnTo>
                  <a:pt x="8925651" y="3165555"/>
                </a:lnTo>
                <a:lnTo>
                  <a:pt x="8877462" y="3167054"/>
                </a:lnTo>
                <a:lnTo>
                  <a:pt x="761988" y="3167054"/>
                </a:lnTo>
                <a:lnTo>
                  <a:pt x="713799" y="3165555"/>
                </a:lnTo>
                <a:lnTo>
                  <a:pt x="666406" y="3161118"/>
                </a:lnTo>
                <a:lnTo>
                  <a:pt x="619898" y="3153831"/>
                </a:lnTo>
                <a:lnTo>
                  <a:pt x="574366" y="3143784"/>
                </a:lnTo>
                <a:lnTo>
                  <a:pt x="529898" y="3131066"/>
                </a:lnTo>
                <a:lnTo>
                  <a:pt x="486583" y="3115766"/>
                </a:lnTo>
                <a:lnTo>
                  <a:pt x="444511" y="3097975"/>
                </a:lnTo>
                <a:lnTo>
                  <a:pt x="403771" y="3077779"/>
                </a:lnTo>
                <a:lnTo>
                  <a:pt x="364453" y="3055270"/>
                </a:lnTo>
                <a:lnTo>
                  <a:pt x="326644" y="3030536"/>
                </a:lnTo>
                <a:lnTo>
                  <a:pt x="290436" y="3003667"/>
                </a:lnTo>
                <a:lnTo>
                  <a:pt x="255917" y="2974752"/>
                </a:lnTo>
                <a:lnTo>
                  <a:pt x="223176" y="2943879"/>
                </a:lnTo>
                <a:lnTo>
                  <a:pt x="192303" y="2911139"/>
                </a:lnTo>
                <a:lnTo>
                  <a:pt x="163387" y="2876620"/>
                </a:lnTo>
                <a:lnTo>
                  <a:pt x="136517" y="2840413"/>
                </a:lnTo>
                <a:lnTo>
                  <a:pt x="111783" y="2802605"/>
                </a:lnTo>
                <a:lnTo>
                  <a:pt x="89273" y="2763287"/>
                </a:lnTo>
                <a:lnTo>
                  <a:pt x="69078" y="2722547"/>
                </a:lnTo>
                <a:lnTo>
                  <a:pt x="51286" y="2680475"/>
                </a:lnTo>
                <a:lnTo>
                  <a:pt x="35986" y="2637161"/>
                </a:lnTo>
                <a:lnTo>
                  <a:pt x="23268" y="2592693"/>
                </a:lnTo>
                <a:lnTo>
                  <a:pt x="13222" y="2547161"/>
                </a:lnTo>
                <a:lnTo>
                  <a:pt x="5935" y="2500654"/>
                </a:lnTo>
                <a:lnTo>
                  <a:pt x="1498" y="2453261"/>
                </a:lnTo>
                <a:lnTo>
                  <a:pt x="0" y="2405072"/>
                </a:lnTo>
                <a:lnTo>
                  <a:pt x="0" y="761988"/>
                </a:lnTo>
                <a:lnTo>
                  <a:pt x="1500" y="713799"/>
                </a:lnTo>
                <a:lnTo>
                  <a:pt x="5938" y="666406"/>
                </a:lnTo>
                <a:lnTo>
                  <a:pt x="13226" y="619899"/>
                </a:lnTo>
                <a:lnTo>
                  <a:pt x="23274" y="574368"/>
                </a:lnTo>
                <a:lnTo>
                  <a:pt x="35993" y="529900"/>
                </a:lnTo>
                <a:lnTo>
                  <a:pt x="51293" y="486586"/>
                </a:lnTo>
                <a:lnTo>
                  <a:pt x="69086" y="444515"/>
                </a:lnTo>
                <a:lnTo>
                  <a:pt x="89282" y="403775"/>
                </a:lnTo>
                <a:lnTo>
                  <a:pt x="111791" y="364457"/>
                </a:lnTo>
                <a:lnTo>
                  <a:pt x="136525" y="326650"/>
                </a:lnTo>
                <a:lnTo>
                  <a:pt x="163395" y="290442"/>
                </a:lnTo>
                <a:lnTo>
                  <a:pt x="192311" y="255924"/>
                </a:lnTo>
                <a:lnTo>
                  <a:pt x="223183" y="223183"/>
                </a:lnTo>
                <a:lnTo>
                  <a:pt x="255923" y="192310"/>
                </a:lnTo>
                <a:lnTo>
                  <a:pt x="290441" y="163394"/>
                </a:lnTo>
                <a:lnTo>
                  <a:pt x="326649" y="136524"/>
                </a:lnTo>
                <a:lnTo>
                  <a:pt x="364456" y="111790"/>
                </a:lnTo>
                <a:lnTo>
                  <a:pt x="403774" y="89280"/>
                </a:lnTo>
                <a:lnTo>
                  <a:pt x="444513" y="69084"/>
                </a:lnTo>
                <a:lnTo>
                  <a:pt x="486585" y="51291"/>
                </a:lnTo>
                <a:lnTo>
                  <a:pt x="529899" y="35990"/>
                </a:lnTo>
                <a:lnTo>
                  <a:pt x="574367" y="23272"/>
                </a:lnTo>
                <a:lnTo>
                  <a:pt x="619899" y="13224"/>
                </a:lnTo>
                <a:lnTo>
                  <a:pt x="666406" y="5937"/>
                </a:lnTo>
                <a:lnTo>
                  <a:pt x="713799" y="1499"/>
                </a:lnTo>
                <a:lnTo>
                  <a:pt x="761988" y="0"/>
                </a:lnTo>
                <a:lnTo>
                  <a:pt x="8877462" y="0"/>
                </a:lnTo>
                <a:lnTo>
                  <a:pt x="8925651" y="1499"/>
                </a:lnTo>
                <a:lnTo>
                  <a:pt x="8973044" y="5938"/>
                </a:lnTo>
                <a:lnTo>
                  <a:pt x="9019552" y="13226"/>
                </a:lnTo>
                <a:lnTo>
                  <a:pt x="9065085" y="23274"/>
                </a:lnTo>
                <a:lnTo>
                  <a:pt x="9109553" y="35993"/>
                </a:lnTo>
                <a:lnTo>
                  <a:pt x="9152869" y="51294"/>
                </a:lnTo>
                <a:lnTo>
                  <a:pt x="9194941" y="69088"/>
                </a:lnTo>
                <a:lnTo>
                  <a:pt x="9235681" y="89285"/>
                </a:lnTo>
                <a:lnTo>
                  <a:pt x="9275000" y="111796"/>
                </a:lnTo>
                <a:lnTo>
                  <a:pt x="9312808" y="136531"/>
                </a:lnTo>
                <a:lnTo>
                  <a:pt x="9349017" y="163402"/>
                </a:lnTo>
                <a:lnTo>
                  <a:pt x="9383536" y="192319"/>
                </a:lnTo>
                <a:lnTo>
                  <a:pt x="9416276" y="223193"/>
                </a:lnTo>
                <a:lnTo>
                  <a:pt x="9447149" y="255934"/>
                </a:lnTo>
                <a:lnTo>
                  <a:pt x="9476064" y="290453"/>
                </a:lnTo>
                <a:lnTo>
                  <a:pt x="9502934" y="326661"/>
                </a:lnTo>
                <a:lnTo>
                  <a:pt x="9527667" y="364469"/>
                </a:lnTo>
                <a:lnTo>
                  <a:pt x="9550177" y="403786"/>
                </a:lnTo>
                <a:lnTo>
                  <a:pt x="9570372" y="444525"/>
                </a:lnTo>
                <a:lnTo>
                  <a:pt x="9588164" y="486595"/>
                </a:lnTo>
                <a:lnTo>
                  <a:pt x="9603464" y="529908"/>
                </a:lnTo>
                <a:lnTo>
                  <a:pt x="9616182" y="574374"/>
                </a:lnTo>
                <a:lnTo>
                  <a:pt x="9626230" y="619904"/>
                </a:lnTo>
                <a:lnTo>
                  <a:pt x="9633517" y="666409"/>
                </a:lnTo>
                <a:lnTo>
                  <a:pt x="9637956" y="713800"/>
                </a:lnTo>
                <a:lnTo>
                  <a:pt x="9639331" y="757002"/>
                </a:lnTo>
              </a:path>
            </a:pathLst>
          </a:custGeom>
          <a:ln w="57150">
            <a:solidFill>
              <a:srgbClr val="BA9977"/>
            </a:solidFill>
          </a:ln>
        </p:spPr>
        <p:txBody>
          <a:bodyPr wrap="square" lIns="0" tIns="0" rIns="0" bIns="0" rtlCol="0"/>
          <a:lstStyle/>
          <a:p>
            <a:endParaRPr/>
          </a:p>
        </p:txBody>
      </p:sp>
      <p:pic>
        <p:nvPicPr>
          <p:cNvPr id="15" name="Picture 14">
            <a:extLst>
              <a:ext uri="{FF2B5EF4-FFF2-40B4-BE49-F238E27FC236}">
                <a16:creationId xmlns:a16="http://schemas.microsoft.com/office/drawing/2014/main" id="{17737E4E-8ECA-4D2A-B42B-73B3AEF88DC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14924" y="2781300"/>
            <a:ext cx="11077076" cy="2748770"/>
          </a:xfrm>
          <a:prstGeom prst="rect">
            <a:avLst/>
          </a:prstGeom>
        </p:spPr>
      </p:pic>
      <p:pic>
        <p:nvPicPr>
          <p:cNvPr id="18" name="Picture 17">
            <a:extLst>
              <a:ext uri="{FF2B5EF4-FFF2-40B4-BE49-F238E27FC236}">
                <a16:creationId xmlns:a16="http://schemas.microsoft.com/office/drawing/2014/main" id="{18DE193B-ACF9-4F4F-A41A-D921C31315E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279946" y="6068269"/>
            <a:ext cx="5322253" cy="3562352"/>
          </a:xfrm>
          <a:prstGeom prst="rect">
            <a:avLst/>
          </a:prstGeom>
        </p:spPr>
      </p:pic>
    </p:spTree>
    <p:extLst>
      <p:ext uri="{BB962C8B-B14F-4D97-AF65-F5344CB8AC3E}">
        <p14:creationId xmlns:p14="http://schemas.microsoft.com/office/powerpoint/2010/main" val="12599148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7271654"/>
            <a:ext cx="2616200" cy="3015329"/>
          </a:xfrm>
          <a:prstGeom prst="rect">
            <a:avLst/>
          </a:prstGeom>
        </p:spPr>
      </p:pic>
      <p:pic>
        <p:nvPicPr>
          <p:cNvPr id="3" name="object 3"/>
          <p:cNvPicPr/>
          <p:nvPr/>
        </p:nvPicPr>
        <p:blipFill>
          <a:blip r:embed="rId3" cstate="print"/>
          <a:stretch>
            <a:fillRect/>
          </a:stretch>
        </p:blipFill>
        <p:spPr>
          <a:xfrm>
            <a:off x="0" y="0"/>
            <a:ext cx="2258424" cy="2748770"/>
          </a:xfrm>
          <a:prstGeom prst="rect">
            <a:avLst/>
          </a:prstGeom>
        </p:spPr>
      </p:pic>
      <p:pic>
        <p:nvPicPr>
          <p:cNvPr id="4" name="object 4"/>
          <p:cNvPicPr/>
          <p:nvPr/>
        </p:nvPicPr>
        <p:blipFill>
          <a:blip r:embed="rId4" cstate="print"/>
          <a:stretch>
            <a:fillRect/>
          </a:stretch>
        </p:blipFill>
        <p:spPr>
          <a:xfrm>
            <a:off x="16362536" y="8109660"/>
            <a:ext cx="1925463" cy="2171700"/>
          </a:xfrm>
          <a:prstGeom prst="rect">
            <a:avLst/>
          </a:prstGeom>
        </p:spPr>
      </p:pic>
      <p:pic>
        <p:nvPicPr>
          <p:cNvPr id="5" name="object 5"/>
          <p:cNvPicPr/>
          <p:nvPr/>
        </p:nvPicPr>
        <p:blipFill>
          <a:blip r:embed="rId5" cstate="print"/>
          <a:stretch>
            <a:fillRect/>
          </a:stretch>
        </p:blipFill>
        <p:spPr>
          <a:xfrm>
            <a:off x="15537136" y="-12079"/>
            <a:ext cx="2750810" cy="2226226"/>
          </a:xfrm>
          <a:prstGeom prst="rect">
            <a:avLst/>
          </a:prstGeom>
        </p:spPr>
      </p:pic>
      <p:sp>
        <p:nvSpPr>
          <p:cNvPr id="6" name="object 6"/>
          <p:cNvSpPr/>
          <p:nvPr/>
        </p:nvSpPr>
        <p:spPr>
          <a:xfrm>
            <a:off x="4096661" y="439679"/>
            <a:ext cx="10765155" cy="1739900"/>
          </a:xfrm>
          <a:custGeom>
            <a:avLst/>
            <a:gdLst/>
            <a:ahLst/>
            <a:cxnLst/>
            <a:rect l="l" t="t" r="r" b="b"/>
            <a:pathLst>
              <a:path w="10765155" h="1739900">
                <a:moveTo>
                  <a:pt x="10567021" y="1739800"/>
                </a:moveTo>
                <a:lnTo>
                  <a:pt x="200025" y="1739800"/>
                </a:lnTo>
                <a:lnTo>
                  <a:pt x="154161" y="1734518"/>
                </a:lnTo>
                <a:lnTo>
                  <a:pt x="112059" y="1719470"/>
                </a:lnTo>
                <a:lnTo>
                  <a:pt x="74919" y="1695857"/>
                </a:lnTo>
                <a:lnTo>
                  <a:pt x="43943" y="1664881"/>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5" y="0"/>
                </a:lnTo>
                <a:lnTo>
                  <a:pt x="10567021" y="0"/>
                </a:lnTo>
                <a:lnTo>
                  <a:pt x="10612881" y="5282"/>
                </a:lnTo>
                <a:lnTo>
                  <a:pt x="10654979" y="20330"/>
                </a:lnTo>
                <a:lnTo>
                  <a:pt x="10692116" y="43943"/>
                </a:lnTo>
                <a:lnTo>
                  <a:pt x="10723090" y="74919"/>
                </a:lnTo>
                <a:lnTo>
                  <a:pt x="10746701" y="112059"/>
                </a:lnTo>
                <a:lnTo>
                  <a:pt x="10761749" y="154161"/>
                </a:lnTo>
                <a:lnTo>
                  <a:pt x="10765014" y="182514"/>
                </a:lnTo>
                <a:lnTo>
                  <a:pt x="10765014" y="1557286"/>
                </a:lnTo>
                <a:lnTo>
                  <a:pt x="10746701" y="1627741"/>
                </a:lnTo>
                <a:lnTo>
                  <a:pt x="10723090" y="1664881"/>
                </a:lnTo>
                <a:lnTo>
                  <a:pt x="10692116" y="1695857"/>
                </a:lnTo>
                <a:lnTo>
                  <a:pt x="10654979" y="1719470"/>
                </a:lnTo>
                <a:lnTo>
                  <a:pt x="10612881" y="1734518"/>
                </a:lnTo>
                <a:lnTo>
                  <a:pt x="10567021" y="1739800"/>
                </a:lnTo>
                <a:close/>
              </a:path>
            </a:pathLst>
          </a:custGeom>
          <a:solidFill>
            <a:srgbClr val="DABD9D">
              <a:alpha val="78999"/>
            </a:srgbClr>
          </a:solidFill>
        </p:spPr>
        <p:txBody>
          <a:bodyPr wrap="square" lIns="0" tIns="0" rIns="0" bIns="0" rtlCol="0"/>
          <a:lstStyle/>
          <a:p>
            <a:endParaRPr/>
          </a:p>
        </p:txBody>
      </p:sp>
      <p:grpSp>
        <p:nvGrpSpPr>
          <p:cNvPr id="8" name="object 8"/>
          <p:cNvGrpSpPr/>
          <p:nvPr/>
        </p:nvGrpSpPr>
        <p:grpSpPr>
          <a:xfrm>
            <a:off x="751002" y="2544610"/>
            <a:ext cx="17155997" cy="7449488"/>
            <a:chOff x="751002" y="2544610"/>
            <a:chExt cx="17155997" cy="7449488"/>
          </a:xfrm>
        </p:grpSpPr>
        <p:sp>
          <p:nvSpPr>
            <p:cNvPr id="10" name="object 10"/>
            <p:cNvSpPr/>
            <p:nvPr/>
          </p:nvSpPr>
          <p:spPr>
            <a:xfrm>
              <a:off x="751002" y="2544610"/>
              <a:ext cx="11856720" cy="3341740"/>
            </a:xfrm>
            <a:custGeom>
              <a:avLst/>
              <a:gdLst/>
              <a:ahLst/>
              <a:cxnLst/>
              <a:rect l="l" t="t" r="r" b="b"/>
              <a:pathLst>
                <a:path w="11856720" h="2599054">
                  <a:moveTo>
                    <a:pt x="761984" y="0"/>
                  </a:moveTo>
                  <a:lnTo>
                    <a:pt x="11094625" y="0"/>
                  </a:lnTo>
                  <a:lnTo>
                    <a:pt x="11142812" y="1496"/>
                  </a:lnTo>
                  <a:lnTo>
                    <a:pt x="11190204" y="5932"/>
                  </a:lnTo>
                  <a:lnTo>
                    <a:pt x="11236711" y="13217"/>
                  </a:lnTo>
                  <a:lnTo>
                    <a:pt x="11282243" y="23262"/>
                  </a:lnTo>
                  <a:lnTo>
                    <a:pt x="11326711" y="35979"/>
                  </a:lnTo>
                  <a:lnTo>
                    <a:pt x="11370027" y="51278"/>
                  </a:lnTo>
                  <a:lnTo>
                    <a:pt x="11412100" y="69070"/>
                  </a:lnTo>
                  <a:lnTo>
                    <a:pt x="11452841" y="89265"/>
                  </a:lnTo>
                  <a:lnTo>
                    <a:pt x="11492161" y="111774"/>
                  </a:lnTo>
                  <a:lnTo>
                    <a:pt x="11529970" y="136509"/>
                  </a:lnTo>
                  <a:lnTo>
                    <a:pt x="11566179" y="163379"/>
                  </a:lnTo>
                  <a:lnTo>
                    <a:pt x="11600700" y="192295"/>
                  </a:lnTo>
                  <a:lnTo>
                    <a:pt x="11633441" y="223169"/>
                  </a:lnTo>
                  <a:lnTo>
                    <a:pt x="11664315" y="255911"/>
                  </a:lnTo>
                  <a:lnTo>
                    <a:pt x="11693232" y="290431"/>
                  </a:lnTo>
                  <a:lnTo>
                    <a:pt x="11720102" y="326640"/>
                  </a:lnTo>
                  <a:lnTo>
                    <a:pt x="11744837" y="364449"/>
                  </a:lnTo>
                  <a:lnTo>
                    <a:pt x="11767347" y="403768"/>
                  </a:lnTo>
                  <a:lnTo>
                    <a:pt x="11787542" y="444508"/>
                  </a:lnTo>
                  <a:lnTo>
                    <a:pt x="11805334" y="486581"/>
                  </a:lnTo>
                  <a:lnTo>
                    <a:pt x="11820634" y="529895"/>
                  </a:lnTo>
                  <a:lnTo>
                    <a:pt x="11833352" y="574364"/>
                  </a:lnTo>
                  <a:lnTo>
                    <a:pt x="11843399" y="619896"/>
                  </a:lnTo>
                  <a:lnTo>
                    <a:pt x="11850686" y="666403"/>
                  </a:lnTo>
                  <a:lnTo>
                    <a:pt x="11855123" y="713795"/>
                  </a:lnTo>
                  <a:lnTo>
                    <a:pt x="11856622" y="761984"/>
                  </a:lnTo>
                  <a:lnTo>
                    <a:pt x="11856622" y="1836848"/>
                  </a:lnTo>
                  <a:lnTo>
                    <a:pt x="11855124" y="1885037"/>
                  </a:lnTo>
                  <a:lnTo>
                    <a:pt x="11850687" y="1932430"/>
                  </a:lnTo>
                  <a:lnTo>
                    <a:pt x="11843401" y="1978938"/>
                  </a:lnTo>
                  <a:lnTo>
                    <a:pt x="11833354" y="2024470"/>
                  </a:lnTo>
                  <a:lnTo>
                    <a:pt x="11820637" y="2068939"/>
                  </a:lnTo>
                  <a:lnTo>
                    <a:pt x="11805337" y="2112255"/>
                  </a:lnTo>
                  <a:lnTo>
                    <a:pt x="11787545" y="2154327"/>
                  </a:lnTo>
                  <a:lnTo>
                    <a:pt x="11767349" y="2195068"/>
                  </a:lnTo>
                  <a:lnTo>
                    <a:pt x="11744839" y="2234388"/>
                  </a:lnTo>
                  <a:lnTo>
                    <a:pt x="11720104" y="2272197"/>
                  </a:lnTo>
                  <a:lnTo>
                    <a:pt x="11693233" y="2308406"/>
                  </a:lnTo>
                  <a:lnTo>
                    <a:pt x="11664315" y="2342926"/>
                  </a:lnTo>
                  <a:lnTo>
                    <a:pt x="11633441" y="2375667"/>
                  </a:lnTo>
                  <a:lnTo>
                    <a:pt x="11600698" y="2406540"/>
                  </a:lnTo>
                  <a:lnTo>
                    <a:pt x="11566177" y="2435456"/>
                  </a:lnTo>
                  <a:lnTo>
                    <a:pt x="11529967" y="2462326"/>
                  </a:lnTo>
                  <a:lnTo>
                    <a:pt x="11492157" y="2487059"/>
                  </a:lnTo>
                  <a:lnTo>
                    <a:pt x="11452837" y="2509567"/>
                  </a:lnTo>
                  <a:lnTo>
                    <a:pt x="11412096" y="2529761"/>
                  </a:lnTo>
                  <a:lnTo>
                    <a:pt x="11370023" y="2547552"/>
                  </a:lnTo>
                  <a:lnTo>
                    <a:pt x="11326708" y="2562849"/>
                  </a:lnTo>
                  <a:lnTo>
                    <a:pt x="11282240" y="2575565"/>
                  </a:lnTo>
                  <a:lnTo>
                    <a:pt x="11236708" y="2585610"/>
                  </a:lnTo>
                  <a:lnTo>
                    <a:pt x="11190202" y="2592894"/>
                  </a:lnTo>
                  <a:lnTo>
                    <a:pt x="11142812" y="2597330"/>
                  </a:lnTo>
                  <a:lnTo>
                    <a:pt x="11094625" y="2598828"/>
                  </a:lnTo>
                  <a:lnTo>
                    <a:pt x="761985" y="2598828"/>
                  </a:lnTo>
                  <a:lnTo>
                    <a:pt x="713796" y="2597329"/>
                  </a:lnTo>
                  <a:lnTo>
                    <a:pt x="666404" y="2592892"/>
                  </a:lnTo>
                  <a:lnTo>
                    <a:pt x="619898" y="2585605"/>
                  </a:lnTo>
                  <a:lnTo>
                    <a:pt x="574366" y="2575558"/>
                  </a:lnTo>
                  <a:lnTo>
                    <a:pt x="529899" y="2562840"/>
                  </a:lnTo>
                  <a:lnTo>
                    <a:pt x="486585" y="2547541"/>
                  </a:lnTo>
                  <a:lnTo>
                    <a:pt x="444513" y="2529750"/>
                  </a:lnTo>
                  <a:lnTo>
                    <a:pt x="403774" y="2509555"/>
                  </a:lnTo>
                  <a:lnTo>
                    <a:pt x="364456" y="2487046"/>
                  </a:lnTo>
                  <a:lnTo>
                    <a:pt x="326648" y="2462313"/>
                  </a:lnTo>
                  <a:lnTo>
                    <a:pt x="290439" y="2435444"/>
                  </a:lnTo>
                  <a:lnTo>
                    <a:pt x="255920" y="2406529"/>
                  </a:lnTo>
                  <a:lnTo>
                    <a:pt x="223179" y="2375656"/>
                  </a:lnTo>
                  <a:lnTo>
                    <a:pt x="192306" y="2342916"/>
                  </a:lnTo>
                  <a:lnTo>
                    <a:pt x="163390" y="2308398"/>
                  </a:lnTo>
                  <a:lnTo>
                    <a:pt x="136520" y="2272190"/>
                  </a:lnTo>
                  <a:lnTo>
                    <a:pt x="111785" y="2234383"/>
                  </a:lnTo>
                  <a:lnTo>
                    <a:pt x="89275" y="2195064"/>
                  </a:lnTo>
                  <a:lnTo>
                    <a:pt x="69080" y="2154324"/>
                  </a:lnTo>
                  <a:lnTo>
                    <a:pt x="51287" y="2112253"/>
                  </a:lnTo>
                  <a:lnTo>
                    <a:pt x="35987" y="2068938"/>
                  </a:lnTo>
                  <a:lnTo>
                    <a:pt x="23269" y="2024470"/>
                  </a:lnTo>
                  <a:lnTo>
                    <a:pt x="13222" y="1978938"/>
                  </a:lnTo>
                  <a:lnTo>
                    <a:pt x="5936" y="1932430"/>
                  </a:lnTo>
                  <a:lnTo>
                    <a:pt x="1498" y="1885037"/>
                  </a:lnTo>
                  <a:lnTo>
                    <a:pt x="0" y="1836848"/>
                  </a:lnTo>
                  <a:lnTo>
                    <a:pt x="0" y="761984"/>
                  </a:lnTo>
                  <a:lnTo>
                    <a:pt x="1498" y="713795"/>
                  </a:lnTo>
                  <a:lnTo>
                    <a:pt x="5936" y="666403"/>
                  </a:lnTo>
                  <a:lnTo>
                    <a:pt x="13223" y="619896"/>
                  </a:lnTo>
                  <a:lnTo>
                    <a:pt x="23271" y="574364"/>
                  </a:lnTo>
                  <a:lnTo>
                    <a:pt x="35989" y="529896"/>
                  </a:lnTo>
                  <a:lnTo>
                    <a:pt x="51290" y="486582"/>
                  </a:lnTo>
                  <a:lnTo>
                    <a:pt x="69082" y="444511"/>
                  </a:lnTo>
                  <a:lnTo>
                    <a:pt x="89278" y="403771"/>
                  </a:lnTo>
                  <a:lnTo>
                    <a:pt x="111788" y="364453"/>
                  </a:lnTo>
                  <a:lnTo>
                    <a:pt x="136522" y="326646"/>
                  </a:lnTo>
                  <a:lnTo>
                    <a:pt x="163392" y="290439"/>
                  </a:lnTo>
                  <a:lnTo>
                    <a:pt x="192307" y="255920"/>
                  </a:lnTo>
                  <a:lnTo>
                    <a:pt x="223180" y="223180"/>
                  </a:lnTo>
                  <a:lnTo>
                    <a:pt x="255920" y="192307"/>
                  </a:lnTo>
                  <a:lnTo>
                    <a:pt x="290439" y="163392"/>
                  </a:lnTo>
                  <a:lnTo>
                    <a:pt x="326646" y="136522"/>
                  </a:lnTo>
                  <a:lnTo>
                    <a:pt x="364454" y="111788"/>
                  </a:lnTo>
                  <a:lnTo>
                    <a:pt x="403772" y="89278"/>
                  </a:lnTo>
                  <a:lnTo>
                    <a:pt x="444511" y="69083"/>
                  </a:lnTo>
                  <a:lnTo>
                    <a:pt x="486582" y="51290"/>
                  </a:lnTo>
                  <a:lnTo>
                    <a:pt x="529896" y="35990"/>
                  </a:lnTo>
                  <a:lnTo>
                    <a:pt x="574364" y="23271"/>
                  </a:lnTo>
                  <a:lnTo>
                    <a:pt x="619896" y="13224"/>
                  </a:lnTo>
                  <a:lnTo>
                    <a:pt x="666403" y="5936"/>
                  </a:lnTo>
                  <a:lnTo>
                    <a:pt x="713795" y="1499"/>
                  </a:lnTo>
                  <a:lnTo>
                    <a:pt x="761984" y="0"/>
                  </a:lnTo>
                </a:path>
              </a:pathLst>
            </a:custGeom>
            <a:ln w="57150">
              <a:solidFill>
                <a:srgbClr val="BA9977"/>
              </a:solidFill>
            </a:ln>
          </p:spPr>
          <p:txBody>
            <a:bodyPr wrap="square" lIns="0" tIns="0" rIns="0" bIns="0" rtlCol="0"/>
            <a:lstStyle/>
            <a:p>
              <a:endParaRPr/>
            </a:p>
          </p:txBody>
        </p:sp>
        <p:sp>
          <p:nvSpPr>
            <p:cNvPr id="11" name="object 11"/>
            <p:cNvSpPr/>
            <p:nvPr/>
          </p:nvSpPr>
          <p:spPr>
            <a:xfrm>
              <a:off x="11963400" y="5711989"/>
              <a:ext cx="5943599" cy="4282109"/>
            </a:xfrm>
            <a:custGeom>
              <a:avLst/>
              <a:gdLst/>
              <a:ahLst/>
              <a:cxnLst/>
              <a:rect l="l" t="t" r="r" b="b"/>
              <a:pathLst>
                <a:path w="5274309" h="4467859">
                  <a:moveTo>
                    <a:pt x="723789" y="4467238"/>
                  </a:moveTo>
                  <a:lnTo>
                    <a:pt x="666425" y="4462493"/>
                  </a:lnTo>
                  <a:lnTo>
                    <a:pt x="619918" y="4455206"/>
                  </a:lnTo>
                  <a:lnTo>
                    <a:pt x="574385" y="4445158"/>
                  </a:lnTo>
                  <a:lnTo>
                    <a:pt x="529917" y="4432440"/>
                  </a:lnTo>
                  <a:lnTo>
                    <a:pt x="486603" y="4417140"/>
                  </a:lnTo>
                  <a:lnTo>
                    <a:pt x="444531" y="4399347"/>
                  </a:lnTo>
                  <a:lnTo>
                    <a:pt x="403791" y="4379151"/>
                  </a:lnTo>
                  <a:lnTo>
                    <a:pt x="364473" y="4356641"/>
                  </a:lnTo>
                  <a:lnTo>
                    <a:pt x="326666" y="4331906"/>
                  </a:lnTo>
                  <a:lnTo>
                    <a:pt x="290458" y="4305036"/>
                  </a:lnTo>
                  <a:lnTo>
                    <a:pt x="255940" y="4276119"/>
                  </a:lnTo>
                  <a:lnTo>
                    <a:pt x="223200" y="4245246"/>
                  </a:lnTo>
                  <a:lnTo>
                    <a:pt x="192328" y="4212505"/>
                  </a:lnTo>
                  <a:lnTo>
                    <a:pt x="163412" y="4177986"/>
                  </a:lnTo>
                  <a:lnTo>
                    <a:pt x="136543" y="4141777"/>
                  </a:lnTo>
                  <a:lnTo>
                    <a:pt x="111810" y="4103969"/>
                  </a:lnTo>
                  <a:lnTo>
                    <a:pt x="89301" y="4064651"/>
                  </a:lnTo>
                  <a:lnTo>
                    <a:pt x="69106" y="4023911"/>
                  </a:lnTo>
                  <a:lnTo>
                    <a:pt x="51314" y="3981839"/>
                  </a:lnTo>
                  <a:lnTo>
                    <a:pt x="36015" y="3938524"/>
                  </a:lnTo>
                  <a:lnTo>
                    <a:pt x="23297" y="3894056"/>
                  </a:lnTo>
                  <a:lnTo>
                    <a:pt x="13251" y="3848524"/>
                  </a:lnTo>
                  <a:lnTo>
                    <a:pt x="5965" y="3802017"/>
                  </a:lnTo>
                  <a:lnTo>
                    <a:pt x="1528" y="3754624"/>
                  </a:lnTo>
                  <a:lnTo>
                    <a:pt x="0" y="3706435"/>
                  </a:lnTo>
                  <a:lnTo>
                    <a:pt x="0" y="761977"/>
                  </a:lnTo>
                  <a:lnTo>
                    <a:pt x="1531" y="713789"/>
                  </a:lnTo>
                  <a:lnTo>
                    <a:pt x="5970" y="666397"/>
                  </a:lnTo>
                  <a:lnTo>
                    <a:pt x="13257" y="619891"/>
                  </a:lnTo>
                  <a:lnTo>
                    <a:pt x="23305" y="574360"/>
                  </a:lnTo>
                  <a:lnTo>
                    <a:pt x="36024" y="529893"/>
                  </a:lnTo>
                  <a:lnTo>
                    <a:pt x="51323" y="486580"/>
                  </a:lnTo>
                  <a:lnTo>
                    <a:pt x="69116" y="444509"/>
                  </a:lnTo>
                  <a:lnTo>
                    <a:pt x="89311" y="403770"/>
                  </a:lnTo>
                  <a:lnTo>
                    <a:pt x="111820" y="364452"/>
                  </a:lnTo>
                  <a:lnTo>
                    <a:pt x="136553" y="326645"/>
                  </a:lnTo>
                  <a:lnTo>
                    <a:pt x="163422" y="290437"/>
                  </a:lnTo>
                  <a:lnTo>
                    <a:pt x="192337" y="255919"/>
                  </a:lnTo>
                  <a:lnTo>
                    <a:pt x="223209" y="223178"/>
                  </a:lnTo>
                  <a:lnTo>
                    <a:pt x="255948" y="192306"/>
                  </a:lnTo>
                  <a:lnTo>
                    <a:pt x="290466" y="163390"/>
                  </a:lnTo>
                  <a:lnTo>
                    <a:pt x="326673" y="136520"/>
                  </a:lnTo>
                  <a:lnTo>
                    <a:pt x="364480" y="111785"/>
                  </a:lnTo>
                  <a:lnTo>
                    <a:pt x="403798" y="89276"/>
                  </a:lnTo>
                  <a:lnTo>
                    <a:pt x="444537" y="69080"/>
                  </a:lnTo>
                  <a:lnTo>
                    <a:pt x="486608" y="51288"/>
                  </a:lnTo>
                  <a:lnTo>
                    <a:pt x="529922" y="35988"/>
                  </a:lnTo>
                  <a:lnTo>
                    <a:pt x="574389" y="23270"/>
                  </a:lnTo>
                  <a:lnTo>
                    <a:pt x="619921" y="13223"/>
                  </a:lnTo>
                  <a:lnTo>
                    <a:pt x="666427" y="5936"/>
                  </a:lnTo>
                  <a:lnTo>
                    <a:pt x="713820" y="1499"/>
                  </a:lnTo>
                  <a:lnTo>
                    <a:pt x="762008" y="0"/>
                  </a:lnTo>
                  <a:lnTo>
                    <a:pt x="4511728" y="0"/>
                  </a:lnTo>
                  <a:lnTo>
                    <a:pt x="4559917" y="1498"/>
                  </a:lnTo>
                  <a:lnTo>
                    <a:pt x="4607310" y="5936"/>
                  </a:lnTo>
                  <a:lnTo>
                    <a:pt x="4653817" y="13223"/>
                  </a:lnTo>
                  <a:lnTo>
                    <a:pt x="4699348" y="23271"/>
                  </a:lnTo>
                  <a:lnTo>
                    <a:pt x="4743816" y="35990"/>
                  </a:lnTo>
                  <a:lnTo>
                    <a:pt x="4787129" y="51291"/>
                  </a:lnTo>
                  <a:lnTo>
                    <a:pt x="4829200" y="69084"/>
                  </a:lnTo>
                  <a:lnTo>
                    <a:pt x="4869938" y="89281"/>
                  </a:lnTo>
                  <a:lnTo>
                    <a:pt x="4909255" y="111791"/>
                  </a:lnTo>
                  <a:lnTo>
                    <a:pt x="4947062" y="136525"/>
                  </a:lnTo>
                  <a:lnTo>
                    <a:pt x="4983269" y="163395"/>
                  </a:lnTo>
                  <a:lnTo>
                    <a:pt x="5017786" y="192311"/>
                  </a:lnTo>
                  <a:lnTo>
                    <a:pt x="5050525" y="223183"/>
                  </a:lnTo>
                  <a:lnTo>
                    <a:pt x="5081397" y="255923"/>
                  </a:lnTo>
                  <a:lnTo>
                    <a:pt x="5110312" y="290441"/>
                  </a:lnTo>
                  <a:lnTo>
                    <a:pt x="5137181" y="326648"/>
                  </a:lnTo>
                  <a:lnTo>
                    <a:pt x="5161915" y="364454"/>
                  </a:lnTo>
                  <a:lnTo>
                    <a:pt x="5184425" y="403771"/>
                  </a:lnTo>
                  <a:lnTo>
                    <a:pt x="5204621" y="444510"/>
                  </a:lnTo>
                  <a:lnTo>
                    <a:pt x="5222414" y="486580"/>
                  </a:lnTo>
                  <a:lnTo>
                    <a:pt x="5237715" y="529893"/>
                  </a:lnTo>
                  <a:lnTo>
                    <a:pt x="5250434" y="574360"/>
                  </a:lnTo>
                  <a:lnTo>
                    <a:pt x="5260483" y="619891"/>
                  </a:lnTo>
                  <a:lnTo>
                    <a:pt x="5267771" y="666397"/>
                  </a:lnTo>
                  <a:lnTo>
                    <a:pt x="5272210" y="713789"/>
                  </a:lnTo>
                  <a:lnTo>
                    <a:pt x="5273710" y="761978"/>
                  </a:lnTo>
                  <a:lnTo>
                    <a:pt x="5273711" y="3706435"/>
                  </a:lnTo>
                  <a:lnTo>
                    <a:pt x="5272213" y="3754624"/>
                  </a:lnTo>
                  <a:lnTo>
                    <a:pt x="5267776" y="3802017"/>
                  </a:lnTo>
                  <a:lnTo>
                    <a:pt x="5260489" y="3848524"/>
                  </a:lnTo>
                  <a:lnTo>
                    <a:pt x="5250442" y="3894057"/>
                  </a:lnTo>
                  <a:lnTo>
                    <a:pt x="5237723" y="3938524"/>
                  </a:lnTo>
                  <a:lnTo>
                    <a:pt x="5222423" y="3981839"/>
                  </a:lnTo>
                  <a:lnTo>
                    <a:pt x="5204630" y="4023910"/>
                  </a:lnTo>
                  <a:lnTo>
                    <a:pt x="5184435" y="4064649"/>
                  </a:lnTo>
                  <a:lnTo>
                    <a:pt x="5161925" y="4103967"/>
                  </a:lnTo>
                  <a:lnTo>
                    <a:pt x="5137191" y="4141774"/>
                  </a:lnTo>
                  <a:lnTo>
                    <a:pt x="5110321" y="4177982"/>
                  </a:lnTo>
                  <a:lnTo>
                    <a:pt x="5081406" y="4212501"/>
                  </a:lnTo>
                  <a:lnTo>
                    <a:pt x="5050534" y="4245241"/>
                  </a:lnTo>
                  <a:lnTo>
                    <a:pt x="5017794" y="4276114"/>
                  </a:lnTo>
                  <a:lnTo>
                    <a:pt x="4983276" y="4305030"/>
                  </a:lnTo>
                  <a:lnTo>
                    <a:pt x="4947069" y="4331901"/>
                  </a:lnTo>
                  <a:lnTo>
                    <a:pt x="4909262" y="4356636"/>
                  </a:lnTo>
                  <a:lnTo>
                    <a:pt x="4869944" y="4379146"/>
                  </a:lnTo>
                  <a:lnTo>
                    <a:pt x="4829205" y="4399343"/>
                  </a:lnTo>
                  <a:lnTo>
                    <a:pt x="4787133" y="4417136"/>
                  </a:lnTo>
                  <a:lnTo>
                    <a:pt x="4743819" y="4432437"/>
                  </a:lnTo>
                  <a:lnTo>
                    <a:pt x="4699351" y="4445157"/>
                  </a:lnTo>
                  <a:lnTo>
                    <a:pt x="4653818" y="4455205"/>
                  </a:lnTo>
                  <a:lnTo>
                    <a:pt x="4607311" y="4462492"/>
                  </a:lnTo>
                  <a:lnTo>
                    <a:pt x="4559917" y="4466930"/>
                  </a:lnTo>
                  <a:lnTo>
                    <a:pt x="4549948" y="4467227"/>
                  </a:lnTo>
                </a:path>
              </a:pathLst>
            </a:custGeom>
            <a:ln w="57150">
              <a:solidFill>
                <a:srgbClr val="BA9977"/>
              </a:solidFill>
            </a:ln>
          </p:spPr>
          <p:txBody>
            <a:bodyPr wrap="square" lIns="0" tIns="0" rIns="0" bIns="0" rtlCol="0"/>
            <a:lstStyle/>
            <a:p>
              <a:endParaRPr/>
            </a:p>
          </p:txBody>
        </p:sp>
      </p:grpSp>
      <p:sp>
        <p:nvSpPr>
          <p:cNvPr id="12" name="object 12"/>
          <p:cNvSpPr txBox="1">
            <a:spLocks noGrp="1"/>
          </p:cNvSpPr>
          <p:nvPr>
            <p:ph type="title"/>
          </p:nvPr>
        </p:nvSpPr>
        <p:spPr>
          <a:xfrm>
            <a:off x="3336093" y="292901"/>
            <a:ext cx="12385040" cy="1674817"/>
          </a:xfrm>
          <a:prstGeom prst="rect">
            <a:avLst/>
          </a:prstGeom>
        </p:spPr>
        <p:txBody>
          <a:bodyPr vert="horz" wrap="square" lIns="0" tIns="12700" rIns="0" bIns="0" rtlCol="0">
            <a:spAutoFit/>
          </a:bodyPr>
          <a:lstStyle/>
          <a:p>
            <a:pPr marL="3247390" marR="5080" indent="-1891664">
              <a:lnSpc>
                <a:spcPct val="115900"/>
              </a:lnSpc>
              <a:spcBef>
                <a:spcPts val="100"/>
              </a:spcBef>
            </a:pPr>
            <a:r>
              <a:rPr sz="4800" spc="665" dirty="0"/>
              <a:t>Q</a:t>
            </a:r>
            <a:r>
              <a:rPr lang="en-US" sz="4800" spc="665" dirty="0"/>
              <a:t>22</a:t>
            </a:r>
            <a:r>
              <a:rPr sz="4800" spc="125" dirty="0"/>
              <a:t> </a:t>
            </a:r>
            <a:r>
              <a:rPr sz="4800" spc="795" dirty="0"/>
              <a:t>-</a:t>
            </a:r>
            <a:r>
              <a:rPr lang="en-US" sz="4800" spc="795" dirty="0"/>
              <a:t>Which pizzas sell the least?</a:t>
            </a:r>
            <a:endParaRPr sz="4800" dirty="0"/>
          </a:p>
        </p:txBody>
      </p:sp>
      <p:sp>
        <p:nvSpPr>
          <p:cNvPr id="13" name="object 13"/>
          <p:cNvSpPr txBox="1"/>
          <p:nvPr/>
        </p:nvSpPr>
        <p:spPr>
          <a:xfrm>
            <a:off x="1595119" y="7037571"/>
            <a:ext cx="9065895" cy="2144177"/>
          </a:xfrm>
          <a:prstGeom prst="rect">
            <a:avLst/>
          </a:prstGeom>
        </p:spPr>
        <p:txBody>
          <a:bodyPr vert="horz" wrap="square" lIns="0" tIns="91440" rIns="0" bIns="0" rtlCol="0">
            <a:spAutoFit/>
          </a:bodyPr>
          <a:lstStyle/>
          <a:p>
            <a:pPr marL="12700">
              <a:lnSpc>
                <a:spcPct val="100000"/>
              </a:lnSpc>
              <a:spcBef>
                <a:spcPts val="720"/>
              </a:spcBef>
            </a:pPr>
            <a:r>
              <a:rPr sz="3150" spc="-110" dirty="0">
                <a:solidFill>
                  <a:srgbClr val="672912"/>
                </a:solidFill>
                <a:latin typeface="Verdana"/>
                <a:cs typeface="Verdana"/>
              </a:rPr>
              <a:t>Insight</a:t>
            </a:r>
            <a:r>
              <a:rPr sz="3150" spc="-300" dirty="0">
                <a:solidFill>
                  <a:srgbClr val="672912"/>
                </a:solidFill>
                <a:latin typeface="Verdana"/>
                <a:cs typeface="Verdana"/>
              </a:rPr>
              <a:t> </a:t>
            </a:r>
            <a:r>
              <a:rPr sz="3150" spc="-650" dirty="0">
                <a:solidFill>
                  <a:srgbClr val="672912"/>
                </a:solidFill>
                <a:latin typeface="Verdana"/>
                <a:cs typeface="Verdana"/>
              </a:rPr>
              <a:t>:</a:t>
            </a:r>
            <a:endParaRPr lang="en-US" sz="3150" spc="-650" dirty="0">
              <a:solidFill>
                <a:srgbClr val="672912"/>
              </a:solidFill>
              <a:latin typeface="Verdana"/>
              <a:cs typeface="Verdana"/>
            </a:endParaRPr>
          </a:p>
          <a:p>
            <a:pPr marL="12700">
              <a:lnSpc>
                <a:spcPct val="100000"/>
              </a:lnSpc>
              <a:spcBef>
                <a:spcPts val="720"/>
              </a:spcBef>
            </a:pPr>
            <a:r>
              <a:rPr lang="en-US" sz="3200" dirty="0">
                <a:solidFill>
                  <a:schemeClr val="accent2">
                    <a:lumMod val="50000"/>
                  </a:schemeClr>
                </a:solidFill>
              </a:rPr>
              <a:t>These pizzas have the lowest sales volume, indicating limited customer demand and low popularity.</a:t>
            </a:r>
            <a:endParaRPr lang="en-US" sz="3150" spc="-650" dirty="0">
              <a:solidFill>
                <a:schemeClr val="accent2">
                  <a:lumMod val="50000"/>
                </a:schemeClr>
              </a:solidFill>
              <a:latin typeface="Verdana"/>
              <a:cs typeface="Verdana"/>
            </a:endParaRPr>
          </a:p>
        </p:txBody>
      </p:sp>
      <p:sp>
        <p:nvSpPr>
          <p:cNvPr id="14" name="object 14"/>
          <p:cNvSpPr/>
          <p:nvPr/>
        </p:nvSpPr>
        <p:spPr>
          <a:xfrm>
            <a:off x="1308100" y="6702462"/>
            <a:ext cx="9639935" cy="2768409"/>
          </a:xfrm>
          <a:custGeom>
            <a:avLst/>
            <a:gdLst/>
            <a:ahLst/>
            <a:cxnLst/>
            <a:rect l="l" t="t" r="r" b="b"/>
            <a:pathLst>
              <a:path w="9639935" h="3167379">
                <a:moveTo>
                  <a:pt x="9639334" y="2410083"/>
                </a:moveTo>
                <a:lnTo>
                  <a:pt x="9637957" y="2453258"/>
                </a:lnTo>
                <a:lnTo>
                  <a:pt x="9633521" y="2500649"/>
                </a:lnTo>
                <a:lnTo>
                  <a:pt x="9626235" y="2547154"/>
                </a:lnTo>
                <a:lnTo>
                  <a:pt x="9616189" y="2592685"/>
                </a:lnTo>
                <a:lnTo>
                  <a:pt x="9603472" y="2637151"/>
                </a:lnTo>
                <a:lnTo>
                  <a:pt x="9588173" y="2680465"/>
                </a:lnTo>
                <a:lnTo>
                  <a:pt x="9570381" y="2722536"/>
                </a:lnTo>
                <a:lnTo>
                  <a:pt x="9550186" y="2763275"/>
                </a:lnTo>
                <a:lnTo>
                  <a:pt x="9527677" y="2802593"/>
                </a:lnTo>
                <a:lnTo>
                  <a:pt x="9502943" y="2840401"/>
                </a:lnTo>
                <a:lnTo>
                  <a:pt x="9476073" y="2876609"/>
                </a:lnTo>
                <a:lnTo>
                  <a:pt x="9447157" y="2911129"/>
                </a:lnTo>
                <a:lnTo>
                  <a:pt x="9416284" y="2943870"/>
                </a:lnTo>
                <a:lnTo>
                  <a:pt x="9383543" y="2974743"/>
                </a:lnTo>
                <a:lnTo>
                  <a:pt x="9349023" y="3003660"/>
                </a:lnTo>
                <a:lnTo>
                  <a:pt x="9312814" y="3030530"/>
                </a:lnTo>
                <a:lnTo>
                  <a:pt x="9275004" y="3055265"/>
                </a:lnTo>
                <a:lnTo>
                  <a:pt x="9235685" y="3077775"/>
                </a:lnTo>
                <a:lnTo>
                  <a:pt x="9194944" y="3097971"/>
                </a:lnTo>
                <a:lnTo>
                  <a:pt x="9152870" y="3115764"/>
                </a:lnTo>
                <a:lnTo>
                  <a:pt x="9109555" y="3131064"/>
                </a:lnTo>
                <a:lnTo>
                  <a:pt x="9065086" y="3143782"/>
                </a:lnTo>
                <a:lnTo>
                  <a:pt x="9019552" y="3153830"/>
                </a:lnTo>
                <a:lnTo>
                  <a:pt x="8973045" y="3161117"/>
                </a:lnTo>
                <a:lnTo>
                  <a:pt x="8925651" y="3165555"/>
                </a:lnTo>
                <a:lnTo>
                  <a:pt x="8877462" y="3167054"/>
                </a:lnTo>
                <a:lnTo>
                  <a:pt x="761988" y="3167054"/>
                </a:lnTo>
                <a:lnTo>
                  <a:pt x="713799" y="3165555"/>
                </a:lnTo>
                <a:lnTo>
                  <a:pt x="666406" y="3161118"/>
                </a:lnTo>
                <a:lnTo>
                  <a:pt x="619898" y="3153831"/>
                </a:lnTo>
                <a:lnTo>
                  <a:pt x="574366" y="3143784"/>
                </a:lnTo>
                <a:lnTo>
                  <a:pt x="529898" y="3131066"/>
                </a:lnTo>
                <a:lnTo>
                  <a:pt x="486583" y="3115766"/>
                </a:lnTo>
                <a:lnTo>
                  <a:pt x="444511" y="3097975"/>
                </a:lnTo>
                <a:lnTo>
                  <a:pt x="403771" y="3077779"/>
                </a:lnTo>
                <a:lnTo>
                  <a:pt x="364453" y="3055270"/>
                </a:lnTo>
                <a:lnTo>
                  <a:pt x="326644" y="3030536"/>
                </a:lnTo>
                <a:lnTo>
                  <a:pt x="290436" y="3003667"/>
                </a:lnTo>
                <a:lnTo>
                  <a:pt x="255917" y="2974752"/>
                </a:lnTo>
                <a:lnTo>
                  <a:pt x="223176" y="2943879"/>
                </a:lnTo>
                <a:lnTo>
                  <a:pt x="192303" y="2911139"/>
                </a:lnTo>
                <a:lnTo>
                  <a:pt x="163387" y="2876620"/>
                </a:lnTo>
                <a:lnTo>
                  <a:pt x="136517" y="2840413"/>
                </a:lnTo>
                <a:lnTo>
                  <a:pt x="111783" y="2802605"/>
                </a:lnTo>
                <a:lnTo>
                  <a:pt x="89273" y="2763287"/>
                </a:lnTo>
                <a:lnTo>
                  <a:pt x="69078" y="2722547"/>
                </a:lnTo>
                <a:lnTo>
                  <a:pt x="51286" y="2680475"/>
                </a:lnTo>
                <a:lnTo>
                  <a:pt x="35986" y="2637161"/>
                </a:lnTo>
                <a:lnTo>
                  <a:pt x="23268" y="2592693"/>
                </a:lnTo>
                <a:lnTo>
                  <a:pt x="13222" y="2547161"/>
                </a:lnTo>
                <a:lnTo>
                  <a:pt x="5935" y="2500654"/>
                </a:lnTo>
                <a:lnTo>
                  <a:pt x="1498" y="2453261"/>
                </a:lnTo>
                <a:lnTo>
                  <a:pt x="0" y="2405072"/>
                </a:lnTo>
                <a:lnTo>
                  <a:pt x="0" y="761988"/>
                </a:lnTo>
                <a:lnTo>
                  <a:pt x="1500" y="713799"/>
                </a:lnTo>
                <a:lnTo>
                  <a:pt x="5938" y="666406"/>
                </a:lnTo>
                <a:lnTo>
                  <a:pt x="13226" y="619899"/>
                </a:lnTo>
                <a:lnTo>
                  <a:pt x="23274" y="574368"/>
                </a:lnTo>
                <a:lnTo>
                  <a:pt x="35993" y="529900"/>
                </a:lnTo>
                <a:lnTo>
                  <a:pt x="51293" y="486586"/>
                </a:lnTo>
                <a:lnTo>
                  <a:pt x="69086" y="444515"/>
                </a:lnTo>
                <a:lnTo>
                  <a:pt x="89282" y="403775"/>
                </a:lnTo>
                <a:lnTo>
                  <a:pt x="111791" y="364457"/>
                </a:lnTo>
                <a:lnTo>
                  <a:pt x="136525" y="326650"/>
                </a:lnTo>
                <a:lnTo>
                  <a:pt x="163395" y="290442"/>
                </a:lnTo>
                <a:lnTo>
                  <a:pt x="192311" y="255924"/>
                </a:lnTo>
                <a:lnTo>
                  <a:pt x="223183" y="223183"/>
                </a:lnTo>
                <a:lnTo>
                  <a:pt x="255923" y="192310"/>
                </a:lnTo>
                <a:lnTo>
                  <a:pt x="290441" y="163394"/>
                </a:lnTo>
                <a:lnTo>
                  <a:pt x="326649" y="136524"/>
                </a:lnTo>
                <a:lnTo>
                  <a:pt x="364456" y="111790"/>
                </a:lnTo>
                <a:lnTo>
                  <a:pt x="403774" y="89280"/>
                </a:lnTo>
                <a:lnTo>
                  <a:pt x="444513" y="69084"/>
                </a:lnTo>
                <a:lnTo>
                  <a:pt x="486585" y="51291"/>
                </a:lnTo>
                <a:lnTo>
                  <a:pt x="529899" y="35990"/>
                </a:lnTo>
                <a:lnTo>
                  <a:pt x="574367" y="23272"/>
                </a:lnTo>
                <a:lnTo>
                  <a:pt x="619899" y="13224"/>
                </a:lnTo>
                <a:lnTo>
                  <a:pt x="666406" y="5937"/>
                </a:lnTo>
                <a:lnTo>
                  <a:pt x="713799" y="1499"/>
                </a:lnTo>
                <a:lnTo>
                  <a:pt x="761988" y="0"/>
                </a:lnTo>
                <a:lnTo>
                  <a:pt x="8877462" y="0"/>
                </a:lnTo>
                <a:lnTo>
                  <a:pt x="8925651" y="1499"/>
                </a:lnTo>
                <a:lnTo>
                  <a:pt x="8973044" y="5938"/>
                </a:lnTo>
                <a:lnTo>
                  <a:pt x="9019552" y="13226"/>
                </a:lnTo>
                <a:lnTo>
                  <a:pt x="9065085" y="23274"/>
                </a:lnTo>
                <a:lnTo>
                  <a:pt x="9109553" y="35993"/>
                </a:lnTo>
                <a:lnTo>
                  <a:pt x="9152869" y="51294"/>
                </a:lnTo>
                <a:lnTo>
                  <a:pt x="9194941" y="69088"/>
                </a:lnTo>
                <a:lnTo>
                  <a:pt x="9235681" y="89285"/>
                </a:lnTo>
                <a:lnTo>
                  <a:pt x="9275000" y="111796"/>
                </a:lnTo>
                <a:lnTo>
                  <a:pt x="9312808" y="136531"/>
                </a:lnTo>
                <a:lnTo>
                  <a:pt x="9349017" y="163402"/>
                </a:lnTo>
                <a:lnTo>
                  <a:pt x="9383536" y="192319"/>
                </a:lnTo>
                <a:lnTo>
                  <a:pt x="9416276" y="223193"/>
                </a:lnTo>
                <a:lnTo>
                  <a:pt x="9447149" y="255934"/>
                </a:lnTo>
                <a:lnTo>
                  <a:pt x="9476064" y="290453"/>
                </a:lnTo>
                <a:lnTo>
                  <a:pt x="9502934" y="326661"/>
                </a:lnTo>
                <a:lnTo>
                  <a:pt x="9527667" y="364469"/>
                </a:lnTo>
                <a:lnTo>
                  <a:pt x="9550177" y="403786"/>
                </a:lnTo>
                <a:lnTo>
                  <a:pt x="9570372" y="444525"/>
                </a:lnTo>
                <a:lnTo>
                  <a:pt x="9588164" y="486595"/>
                </a:lnTo>
                <a:lnTo>
                  <a:pt x="9603464" y="529908"/>
                </a:lnTo>
                <a:lnTo>
                  <a:pt x="9616182" y="574374"/>
                </a:lnTo>
                <a:lnTo>
                  <a:pt x="9626230" y="619904"/>
                </a:lnTo>
                <a:lnTo>
                  <a:pt x="9633517" y="666409"/>
                </a:lnTo>
                <a:lnTo>
                  <a:pt x="9637956" y="713800"/>
                </a:lnTo>
                <a:lnTo>
                  <a:pt x="9639331" y="757002"/>
                </a:lnTo>
              </a:path>
            </a:pathLst>
          </a:custGeom>
          <a:ln w="57150">
            <a:solidFill>
              <a:srgbClr val="BA9977"/>
            </a:solidFill>
          </a:ln>
        </p:spPr>
        <p:txBody>
          <a:bodyPr wrap="square" lIns="0" tIns="0" rIns="0" bIns="0" rtlCol="0"/>
          <a:lstStyle/>
          <a:p>
            <a:endParaRPr/>
          </a:p>
        </p:txBody>
      </p:sp>
      <p:pic>
        <p:nvPicPr>
          <p:cNvPr id="9" name="Picture 8">
            <a:extLst>
              <a:ext uri="{FF2B5EF4-FFF2-40B4-BE49-F238E27FC236}">
                <a16:creationId xmlns:a16="http://schemas.microsoft.com/office/drawing/2014/main" id="{2507A401-992E-4A68-945F-939C2CA19E9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5796" y="2857500"/>
            <a:ext cx="11122404" cy="2748770"/>
          </a:xfrm>
          <a:prstGeom prst="rect">
            <a:avLst/>
          </a:prstGeom>
        </p:spPr>
      </p:pic>
      <p:pic>
        <p:nvPicPr>
          <p:cNvPr id="17" name="Picture 16">
            <a:extLst>
              <a:ext uri="{FF2B5EF4-FFF2-40B4-BE49-F238E27FC236}">
                <a16:creationId xmlns:a16="http://schemas.microsoft.com/office/drawing/2014/main" id="{2DEF95F8-4838-478E-9D94-53DEDCE9197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223411" y="6043613"/>
            <a:ext cx="5454989" cy="3587007"/>
          </a:xfrm>
          <a:prstGeom prst="rect">
            <a:avLst/>
          </a:prstGeom>
        </p:spPr>
      </p:pic>
    </p:spTree>
    <p:extLst>
      <p:ext uri="{BB962C8B-B14F-4D97-AF65-F5344CB8AC3E}">
        <p14:creationId xmlns:p14="http://schemas.microsoft.com/office/powerpoint/2010/main" val="2473631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7271654"/>
            <a:ext cx="2616200" cy="3015329"/>
          </a:xfrm>
          <a:prstGeom prst="rect">
            <a:avLst/>
          </a:prstGeom>
        </p:spPr>
      </p:pic>
      <p:pic>
        <p:nvPicPr>
          <p:cNvPr id="3" name="object 3"/>
          <p:cNvPicPr/>
          <p:nvPr/>
        </p:nvPicPr>
        <p:blipFill>
          <a:blip r:embed="rId3" cstate="print"/>
          <a:stretch>
            <a:fillRect/>
          </a:stretch>
        </p:blipFill>
        <p:spPr>
          <a:xfrm>
            <a:off x="0" y="0"/>
            <a:ext cx="2258424" cy="2748770"/>
          </a:xfrm>
          <a:prstGeom prst="rect">
            <a:avLst/>
          </a:prstGeom>
        </p:spPr>
      </p:pic>
      <p:pic>
        <p:nvPicPr>
          <p:cNvPr id="4" name="object 4"/>
          <p:cNvPicPr/>
          <p:nvPr/>
        </p:nvPicPr>
        <p:blipFill>
          <a:blip r:embed="rId4" cstate="print"/>
          <a:stretch>
            <a:fillRect/>
          </a:stretch>
        </p:blipFill>
        <p:spPr>
          <a:xfrm>
            <a:off x="16362536" y="8109660"/>
            <a:ext cx="1925463" cy="2171700"/>
          </a:xfrm>
          <a:prstGeom prst="rect">
            <a:avLst/>
          </a:prstGeom>
        </p:spPr>
      </p:pic>
      <p:pic>
        <p:nvPicPr>
          <p:cNvPr id="5" name="object 5"/>
          <p:cNvPicPr/>
          <p:nvPr/>
        </p:nvPicPr>
        <p:blipFill>
          <a:blip r:embed="rId5" cstate="print"/>
          <a:stretch>
            <a:fillRect/>
          </a:stretch>
        </p:blipFill>
        <p:spPr>
          <a:xfrm>
            <a:off x="15537136" y="-12079"/>
            <a:ext cx="2750810" cy="2226226"/>
          </a:xfrm>
          <a:prstGeom prst="rect">
            <a:avLst/>
          </a:prstGeom>
        </p:spPr>
      </p:pic>
      <p:sp>
        <p:nvSpPr>
          <p:cNvPr id="6" name="object 6"/>
          <p:cNvSpPr/>
          <p:nvPr/>
        </p:nvSpPr>
        <p:spPr>
          <a:xfrm>
            <a:off x="4096661" y="439679"/>
            <a:ext cx="10765155" cy="1739900"/>
          </a:xfrm>
          <a:custGeom>
            <a:avLst/>
            <a:gdLst/>
            <a:ahLst/>
            <a:cxnLst/>
            <a:rect l="l" t="t" r="r" b="b"/>
            <a:pathLst>
              <a:path w="10765155" h="1739900">
                <a:moveTo>
                  <a:pt x="10567021" y="1739800"/>
                </a:moveTo>
                <a:lnTo>
                  <a:pt x="200025" y="1739800"/>
                </a:lnTo>
                <a:lnTo>
                  <a:pt x="154161" y="1734518"/>
                </a:lnTo>
                <a:lnTo>
                  <a:pt x="112059" y="1719470"/>
                </a:lnTo>
                <a:lnTo>
                  <a:pt x="74919" y="1695857"/>
                </a:lnTo>
                <a:lnTo>
                  <a:pt x="43943" y="1664881"/>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5" y="0"/>
                </a:lnTo>
                <a:lnTo>
                  <a:pt x="10567021" y="0"/>
                </a:lnTo>
                <a:lnTo>
                  <a:pt x="10612881" y="5282"/>
                </a:lnTo>
                <a:lnTo>
                  <a:pt x="10654979" y="20330"/>
                </a:lnTo>
                <a:lnTo>
                  <a:pt x="10692116" y="43943"/>
                </a:lnTo>
                <a:lnTo>
                  <a:pt x="10723090" y="74919"/>
                </a:lnTo>
                <a:lnTo>
                  <a:pt x="10746701" y="112059"/>
                </a:lnTo>
                <a:lnTo>
                  <a:pt x="10761749" y="154161"/>
                </a:lnTo>
                <a:lnTo>
                  <a:pt x="10765014" y="182514"/>
                </a:lnTo>
                <a:lnTo>
                  <a:pt x="10765014" y="1557286"/>
                </a:lnTo>
                <a:lnTo>
                  <a:pt x="10746701" y="1627741"/>
                </a:lnTo>
                <a:lnTo>
                  <a:pt x="10723090" y="1664881"/>
                </a:lnTo>
                <a:lnTo>
                  <a:pt x="10692116" y="1695857"/>
                </a:lnTo>
                <a:lnTo>
                  <a:pt x="10654979" y="1719470"/>
                </a:lnTo>
                <a:lnTo>
                  <a:pt x="10612881" y="1734518"/>
                </a:lnTo>
                <a:lnTo>
                  <a:pt x="10567021" y="1739800"/>
                </a:lnTo>
                <a:close/>
              </a:path>
            </a:pathLst>
          </a:custGeom>
          <a:solidFill>
            <a:srgbClr val="DABD9D">
              <a:alpha val="78999"/>
            </a:srgbClr>
          </a:solidFill>
        </p:spPr>
        <p:txBody>
          <a:bodyPr wrap="square" lIns="0" tIns="0" rIns="0" bIns="0" rtlCol="0"/>
          <a:lstStyle/>
          <a:p>
            <a:endParaRPr/>
          </a:p>
        </p:txBody>
      </p:sp>
      <p:grpSp>
        <p:nvGrpSpPr>
          <p:cNvPr id="8" name="object 8"/>
          <p:cNvGrpSpPr/>
          <p:nvPr/>
        </p:nvGrpSpPr>
        <p:grpSpPr>
          <a:xfrm>
            <a:off x="751002" y="2544610"/>
            <a:ext cx="17155997" cy="7449488"/>
            <a:chOff x="751002" y="2544610"/>
            <a:chExt cx="17155997" cy="7449488"/>
          </a:xfrm>
        </p:grpSpPr>
        <p:sp>
          <p:nvSpPr>
            <p:cNvPr id="10" name="object 10"/>
            <p:cNvSpPr/>
            <p:nvPr/>
          </p:nvSpPr>
          <p:spPr>
            <a:xfrm>
              <a:off x="751002" y="2544610"/>
              <a:ext cx="11856720" cy="3341740"/>
            </a:xfrm>
            <a:custGeom>
              <a:avLst/>
              <a:gdLst/>
              <a:ahLst/>
              <a:cxnLst/>
              <a:rect l="l" t="t" r="r" b="b"/>
              <a:pathLst>
                <a:path w="11856720" h="2599054">
                  <a:moveTo>
                    <a:pt x="761984" y="0"/>
                  </a:moveTo>
                  <a:lnTo>
                    <a:pt x="11094625" y="0"/>
                  </a:lnTo>
                  <a:lnTo>
                    <a:pt x="11142812" y="1496"/>
                  </a:lnTo>
                  <a:lnTo>
                    <a:pt x="11190204" y="5932"/>
                  </a:lnTo>
                  <a:lnTo>
                    <a:pt x="11236711" y="13217"/>
                  </a:lnTo>
                  <a:lnTo>
                    <a:pt x="11282243" y="23262"/>
                  </a:lnTo>
                  <a:lnTo>
                    <a:pt x="11326711" y="35979"/>
                  </a:lnTo>
                  <a:lnTo>
                    <a:pt x="11370027" y="51278"/>
                  </a:lnTo>
                  <a:lnTo>
                    <a:pt x="11412100" y="69070"/>
                  </a:lnTo>
                  <a:lnTo>
                    <a:pt x="11452841" y="89265"/>
                  </a:lnTo>
                  <a:lnTo>
                    <a:pt x="11492161" y="111774"/>
                  </a:lnTo>
                  <a:lnTo>
                    <a:pt x="11529970" y="136509"/>
                  </a:lnTo>
                  <a:lnTo>
                    <a:pt x="11566179" y="163379"/>
                  </a:lnTo>
                  <a:lnTo>
                    <a:pt x="11600700" y="192295"/>
                  </a:lnTo>
                  <a:lnTo>
                    <a:pt x="11633441" y="223169"/>
                  </a:lnTo>
                  <a:lnTo>
                    <a:pt x="11664315" y="255911"/>
                  </a:lnTo>
                  <a:lnTo>
                    <a:pt x="11693232" y="290431"/>
                  </a:lnTo>
                  <a:lnTo>
                    <a:pt x="11720102" y="326640"/>
                  </a:lnTo>
                  <a:lnTo>
                    <a:pt x="11744837" y="364449"/>
                  </a:lnTo>
                  <a:lnTo>
                    <a:pt x="11767347" y="403768"/>
                  </a:lnTo>
                  <a:lnTo>
                    <a:pt x="11787542" y="444508"/>
                  </a:lnTo>
                  <a:lnTo>
                    <a:pt x="11805334" y="486581"/>
                  </a:lnTo>
                  <a:lnTo>
                    <a:pt x="11820634" y="529895"/>
                  </a:lnTo>
                  <a:lnTo>
                    <a:pt x="11833352" y="574364"/>
                  </a:lnTo>
                  <a:lnTo>
                    <a:pt x="11843399" y="619896"/>
                  </a:lnTo>
                  <a:lnTo>
                    <a:pt x="11850686" y="666403"/>
                  </a:lnTo>
                  <a:lnTo>
                    <a:pt x="11855123" y="713795"/>
                  </a:lnTo>
                  <a:lnTo>
                    <a:pt x="11856622" y="761984"/>
                  </a:lnTo>
                  <a:lnTo>
                    <a:pt x="11856622" y="1836848"/>
                  </a:lnTo>
                  <a:lnTo>
                    <a:pt x="11855124" y="1885037"/>
                  </a:lnTo>
                  <a:lnTo>
                    <a:pt x="11850687" y="1932430"/>
                  </a:lnTo>
                  <a:lnTo>
                    <a:pt x="11843401" y="1978938"/>
                  </a:lnTo>
                  <a:lnTo>
                    <a:pt x="11833354" y="2024470"/>
                  </a:lnTo>
                  <a:lnTo>
                    <a:pt x="11820637" y="2068939"/>
                  </a:lnTo>
                  <a:lnTo>
                    <a:pt x="11805337" y="2112255"/>
                  </a:lnTo>
                  <a:lnTo>
                    <a:pt x="11787545" y="2154327"/>
                  </a:lnTo>
                  <a:lnTo>
                    <a:pt x="11767349" y="2195068"/>
                  </a:lnTo>
                  <a:lnTo>
                    <a:pt x="11744839" y="2234388"/>
                  </a:lnTo>
                  <a:lnTo>
                    <a:pt x="11720104" y="2272197"/>
                  </a:lnTo>
                  <a:lnTo>
                    <a:pt x="11693233" y="2308406"/>
                  </a:lnTo>
                  <a:lnTo>
                    <a:pt x="11664315" y="2342926"/>
                  </a:lnTo>
                  <a:lnTo>
                    <a:pt x="11633441" y="2375667"/>
                  </a:lnTo>
                  <a:lnTo>
                    <a:pt x="11600698" y="2406540"/>
                  </a:lnTo>
                  <a:lnTo>
                    <a:pt x="11566177" y="2435456"/>
                  </a:lnTo>
                  <a:lnTo>
                    <a:pt x="11529967" y="2462326"/>
                  </a:lnTo>
                  <a:lnTo>
                    <a:pt x="11492157" y="2487059"/>
                  </a:lnTo>
                  <a:lnTo>
                    <a:pt x="11452837" y="2509567"/>
                  </a:lnTo>
                  <a:lnTo>
                    <a:pt x="11412096" y="2529761"/>
                  </a:lnTo>
                  <a:lnTo>
                    <a:pt x="11370023" y="2547552"/>
                  </a:lnTo>
                  <a:lnTo>
                    <a:pt x="11326708" y="2562849"/>
                  </a:lnTo>
                  <a:lnTo>
                    <a:pt x="11282240" y="2575565"/>
                  </a:lnTo>
                  <a:lnTo>
                    <a:pt x="11236708" y="2585610"/>
                  </a:lnTo>
                  <a:lnTo>
                    <a:pt x="11190202" y="2592894"/>
                  </a:lnTo>
                  <a:lnTo>
                    <a:pt x="11142812" y="2597330"/>
                  </a:lnTo>
                  <a:lnTo>
                    <a:pt x="11094625" y="2598828"/>
                  </a:lnTo>
                  <a:lnTo>
                    <a:pt x="761985" y="2598828"/>
                  </a:lnTo>
                  <a:lnTo>
                    <a:pt x="713796" y="2597329"/>
                  </a:lnTo>
                  <a:lnTo>
                    <a:pt x="666404" y="2592892"/>
                  </a:lnTo>
                  <a:lnTo>
                    <a:pt x="619898" y="2585605"/>
                  </a:lnTo>
                  <a:lnTo>
                    <a:pt x="574366" y="2575558"/>
                  </a:lnTo>
                  <a:lnTo>
                    <a:pt x="529899" y="2562840"/>
                  </a:lnTo>
                  <a:lnTo>
                    <a:pt x="486585" y="2547541"/>
                  </a:lnTo>
                  <a:lnTo>
                    <a:pt x="444513" y="2529750"/>
                  </a:lnTo>
                  <a:lnTo>
                    <a:pt x="403774" y="2509555"/>
                  </a:lnTo>
                  <a:lnTo>
                    <a:pt x="364456" y="2487046"/>
                  </a:lnTo>
                  <a:lnTo>
                    <a:pt x="326648" y="2462313"/>
                  </a:lnTo>
                  <a:lnTo>
                    <a:pt x="290439" y="2435444"/>
                  </a:lnTo>
                  <a:lnTo>
                    <a:pt x="255920" y="2406529"/>
                  </a:lnTo>
                  <a:lnTo>
                    <a:pt x="223179" y="2375656"/>
                  </a:lnTo>
                  <a:lnTo>
                    <a:pt x="192306" y="2342916"/>
                  </a:lnTo>
                  <a:lnTo>
                    <a:pt x="163390" y="2308398"/>
                  </a:lnTo>
                  <a:lnTo>
                    <a:pt x="136520" y="2272190"/>
                  </a:lnTo>
                  <a:lnTo>
                    <a:pt x="111785" y="2234383"/>
                  </a:lnTo>
                  <a:lnTo>
                    <a:pt x="89275" y="2195064"/>
                  </a:lnTo>
                  <a:lnTo>
                    <a:pt x="69080" y="2154324"/>
                  </a:lnTo>
                  <a:lnTo>
                    <a:pt x="51287" y="2112253"/>
                  </a:lnTo>
                  <a:lnTo>
                    <a:pt x="35987" y="2068938"/>
                  </a:lnTo>
                  <a:lnTo>
                    <a:pt x="23269" y="2024470"/>
                  </a:lnTo>
                  <a:lnTo>
                    <a:pt x="13222" y="1978938"/>
                  </a:lnTo>
                  <a:lnTo>
                    <a:pt x="5936" y="1932430"/>
                  </a:lnTo>
                  <a:lnTo>
                    <a:pt x="1498" y="1885037"/>
                  </a:lnTo>
                  <a:lnTo>
                    <a:pt x="0" y="1836848"/>
                  </a:lnTo>
                  <a:lnTo>
                    <a:pt x="0" y="761984"/>
                  </a:lnTo>
                  <a:lnTo>
                    <a:pt x="1498" y="713795"/>
                  </a:lnTo>
                  <a:lnTo>
                    <a:pt x="5936" y="666403"/>
                  </a:lnTo>
                  <a:lnTo>
                    <a:pt x="13223" y="619896"/>
                  </a:lnTo>
                  <a:lnTo>
                    <a:pt x="23271" y="574364"/>
                  </a:lnTo>
                  <a:lnTo>
                    <a:pt x="35989" y="529896"/>
                  </a:lnTo>
                  <a:lnTo>
                    <a:pt x="51290" y="486582"/>
                  </a:lnTo>
                  <a:lnTo>
                    <a:pt x="69082" y="444511"/>
                  </a:lnTo>
                  <a:lnTo>
                    <a:pt x="89278" y="403771"/>
                  </a:lnTo>
                  <a:lnTo>
                    <a:pt x="111788" y="364453"/>
                  </a:lnTo>
                  <a:lnTo>
                    <a:pt x="136522" y="326646"/>
                  </a:lnTo>
                  <a:lnTo>
                    <a:pt x="163392" y="290439"/>
                  </a:lnTo>
                  <a:lnTo>
                    <a:pt x="192307" y="255920"/>
                  </a:lnTo>
                  <a:lnTo>
                    <a:pt x="223180" y="223180"/>
                  </a:lnTo>
                  <a:lnTo>
                    <a:pt x="255920" y="192307"/>
                  </a:lnTo>
                  <a:lnTo>
                    <a:pt x="290439" y="163392"/>
                  </a:lnTo>
                  <a:lnTo>
                    <a:pt x="326646" y="136522"/>
                  </a:lnTo>
                  <a:lnTo>
                    <a:pt x="364454" y="111788"/>
                  </a:lnTo>
                  <a:lnTo>
                    <a:pt x="403772" y="89278"/>
                  </a:lnTo>
                  <a:lnTo>
                    <a:pt x="444511" y="69083"/>
                  </a:lnTo>
                  <a:lnTo>
                    <a:pt x="486582" y="51290"/>
                  </a:lnTo>
                  <a:lnTo>
                    <a:pt x="529896" y="35990"/>
                  </a:lnTo>
                  <a:lnTo>
                    <a:pt x="574364" y="23271"/>
                  </a:lnTo>
                  <a:lnTo>
                    <a:pt x="619896" y="13224"/>
                  </a:lnTo>
                  <a:lnTo>
                    <a:pt x="666403" y="5936"/>
                  </a:lnTo>
                  <a:lnTo>
                    <a:pt x="713795" y="1499"/>
                  </a:lnTo>
                  <a:lnTo>
                    <a:pt x="761984" y="0"/>
                  </a:lnTo>
                </a:path>
              </a:pathLst>
            </a:custGeom>
            <a:ln w="57150">
              <a:solidFill>
                <a:srgbClr val="BA9977"/>
              </a:solidFill>
            </a:ln>
          </p:spPr>
          <p:txBody>
            <a:bodyPr wrap="square" lIns="0" tIns="0" rIns="0" bIns="0" rtlCol="0"/>
            <a:lstStyle/>
            <a:p>
              <a:endParaRPr/>
            </a:p>
          </p:txBody>
        </p:sp>
        <p:sp>
          <p:nvSpPr>
            <p:cNvPr id="11" name="object 11"/>
            <p:cNvSpPr/>
            <p:nvPr/>
          </p:nvSpPr>
          <p:spPr>
            <a:xfrm>
              <a:off x="11963400" y="5711989"/>
              <a:ext cx="5943599" cy="4282109"/>
            </a:xfrm>
            <a:custGeom>
              <a:avLst/>
              <a:gdLst/>
              <a:ahLst/>
              <a:cxnLst/>
              <a:rect l="l" t="t" r="r" b="b"/>
              <a:pathLst>
                <a:path w="5274309" h="4467859">
                  <a:moveTo>
                    <a:pt x="723789" y="4467238"/>
                  </a:moveTo>
                  <a:lnTo>
                    <a:pt x="666425" y="4462493"/>
                  </a:lnTo>
                  <a:lnTo>
                    <a:pt x="619918" y="4455206"/>
                  </a:lnTo>
                  <a:lnTo>
                    <a:pt x="574385" y="4445158"/>
                  </a:lnTo>
                  <a:lnTo>
                    <a:pt x="529917" y="4432440"/>
                  </a:lnTo>
                  <a:lnTo>
                    <a:pt x="486603" y="4417140"/>
                  </a:lnTo>
                  <a:lnTo>
                    <a:pt x="444531" y="4399347"/>
                  </a:lnTo>
                  <a:lnTo>
                    <a:pt x="403791" y="4379151"/>
                  </a:lnTo>
                  <a:lnTo>
                    <a:pt x="364473" y="4356641"/>
                  </a:lnTo>
                  <a:lnTo>
                    <a:pt x="326666" y="4331906"/>
                  </a:lnTo>
                  <a:lnTo>
                    <a:pt x="290458" y="4305036"/>
                  </a:lnTo>
                  <a:lnTo>
                    <a:pt x="255940" y="4276119"/>
                  </a:lnTo>
                  <a:lnTo>
                    <a:pt x="223200" y="4245246"/>
                  </a:lnTo>
                  <a:lnTo>
                    <a:pt x="192328" y="4212505"/>
                  </a:lnTo>
                  <a:lnTo>
                    <a:pt x="163412" y="4177986"/>
                  </a:lnTo>
                  <a:lnTo>
                    <a:pt x="136543" y="4141777"/>
                  </a:lnTo>
                  <a:lnTo>
                    <a:pt x="111810" y="4103969"/>
                  </a:lnTo>
                  <a:lnTo>
                    <a:pt x="89301" y="4064651"/>
                  </a:lnTo>
                  <a:lnTo>
                    <a:pt x="69106" y="4023911"/>
                  </a:lnTo>
                  <a:lnTo>
                    <a:pt x="51314" y="3981839"/>
                  </a:lnTo>
                  <a:lnTo>
                    <a:pt x="36015" y="3938524"/>
                  </a:lnTo>
                  <a:lnTo>
                    <a:pt x="23297" y="3894056"/>
                  </a:lnTo>
                  <a:lnTo>
                    <a:pt x="13251" y="3848524"/>
                  </a:lnTo>
                  <a:lnTo>
                    <a:pt x="5965" y="3802017"/>
                  </a:lnTo>
                  <a:lnTo>
                    <a:pt x="1528" y="3754624"/>
                  </a:lnTo>
                  <a:lnTo>
                    <a:pt x="0" y="3706435"/>
                  </a:lnTo>
                  <a:lnTo>
                    <a:pt x="0" y="761977"/>
                  </a:lnTo>
                  <a:lnTo>
                    <a:pt x="1531" y="713789"/>
                  </a:lnTo>
                  <a:lnTo>
                    <a:pt x="5970" y="666397"/>
                  </a:lnTo>
                  <a:lnTo>
                    <a:pt x="13257" y="619891"/>
                  </a:lnTo>
                  <a:lnTo>
                    <a:pt x="23305" y="574360"/>
                  </a:lnTo>
                  <a:lnTo>
                    <a:pt x="36024" y="529893"/>
                  </a:lnTo>
                  <a:lnTo>
                    <a:pt x="51323" y="486580"/>
                  </a:lnTo>
                  <a:lnTo>
                    <a:pt x="69116" y="444509"/>
                  </a:lnTo>
                  <a:lnTo>
                    <a:pt x="89311" y="403770"/>
                  </a:lnTo>
                  <a:lnTo>
                    <a:pt x="111820" y="364452"/>
                  </a:lnTo>
                  <a:lnTo>
                    <a:pt x="136553" y="326645"/>
                  </a:lnTo>
                  <a:lnTo>
                    <a:pt x="163422" y="290437"/>
                  </a:lnTo>
                  <a:lnTo>
                    <a:pt x="192337" y="255919"/>
                  </a:lnTo>
                  <a:lnTo>
                    <a:pt x="223209" y="223178"/>
                  </a:lnTo>
                  <a:lnTo>
                    <a:pt x="255948" y="192306"/>
                  </a:lnTo>
                  <a:lnTo>
                    <a:pt x="290466" y="163390"/>
                  </a:lnTo>
                  <a:lnTo>
                    <a:pt x="326673" y="136520"/>
                  </a:lnTo>
                  <a:lnTo>
                    <a:pt x="364480" y="111785"/>
                  </a:lnTo>
                  <a:lnTo>
                    <a:pt x="403798" y="89276"/>
                  </a:lnTo>
                  <a:lnTo>
                    <a:pt x="444537" y="69080"/>
                  </a:lnTo>
                  <a:lnTo>
                    <a:pt x="486608" y="51288"/>
                  </a:lnTo>
                  <a:lnTo>
                    <a:pt x="529922" y="35988"/>
                  </a:lnTo>
                  <a:lnTo>
                    <a:pt x="574389" y="23270"/>
                  </a:lnTo>
                  <a:lnTo>
                    <a:pt x="619921" y="13223"/>
                  </a:lnTo>
                  <a:lnTo>
                    <a:pt x="666427" y="5936"/>
                  </a:lnTo>
                  <a:lnTo>
                    <a:pt x="713820" y="1499"/>
                  </a:lnTo>
                  <a:lnTo>
                    <a:pt x="762008" y="0"/>
                  </a:lnTo>
                  <a:lnTo>
                    <a:pt x="4511728" y="0"/>
                  </a:lnTo>
                  <a:lnTo>
                    <a:pt x="4559917" y="1498"/>
                  </a:lnTo>
                  <a:lnTo>
                    <a:pt x="4607310" y="5936"/>
                  </a:lnTo>
                  <a:lnTo>
                    <a:pt x="4653817" y="13223"/>
                  </a:lnTo>
                  <a:lnTo>
                    <a:pt x="4699348" y="23271"/>
                  </a:lnTo>
                  <a:lnTo>
                    <a:pt x="4743816" y="35990"/>
                  </a:lnTo>
                  <a:lnTo>
                    <a:pt x="4787129" y="51291"/>
                  </a:lnTo>
                  <a:lnTo>
                    <a:pt x="4829200" y="69084"/>
                  </a:lnTo>
                  <a:lnTo>
                    <a:pt x="4869938" y="89281"/>
                  </a:lnTo>
                  <a:lnTo>
                    <a:pt x="4909255" y="111791"/>
                  </a:lnTo>
                  <a:lnTo>
                    <a:pt x="4947062" y="136525"/>
                  </a:lnTo>
                  <a:lnTo>
                    <a:pt x="4983269" y="163395"/>
                  </a:lnTo>
                  <a:lnTo>
                    <a:pt x="5017786" y="192311"/>
                  </a:lnTo>
                  <a:lnTo>
                    <a:pt x="5050525" y="223183"/>
                  </a:lnTo>
                  <a:lnTo>
                    <a:pt x="5081397" y="255923"/>
                  </a:lnTo>
                  <a:lnTo>
                    <a:pt x="5110312" y="290441"/>
                  </a:lnTo>
                  <a:lnTo>
                    <a:pt x="5137181" y="326648"/>
                  </a:lnTo>
                  <a:lnTo>
                    <a:pt x="5161915" y="364454"/>
                  </a:lnTo>
                  <a:lnTo>
                    <a:pt x="5184425" y="403771"/>
                  </a:lnTo>
                  <a:lnTo>
                    <a:pt x="5204621" y="444510"/>
                  </a:lnTo>
                  <a:lnTo>
                    <a:pt x="5222414" y="486580"/>
                  </a:lnTo>
                  <a:lnTo>
                    <a:pt x="5237715" y="529893"/>
                  </a:lnTo>
                  <a:lnTo>
                    <a:pt x="5250434" y="574360"/>
                  </a:lnTo>
                  <a:lnTo>
                    <a:pt x="5260483" y="619891"/>
                  </a:lnTo>
                  <a:lnTo>
                    <a:pt x="5267771" y="666397"/>
                  </a:lnTo>
                  <a:lnTo>
                    <a:pt x="5272210" y="713789"/>
                  </a:lnTo>
                  <a:lnTo>
                    <a:pt x="5273710" y="761978"/>
                  </a:lnTo>
                  <a:lnTo>
                    <a:pt x="5273711" y="3706435"/>
                  </a:lnTo>
                  <a:lnTo>
                    <a:pt x="5272213" y="3754624"/>
                  </a:lnTo>
                  <a:lnTo>
                    <a:pt x="5267776" y="3802017"/>
                  </a:lnTo>
                  <a:lnTo>
                    <a:pt x="5260489" y="3848524"/>
                  </a:lnTo>
                  <a:lnTo>
                    <a:pt x="5250442" y="3894057"/>
                  </a:lnTo>
                  <a:lnTo>
                    <a:pt x="5237723" y="3938524"/>
                  </a:lnTo>
                  <a:lnTo>
                    <a:pt x="5222423" y="3981839"/>
                  </a:lnTo>
                  <a:lnTo>
                    <a:pt x="5204630" y="4023910"/>
                  </a:lnTo>
                  <a:lnTo>
                    <a:pt x="5184435" y="4064649"/>
                  </a:lnTo>
                  <a:lnTo>
                    <a:pt x="5161925" y="4103967"/>
                  </a:lnTo>
                  <a:lnTo>
                    <a:pt x="5137191" y="4141774"/>
                  </a:lnTo>
                  <a:lnTo>
                    <a:pt x="5110321" y="4177982"/>
                  </a:lnTo>
                  <a:lnTo>
                    <a:pt x="5081406" y="4212501"/>
                  </a:lnTo>
                  <a:lnTo>
                    <a:pt x="5050534" y="4245241"/>
                  </a:lnTo>
                  <a:lnTo>
                    <a:pt x="5017794" y="4276114"/>
                  </a:lnTo>
                  <a:lnTo>
                    <a:pt x="4983276" y="4305030"/>
                  </a:lnTo>
                  <a:lnTo>
                    <a:pt x="4947069" y="4331901"/>
                  </a:lnTo>
                  <a:lnTo>
                    <a:pt x="4909262" y="4356636"/>
                  </a:lnTo>
                  <a:lnTo>
                    <a:pt x="4869944" y="4379146"/>
                  </a:lnTo>
                  <a:lnTo>
                    <a:pt x="4829205" y="4399343"/>
                  </a:lnTo>
                  <a:lnTo>
                    <a:pt x="4787133" y="4417136"/>
                  </a:lnTo>
                  <a:lnTo>
                    <a:pt x="4743819" y="4432437"/>
                  </a:lnTo>
                  <a:lnTo>
                    <a:pt x="4699351" y="4445157"/>
                  </a:lnTo>
                  <a:lnTo>
                    <a:pt x="4653818" y="4455205"/>
                  </a:lnTo>
                  <a:lnTo>
                    <a:pt x="4607311" y="4462492"/>
                  </a:lnTo>
                  <a:lnTo>
                    <a:pt x="4559917" y="4466930"/>
                  </a:lnTo>
                  <a:lnTo>
                    <a:pt x="4549948" y="4467227"/>
                  </a:lnTo>
                </a:path>
              </a:pathLst>
            </a:custGeom>
            <a:ln w="57150">
              <a:solidFill>
                <a:srgbClr val="BA9977"/>
              </a:solidFill>
            </a:ln>
          </p:spPr>
          <p:txBody>
            <a:bodyPr wrap="square" lIns="0" tIns="0" rIns="0" bIns="0" rtlCol="0"/>
            <a:lstStyle/>
            <a:p>
              <a:endParaRPr/>
            </a:p>
          </p:txBody>
        </p:sp>
      </p:grpSp>
      <p:sp>
        <p:nvSpPr>
          <p:cNvPr id="12" name="object 12"/>
          <p:cNvSpPr txBox="1">
            <a:spLocks noGrp="1"/>
          </p:cNvSpPr>
          <p:nvPr>
            <p:ph type="title"/>
          </p:nvPr>
        </p:nvSpPr>
        <p:spPr>
          <a:xfrm>
            <a:off x="3336093" y="292901"/>
            <a:ext cx="12385040" cy="1674817"/>
          </a:xfrm>
          <a:prstGeom prst="rect">
            <a:avLst/>
          </a:prstGeom>
        </p:spPr>
        <p:txBody>
          <a:bodyPr vert="horz" wrap="square" lIns="0" tIns="12700" rIns="0" bIns="0" rtlCol="0">
            <a:spAutoFit/>
          </a:bodyPr>
          <a:lstStyle/>
          <a:p>
            <a:pPr marL="3247390" marR="5080" indent="-1891664">
              <a:lnSpc>
                <a:spcPct val="115900"/>
              </a:lnSpc>
              <a:spcBef>
                <a:spcPts val="100"/>
              </a:spcBef>
            </a:pPr>
            <a:r>
              <a:rPr sz="4800" spc="665" dirty="0"/>
              <a:t>Q</a:t>
            </a:r>
            <a:r>
              <a:rPr lang="en-US" sz="4800" spc="665" dirty="0"/>
              <a:t>23</a:t>
            </a:r>
            <a:r>
              <a:rPr sz="4800" spc="125" dirty="0"/>
              <a:t> </a:t>
            </a:r>
            <a:r>
              <a:rPr sz="4800" spc="795" dirty="0"/>
              <a:t>-</a:t>
            </a:r>
            <a:r>
              <a:rPr lang="en-US" sz="4800" spc="795" dirty="0"/>
              <a:t>How much revenue does each pizza generate?</a:t>
            </a:r>
            <a:endParaRPr sz="4800" dirty="0"/>
          </a:p>
        </p:txBody>
      </p:sp>
      <p:sp>
        <p:nvSpPr>
          <p:cNvPr id="13" name="object 13"/>
          <p:cNvSpPr txBox="1"/>
          <p:nvPr/>
        </p:nvSpPr>
        <p:spPr>
          <a:xfrm>
            <a:off x="1595119" y="7037571"/>
            <a:ext cx="9065895" cy="2144177"/>
          </a:xfrm>
          <a:prstGeom prst="rect">
            <a:avLst/>
          </a:prstGeom>
        </p:spPr>
        <p:txBody>
          <a:bodyPr vert="horz" wrap="square" lIns="0" tIns="91440" rIns="0" bIns="0" rtlCol="0">
            <a:spAutoFit/>
          </a:bodyPr>
          <a:lstStyle/>
          <a:p>
            <a:pPr marL="12700">
              <a:lnSpc>
                <a:spcPct val="100000"/>
              </a:lnSpc>
              <a:spcBef>
                <a:spcPts val="720"/>
              </a:spcBef>
            </a:pPr>
            <a:r>
              <a:rPr sz="3150" spc="-110" dirty="0">
                <a:solidFill>
                  <a:srgbClr val="672912"/>
                </a:solidFill>
                <a:latin typeface="Verdana"/>
                <a:cs typeface="Verdana"/>
              </a:rPr>
              <a:t>Insight</a:t>
            </a:r>
            <a:r>
              <a:rPr sz="3150" spc="-300" dirty="0">
                <a:solidFill>
                  <a:srgbClr val="672912"/>
                </a:solidFill>
                <a:latin typeface="Verdana"/>
                <a:cs typeface="Verdana"/>
              </a:rPr>
              <a:t> </a:t>
            </a:r>
            <a:r>
              <a:rPr sz="3150" spc="-650" dirty="0">
                <a:solidFill>
                  <a:srgbClr val="672912"/>
                </a:solidFill>
                <a:latin typeface="Verdana"/>
                <a:cs typeface="Verdana"/>
              </a:rPr>
              <a:t>:</a:t>
            </a:r>
            <a:endParaRPr lang="en-US" sz="3150" spc="-650" dirty="0">
              <a:solidFill>
                <a:srgbClr val="672912"/>
              </a:solidFill>
              <a:latin typeface="Verdana"/>
              <a:cs typeface="Verdana"/>
            </a:endParaRPr>
          </a:p>
          <a:p>
            <a:pPr marL="12700">
              <a:lnSpc>
                <a:spcPct val="100000"/>
              </a:lnSpc>
              <a:spcBef>
                <a:spcPts val="720"/>
              </a:spcBef>
            </a:pPr>
            <a:r>
              <a:rPr lang="en-US" sz="3200" dirty="0">
                <a:solidFill>
                  <a:schemeClr val="accent2">
                    <a:lumMod val="50000"/>
                  </a:schemeClr>
                </a:solidFill>
              </a:rPr>
              <a:t>Revenue is unevenly distributed across pizzas, with a few products generating significantly higher revenue than others.</a:t>
            </a:r>
            <a:endParaRPr lang="en-US" sz="3150" spc="-650" dirty="0">
              <a:solidFill>
                <a:schemeClr val="accent2">
                  <a:lumMod val="50000"/>
                </a:schemeClr>
              </a:solidFill>
              <a:latin typeface="Verdana"/>
              <a:cs typeface="Verdana"/>
            </a:endParaRPr>
          </a:p>
        </p:txBody>
      </p:sp>
      <p:sp>
        <p:nvSpPr>
          <p:cNvPr id="14" name="object 14"/>
          <p:cNvSpPr/>
          <p:nvPr/>
        </p:nvSpPr>
        <p:spPr>
          <a:xfrm>
            <a:off x="1308100" y="6702462"/>
            <a:ext cx="9639935" cy="2768409"/>
          </a:xfrm>
          <a:custGeom>
            <a:avLst/>
            <a:gdLst/>
            <a:ahLst/>
            <a:cxnLst/>
            <a:rect l="l" t="t" r="r" b="b"/>
            <a:pathLst>
              <a:path w="9639935" h="3167379">
                <a:moveTo>
                  <a:pt x="9639334" y="2410083"/>
                </a:moveTo>
                <a:lnTo>
                  <a:pt x="9637957" y="2453258"/>
                </a:lnTo>
                <a:lnTo>
                  <a:pt x="9633521" y="2500649"/>
                </a:lnTo>
                <a:lnTo>
                  <a:pt x="9626235" y="2547154"/>
                </a:lnTo>
                <a:lnTo>
                  <a:pt x="9616189" y="2592685"/>
                </a:lnTo>
                <a:lnTo>
                  <a:pt x="9603472" y="2637151"/>
                </a:lnTo>
                <a:lnTo>
                  <a:pt x="9588173" y="2680465"/>
                </a:lnTo>
                <a:lnTo>
                  <a:pt x="9570381" y="2722536"/>
                </a:lnTo>
                <a:lnTo>
                  <a:pt x="9550186" y="2763275"/>
                </a:lnTo>
                <a:lnTo>
                  <a:pt x="9527677" y="2802593"/>
                </a:lnTo>
                <a:lnTo>
                  <a:pt x="9502943" y="2840401"/>
                </a:lnTo>
                <a:lnTo>
                  <a:pt x="9476073" y="2876609"/>
                </a:lnTo>
                <a:lnTo>
                  <a:pt x="9447157" y="2911129"/>
                </a:lnTo>
                <a:lnTo>
                  <a:pt x="9416284" y="2943870"/>
                </a:lnTo>
                <a:lnTo>
                  <a:pt x="9383543" y="2974743"/>
                </a:lnTo>
                <a:lnTo>
                  <a:pt x="9349023" y="3003660"/>
                </a:lnTo>
                <a:lnTo>
                  <a:pt x="9312814" y="3030530"/>
                </a:lnTo>
                <a:lnTo>
                  <a:pt x="9275004" y="3055265"/>
                </a:lnTo>
                <a:lnTo>
                  <a:pt x="9235685" y="3077775"/>
                </a:lnTo>
                <a:lnTo>
                  <a:pt x="9194944" y="3097971"/>
                </a:lnTo>
                <a:lnTo>
                  <a:pt x="9152870" y="3115764"/>
                </a:lnTo>
                <a:lnTo>
                  <a:pt x="9109555" y="3131064"/>
                </a:lnTo>
                <a:lnTo>
                  <a:pt x="9065086" y="3143782"/>
                </a:lnTo>
                <a:lnTo>
                  <a:pt x="9019552" y="3153830"/>
                </a:lnTo>
                <a:lnTo>
                  <a:pt x="8973045" y="3161117"/>
                </a:lnTo>
                <a:lnTo>
                  <a:pt x="8925651" y="3165555"/>
                </a:lnTo>
                <a:lnTo>
                  <a:pt x="8877462" y="3167054"/>
                </a:lnTo>
                <a:lnTo>
                  <a:pt x="761988" y="3167054"/>
                </a:lnTo>
                <a:lnTo>
                  <a:pt x="713799" y="3165555"/>
                </a:lnTo>
                <a:lnTo>
                  <a:pt x="666406" y="3161118"/>
                </a:lnTo>
                <a:lnTo>
                  <a:pt x="619898" y="3153831"/>
                </a:lnTo>
                <a:lnTo>
                  <a:pt x="574366" y="3143784"/>
                </a:lnTo>
                <a:lnTo>
                  <a:pt x="529898" y="3131066"/>
                </a:lnTo>
                <a:lnTo>
                  <a:pt x="486583" y="3115766"/>
                </a:lnTo>
                <a:lnTo>
                  <a:pt x="444511" y="3097975"/>
                </a:lnTo>
                <a:lnTo>
                  <a:pt x="403771" y="3077779"/>
                </a:lnTo>
                <a:lnTo>
                  <a:pt x="364453" y="3055270"/>
                </a:lnTo>
                <a:lnTo>
                  <a:pt x="326644" y="3030536"/>
                </a:lnTo>
                <a:lnTo>
                  <a:pt x="290436" y="3003667"/>
                </a:lnTo>
                <a:lnTo>
                  <a:pt x="255917" y="2974752"/>
                </a:lnTo>
                <a:lnTo>
                  <a:pt x="223176" y="2943879"/>
                </a:lnTo>
                <a:lnTo>
                  <a:pt x="192303" y="2911139"/>
                </a:lnTo>
                <a:lnTo>
                  <a:pt x="163387" y="2876620"/>
                </a:lnTo>
                <a:lnTo>
                  <a:pt x="136517" y="2840413"/>
                </a:lnTo>
                <a:lnTo>
                  <a:pt x="111783" y="2802605"/>
                </a:lnTo>
                <a:lnTo>
                  <a:pt x="89273" y="2763287"/>
                </a:lnTo>
                <a:lnTo>
                  <a:pt x="69078" y="2722547"/>
                </a:lnTo>
                <a:lnTo>
                  <a:pt x="51286" y="2680475"/>
                </a:lnTo>
                <a:lnTo>
                  <a:pt x="35986" y="2637161"/>
                </a:lnTo>
                <a:lnTo>
                  <a:pt x="23268" y="2592693"/>
                </a:lnTo>
                <a:lnTo>
                  <a:pt x="13222" y="2547161"/>
                </a:lnTo>
                <a:lnTo>
                  <a:pt x="5935" y="2500654"/>
                </a:lnTo>
                <a:lnTo>
                  <a:pt x="1498" y="2453261"/>
                </a:lnTo>
                <a:lnTo>
                  <a:pt x="0" y="2405072"/>
                </a:lnTo>
                <a:lnTo>
                  <a:pt x="0" y="761988"/>
                </a:lnTo>
                <a:lnTo>
                  <a:pt x="1500" y="713799"/>
                </a:lnTo>
                <a:lnTo>
                  <a:pt x="5938" y="666406"/>
                </a:lnTo>
                <a:lnTo>
                  <a:pt x="13226" y="619899"/>
                </a:lnTo>
                <a:lnTo>
                  <a:pt x="23274" y="574368"/>
                </a:lnTo>
                <a:lnTo>
                  <a:pt x="35993" y="529900"/>
                </a:lnTo>
                <a:lnTo>
                  <a:pt x="51293" y="486586"/>
                </a:lnTo>
                <a:lnTo>
                  <a:pt x="69086" y="444515"/>
                </a:lnTo>
                <a:lnTo>
                  <a:pt x="89282" y="403775"/>
                </a:lnTo>
                <a:lnTo>
                  <a:pt x="111791" y="364457"/>
                </a:lnTo>
                <a:lnTo>
                  <a:pt x="136525" y="326650"/>
                </a:lnTo>
                <a:lnTo>
                  <a:pt x="163395" y="290442"/>
                </a:lnTo>
                <a:lnTo>
                  <a:pt x="192311" y="255924"/>
                </a:lnTo>
                <a:lnTo>
                  <a:pt x="223183" y="223183"/>
                </a:lnTo>
                <a:lnTo>
                  <a:pt x="255923" y="192310"/>
                </a:lnTo>
                <a:lnTo>
                  <a:pt x="290441" y="163394"/>
                </a:lnTo>
                <a:lnTo>
                  <a:pt x="326649" y="136524"/>
                </a:lnTo>
                <a:lnTo>
                  <a:pt x="364456" y="111790"/>
                </a:lnTo>
                <a:lnTo>
                  <a:pt x="403774" y="89280"/>
                </a:lnTo>
                <a:lnTo>
                  <a:pt x="444513" y="69084"/>
                </a:lnTo>
                <a:lnTo>
                  <a:pt x="486585" y="51291"/>
                </a:lnTo>
                <a:lnTo>
                  <a:pt x="529899" y="35990"/>
                </a:lnTo>
                <a:lnTo>
                  <a:pt x="574367" y="23272"/>
                </a:lnTo>
                <a:lnTo>
                  <a:pt x="619899" y="13224"/>
                </a:lnTo>
                <a:lnTo>
                  <a:pt x="666406" y="5937"/>
                </a:lnTo>
                <a:lnTo>
                  <a:pt x="713799" y="1499"/>
                </a:lnTo>
                <a:lnTo>
                  <a:pt x="761988" y="0"/>
                </a:lnTo>
                <a:lnTo>
                  <a:pt x="8877462" y="0"/>
                </a:lnTo>
                <a:lnTo>
                  <a:pt x="8925651" y="1499"/>
                </a:lnTo>
                <a:lnTo>
                  <a:pt x="8973044" y="5938"/>
                </a:lnTo>
                <a:lnTo>
                  <a:pt x="9019552" y="13226"/>
                </a:lnTo>
                <a:lnTo>
                  <a:pt x="9065085" y="23274"/>
                </a:lnTo>
                <a:lnTo>
                  <a:pt x="9109553" y="35993"/>
                </a:lnTo>
                <a:lnTo>
                  <a:pt x="9152869" y="51294"/>
                </a:lnTo>
                <a:lnTo>
                  <a:pt x="9194941" y="69088"/>
                </a:lnTo>
                <a:lnTo>
                  <a:pt x="9235681" y="89285"/>
                </a:lnTo>
                <a:lnTo>
                  <a:pt x="9275000" y="111796"/>
                </a:lnTo>
                <a:lnTo>
                  <a:pt x="9312808" y="136531"/>
                </a:lnTo>
                <a:lnTo>
                  <a:pt x="9349017" y="163402"/>
                </a:lnTo>
                <a:lnTo>
                  <a:pt x="9383536" y="192319"/>
                </a:lnTo>
                <a:lnTo>
                  <a:pt x="9416276" y="223193"/>
                </a:lnTo>
                <a:lnTo>
                  <a:pt x="9447149" y="255934"/>
                </a:lnTo>
                <a:lnTo>
                  <a:pt x="9476064" y="290453"/>
                </a:lnTo>
                <a:lnTo>
                  <a:pt x="9502934" y="326661"/>
                </a:lnTo>
                <a:lnTo>
                  <a:pt x="9527667" y="364469"/>
                </a:lnTo>
                <a:lnTo>
                  <a:pt x="9550177" y="403786"/>
                </a:lnTo>
                <a:lnTo>
                  <a:pt x="9570372" y="444525"/>
                </a:lnTo>
                <a:lnTo>
                  <a:pt x="9588164" y="486595"/>
                </a:lnTo>
                <a:lnTo>
                  <a:pt x="9603464" y="529908"/>
                </a:lnTo>
                <a:lnTo>
                  <a:pt x="9616182" y="574374"/>
                </a:lnTo>
                <a:lnTo>
                  <a:pt x="9626230" y="619904"/>
                </a:lnTo>
                <a:lnTo>
                  <a:pt x="9633517" y="666409"/>
                </a:lnTo>
                <a:lnTo>
                  <a:pt x="9637956" y="713800"/>
                </a:lnTo>
                <a:lnTo>
                  <a:pt x="9639331" y="757002"/>
                </a:lnTo>
              </a:path>
            </a:pathLst>
          </a:custGeom>
          <a:ln w="57150">
            <a:solidFill>
              <a:srgbClr val="BA9977"/>
            </a:solidFill>
          </a:ln>
        </p:spPr>
        <p:txBody>
          <a:bodyPr wrap="square" lIns="0" tIns="0" rIns="0" bIns="0" rtlCol="0"/>
          <a:lstStyle/>
          <a:p>
            <a:endParaRPr/>
          </a:p>
        </p:txBody>
      </p:sp>
      <p:pic>
        <p:nvPicPr>
          <p:cNvPr id="15" name="Picture 14">
            <a:extLst>
              <a:ext uri="{FF2B5EF4-FFF2-40B4-BE49-F238E27FC236}">
                <a16:creationId xmlns:a16="http://schemas.microsoft.com/office/drawing/2014/main" id="{79A7786B-EF13-417F-AE6C-21E26F209C8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79114" y="2945010"/>
            <a:ext cx="11265286" cy="2477856"/>
          </a:xfrm>
          <a:prstGeom prst="rect">
            <a:avLst/>
          </a:prstGeom>
        </p:spPr>
      </p:pic>
      <p:pic>
        <p:nvPicPr>
          <p:cNvPr id="18" name="Picture 17">
            <a:extLst>
              <a:ext uri="{FF2B5EF4-FFF2-40B4-BE49-F238E27FC236}">
                <a16:creationId xmlns:a16="http://schemas.microsoft.com/office/drawing/2014/main" id="{88264F84-7152-4876-93FE-6CE4C592113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194833" y="6082590"/>
            <a:ext cx="2702933" cy="3548031"/>
          </a:xfrm>
          <a:prstGeom prst="rect">
            <a:avLst/>
          </a:prstGeom>
        </p:spPr>
      </p:pic>
      <p:pic>
        <p:nvPicPr>
          <p:cNvPr id="20" name="Picture 19">
            <a:extLst>
              <a:ext uri="{FF2B5EF4-FFF2-40B4-BE49-F238E27FC236}">
                <a16:creationId xmlns:a16="http://schemas.microsoft.com/office/drawing/2014/main" id="{2448EFD6-F6E6-427E-B9CC-5753BB96E28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202565" y="6114715"/>
            <a:ext cx="2399635" cy="3515905"/>
          </a:xfrm>
          <a:prstGeom prst="rect">
            <a:avLst/>
          </a:prstGeom>
        </p:spPr>
      </p:pic>
    </p:spTree>
    <p:extLst>
      <p:ext uri="{BB962C8B-B14F-4D97-AF65-F5344CB8AC3E}">
        <p14:creationId xmlns:p14="http://schemas.microsoft.com/office/powerpoint/2010/main" val="39487217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7271654"/>
            <a:ext cx="2616200" cy="3015329"/>
          </a:xfrm>
          <a:prstGeom prst="rect">
            <a:avLst/>
          </a:prstGeom>
        </p:spPr>
      </p:pic>
      <p:pic>
        <p:nvPicPr>
          <p:cNvPr id="3" name="object 3"/>
          <p:cNvPicPr/>
          <p:nvPr/>
        </p:nvPicPr>
        <p:blipFill>
          <a:blip r:embed="rId3" cstate="print"/>
          <a:stretch>
            <a:fillRect/>
          </a:stretch>
        </p:blipFill>
        <p:spPr>
          <a:xfrm>
            <a:off x="0" y="0"/>
            <a:ext cx="2258424" cy="2748770"/>
          </a:xfrm>
          <a:prstGeom prst="rect">
            <a:avLst/>
          </a:prstGeom>
        </p:spPr>
      </p:pic>
      <p:pic>
        <p:nvPicPr>
          <p:cNvPr id="4" name="object 4"/>
          <p:cNvPicPr/>
          <p:nvPr/>
        </p:nvPicPr>
        <p:blipFill>
          <a:blip r:embed="rId4" cstate="print"/>
          <a:stretch>
            <a:fillRect/>
          </a:stretch>
        </p:blipFill>
        <p:spPr>
          <a:xfrm>
            <a:off x="16362536" y="8109660"/>
            <a:ext cx="1925463" cy="2171700"/>
          </a:xfrm>
          <a:prstGeom prst="rect">
            <a:avLst/>
          </a:prstGeom>
        </p:spPr>
      </p:pic>
      <p:pic>
        <p:nvPicPr>
          <p:cNvPr id="5" name="object 5"/>
          <p:cNvPicPr/>
          <p:nvPr/>
        </p:nvPicPr>
        <p:blipFill>
          <a:blip r:embed="rId5" cstate="print"/>
          <a:stretch>
            <a:fillRect/>
          </a:stretch>
        </p:blipFill>
        <p:spPr>
          <a:xfrm>
            <a:off x="15537136" y="-12079"/>
            <a:ext cx="2750810" cy="2226226"/>
          </a:xfrm>
          <a:prstGeom prst="rect">
            <a:avLst/>
          </a:prstGeom>
        </p:spPr>
      </p:pic>
      <p:sp>
        <p:nvSpPr>
          <p:cNvPr id="6" name="object 6"/>
          <p:cNvSpPr/>
          <p:nvPr/>
        </p:nvSpPr>
        <p:spPr>
          <a:xfrm>
            <a:off x="4096661" y="439679"/>
            <a:ext cx="10765155" cy="1739900"/>
          </a:xfrm>
          <a:custGeom>
            <a:avLst/>
            <a:gdLst/>
            <a:ahLst/>
            <a:cxnLst/>
            <a:rect l="l" t="t" r="r" b="b"/>
            <a:pathLst>
              <a:path w="10765155" h="1739900">
                <a:moveTo>
                  <a:pt x="10567021" y="1739800"/>
                </a:moveTo>
                <a:lnTo>
                  <a:pt x="200025" y="1739800"/>
                </a:lnTo>
                <a:lnTo>
                  <a:pt x="154161" y="1734518"/>
                </a:lnTo>
                <a:lnTo>
                  <a:pt x="112059" y="1719470"/>
                </a:lnTo>
                <a:lnTo>
                  <a:pt x="74919" y="1695857"/>
                </a:lnTo>
                <a:lnTo>
                  <a:pt x="43943" y="1664881"/>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5" y="0"/>
                </a:lnTo>
                <a:lnTo>
                  <a:pt x="10567021" y="0"/>
                </a:lnTo>
                <a:lnTo>
                  <a:pt x="10612881" y="5282"/>
                </a:lnTo>
                <a:lnTo>
                  <a:pt x="10654979" y="20330"/>
                </a:lnTo>
                <a:lnTo>
                  <a:pt x="10692116" y="43943"/>
                </a:lnTo>
                <a:lnTo>
                  <a:pt x="10723090" y="74919"/>
                </a:lnTo>
                <a:lnTo>
                  <a:pt x="10746701" y="112059"/>
                </a:lnTo>
                <a:lnTo>
                  <a:pt x="10761749" y="154161"/>
                </a:lnTo>
                <a:lnTo>
                  <a:pt x="10765014" y="182514"/>
                </a:lnTo>
                <a:lnTo>
                  <a:pt x="10765014" y="1557286"/>
                </a:lnTo>
                <a:lnTo>
                  <a:pt x="10746701" y="1627741"/>
                </a:lnTo>
                <a:lnTo>
                  <a:pt x="10723090" y="1664881"/>
                </a:lnTo>
                <a:lnTo>
                  <a:pt x="10692116" y="1695857"/>
                </a:lnTo>
                <a:lnTo>
                  <a:pt x="10654979" y="1719470"/>
                </a:lnTo>
                <a:lnTo>
                  <a:pt x="10612881" y="1734518"/>
                </a:lnTo>
                <a:lnTo>
                  <a:pt x="10567021" y="1739800"/>
                </a:lnTo>
                <a:close/>
              </a:path>
            </a:pathLst>
          </a:custGeom>
          <a:solidFill>
            <a:srgbClr val="DABD9D">
              <a:alpha val="78999"/>
            </a:srgbClr>
          </a:solidFill>
        </p:spPr>
        <p:txBody>
          <a:bodyPr wrap="square" lIns="0" tIns="0" rIns="0" bIns="0" rtlCol="0"/>
          <a:lstStyle/>
          <a:p>
            <a:endParaRPr/>
          </a:p>
        </p:txBody>
      </p:sp>
      <p:grpSp>
        <p:nvGrpSpPr>
          <p:cNvPr id="8" name="object 8"/>
          <p:cNvGrpSpPr/>
          <p:nvPr/>
        </p:nvGrpSpPr>
        <p:grpSpPr>
          <a:xfrm>
            <a:off x="751002" y="2544610"/>
            <a:ext cx="17155997" cy="7449488"/>
            <a:chOff x="751002" y="2544610"/>
            <a:chExt cx="17155997" cy="7449488"/>
          </a:xfrm>
        </p:grpSpPr>
        <p:sp>
          <p:nvSpPr>
            <p:cNvPr id="10" name="object 10"/>
            <p:cNvSpPr/>
            <p:nvPr/>
          </p:nvSpPr>
          <p:spPr>
            <a:xfrm>
              <a:off x="751002" y="2544610"/>
              <a:ext cx="11856720" cy="3341740"/>
            </a:xfrm>
            <a:custGeom>
              <a:avLst/>
              <a:gdLst/>
              <a:ahLst/>
              <a:cxnLst/>
              <a:rect l="l" t="t" r="r" b="b"/>
              <a:pathLst>
                <a:path w="11856720" h="2599054">
                  <a:moveTo>
                    <a:pt x="761984" y="0"/>
                  </a:moveTo>
                  <a:lnTo>
                    <a:pt x="11094625" y="0"/>
                  </a:lnTo>
                  <a:lnTo>
                    <a:pt x="11142812" y="1496"/>
                  </a:lnTo>
                  <a:lnTo>
                    <a:pt x="11190204" y="5932"/>
                  </a:lnTo>
                  <a:lnTo>
                    <a:pt x="11236711" y="13217"/>
                  </a:lnTo>
                  <a:lnTo>
                    <a:pt x="11282243" y="23262"/>
                  </a:lnTo>
                  <a:lnTo>
                    <a:pt x="11326711" y="35979"/>
                  </a:lnTo>
                  <a:lnTo>
                    <a:pt x="11370027" y="51278"/>
                  </a:lnTo>
                  <a:lnTo>
                    <a:pt x="11412100" y="69070"/>
                  </a:lnTo>
                  <a:lnTo>
                    <a:pt x="11452841" y="89265"/>
                  </a:lnTo>
                  <a:lnTo>
                    <a:pt x="11492161" y="111774"/>
                  </a:lnTo>
                  <a:lnTo>
                    <a:pt x="11529970" y="136509"/>
                  </a:lnTo>
                  <a:lnTo>
                    <a:pt x="11566179" y="163379"/>
                  </a:lnTo>
                  <a:lnTo>
                    <a:pt x="11600700" y="192295"/>
                  </a:lnTo>
                  <a:lnTo>
                    <a:pt x="11633441" y="223169"/>
                  </a:lnTo>
                  <a:lnTo>
                    <a:pt x="11664315" y="255911"/>
                  </a:lnTo>
                  <a:lnTo>
                    <a:pt x="11693232" y="290431"/>
                  </a:lnTo>
                  <a:lnTo>
                    <a:pt x="11720102" y="326640"/>
                  </a:lnTo>
                  <a:lnTo>
                    <a:pt x="11744837" y="364449"/>
                  </a:lnTo>
                  <a:lnTo>
                    <a:pt x="11767347" y="403768"/>
                  </a:lnTo>
                  <a:lnTo>
                    <a:pt x="11787542" y="444508"/>
                  </a:lnTo>
                  <a:lnTo>
                    <a:pt x="11805334" y="486581"/>
                  </a:lnTo>
                  <a:lnTo>
                    <a:pt x="11820634" y="529895"/>
                  </a:lnTo>
                  <a:lnTo>
                    <a:pt x="11833352" y="574364"/>
                  </a:lnTo>
                  <a:lnTo>
                    <a:pt x="11843399" y="619896"/>
                  </a:lnTo>
                  <a:lnTo>
                    <a:pt x="11850686" y="666403"/>
                  </a:lnTo>
                  <a:lnTo>
                    <a:pt x="11855123" y="713795"/>
                  </a:lnTo>
                  <a:lnTo>
                    <a:pt x="11856622" y="761984"/>
                  </a:lnTo>
                  <a:lnTo>
                    <a:pt x="11856622" y="1836848"/>
                  </a:lnTo>
                  <a:lnTo>
                    <a:pt x="11855124" y="1885037"/>
                  </a:lnTo>
                  <a:lnTo>
                    <a:pt x="11850687" y="1932430"/>
                  </a:lnTo>
                  <a:lnTo>
                    <a:pt x="11843401" y="1978938"/>
                  </a:lnTo>
                  <a:lnTo>
                    <a:pt x="11833354" y="2024470"/>
                  </a:lnTo>
                  <a:lnTo>
                    <a:pt x="11820637" y="2068939"/>
                  </a:lnTo>
                  <a:lnTo>
                    <a:pt x="11805337" y="2112255"/>
                  </a:lnTo>
                  <a:lnTo>
                    <a:pt x="11787545" y="2154327"/>
                  </a:lnTo>
                  <a:lnTo>
                    <a:pt x="11767349" y="2195068"/>
                  </a:lnTo>
                  <a:lnTo>
                    <a:pt x="11744839" y="2234388"/>
                  </a:lnTo>
                  <a:lnTo>
                    <a:pt x="11720104" y="2272197"/>
                  </a:lnTo>
                  <a:lnTo>
                    <a:pt x="11693233" y="2308406"/>
                  </a:lnTo>
                  <a:lnTo>
                    <a:pt x="11664315" y="2342926"/>
                  </a:lnTo>
                  <a:lnTo>
                    <a:pt x="11633441" y="2375667"/>
                  </a:lnTo>
                  <a:lnTo>
                    <a:pt x="11600698" y="2406540"/>
                  </a:lnTo>
                  <a:lnTo>
                    <a:pt x="11566177" y="2435456"/>
                  </a:lnTo>
                  <a:lnTo>
                    <a:pt x="11529967" y="2462326"/>
                  </a:lnTo>
                  <a:lnTo>
                    <a:pt x="11492157" y="2487059"/>
                  </a:lnTo>
                  <a:lnTo>
                    <a:pt x="11452837" y="2509567"/>
                  </a:lnTo>
                  <a:lnTo>
                    <a:pt x="11412096" y="2529761"/>
                  </a:lnTo>
                  <a:lnTo>
                    <a:pt x="11370023" y="2547552"/>
                  </a:lnTo>
                  <a:lnTo>
                    <a:pt x="11326708" y="2562849"/>
                  </a:lnTo>
                  <a:lnTo>
                    <a:pt x="11282240" y="2575565"/>
                  </a:lnTo>
                  <a:lnTo>
                    <a:pt x="11236708" y="2585610"/>
                  </a:lnTo>
                  <a:lnTo>
                    <a:pt x="11190202" y="2592894"/>
                  </a:lnTo>
                  <a:lnTo>
                    <a:pt x="11142812" y="2597330"/>
                  </a:lnTo>
                  <a:lnTo>
                    <a:pt x="11094625" y="2598828"/>
                  </a:lnTo>
                  <a:lnTo>
                    <a:pt x="761985" y="2598828"/>
                  </a:lnTo>
                  <a:lnTo>
                    <a:pt x="713796" y="2597329"/>
                  </a:lnTo>
                  <a:lnTo>
                    <a:pt x="666404" y="2592892"/>
                  </a:lnTo>
                  <a:lnTo>
                    <a:pt x="619898" y="2585605"/>
                  </a:lnTo>
                  <a:lnTo>
                    <a:pt x="574366" y="2575558"/>
                  </a:lnTo>
                  <a:lnTo>
                    <a:pt x="529899" y="2562840"/>
                  </a:lnTo>
                  <a:lnTo>
                    <a:pt x="486585" y="2547541"/>
                  </a:lnTo>
                  <a:lnTo>
                    <a:pt x="444513" y="2529750"/>
                  </a:lnTo>
                  <a:lnTo>
                    <a:pt x="403774" y="2509555"/>
                  </a:lnTo>
                  <a:lnTo>
                    <a:pt x="364456" y="2487046"/>
                  </a:lnTo>
                  <a:lnTo>
                    <a:pt x="326648" y="2462313"/>
                  </a:lnTo>
                  <a:lnTo>
                    <a:pt x="290439" y="2435444"/>
                  </a:lnTo>
                  <a:lnTo>
                    <a:pt x="255920" y="2406529"/>
                  </a:lnTo>
                  <a:lnTo>
                    <a:pt x="223179" y="2375656"/>
                  </a:lnTo>
                  <a:lnTo>
                    <a:pt x="192306" y="2342916"/>
                  </a:lnTo>
                  <a:lnTo>
                    <a:pt x="163390" y="2308398"/>
                  </a:lnTo>
                  <a:lnTo>
                    <a:pt x="136520" y="2272190"/>
                  </a:lnTo>
                  <a:lnTo>
                    <a:pt x="111785" y="2234383"/>
                  </a:lnTo>
                  <a:lnTo>
                    <a:pt x="89275" y="2195064"/>
                  </a:lnTo>
                  <a:lnTo>
                    <a:pt x="69080" y="2154324"/>
                  </a:lnTo>
                  <a:lnTo>
                    <a:pt x="51287" y="2112253"/>
                  </a:lnTo>
                  <a:lnTo>
                    <a:pt x="35987" y="2068938"/>
                  </a:lnTo>
                  <a:lnTo>
                    <a:pt x="23269" y="2024470"/>
                  </a:lnTo>
                  <a:lnTo>
                    <a:pt x="13222" y="1978938"/>
                  </a:lnTo>
                  <a:lnTo>
                    <a:pt x="5936" y="1932430"/>
                  </a:lnTo>
                  <a:lnTo>
                    <a:pt x="1498" y="1885037"/>
                  </a:lnTo>
                  <a:lnTo>
                    <a:pt x="0" y="1836848"/>
                  </a:lnTo>
                  <a:lnTo>
                    <a:pt x="0" y="761984"/>
                  </a:lnTo>
                  <a:lnTo>
                    <a:pt x="1498" y="713795"/>
                  </a:lnTo>
                  <a:lnTo>
                    <a:pt x="5936" y="666403"/>
                  </a:lnTo>
                  <a:lnTo>
                    <a:pt x="13223" y="619896"/>
                  </a:lnTo>
                  <a:lnTo>
                    <a:pt x="23271" y="574364"/>
                  </a:lnTo>
                  <a:lnTo>
                    <a:pt x="35989" y="529896"/>
                  </a:lnTo>
                  <a:lnTo>
                    <a:pt x="51290" y="486582"/>
                  </a:lnTo>
                  <a:lnTo>
                    <a:pt x="69082" y="444511"/>
                  </a:lnTo>
                  <a:lnTo>
                    <a:pt x="89278" y="403771"/>
                  </a:lnTo>
                  <a:lnTo>
                    <a:pt x="111788" y="364453"/>
                  </a:lnTo>
                  <a:lnTo>
                    <a:pt x="136522" y="326646"/>
                  </a:lnTo>
                  <a:lnTo>
                    <a:pt x="163392" y="290439"/>
                  </a:lnTo>
                  <a:lnTo>
                    <a:pt x="192307" y="255920"/>
                  </a:lnTo>
                  <a:lnTo>
                    <a:pt x="223180" y="223180"/>
                  </a:lnTo>
                  <a:lnTo>
                    <a:pt x="255920" y="192307"/>
                  </a:lnTo>
                  <a:lnTo>
                    <a:pt x="290439" y="163392"/>
                  </a:lnTo>
                  <a:lnTo>
                    <a:pt x="326646" y="136522"/>
                  </a:lnTo>
                  <a:lnTo>
                    <a:pt x="364454" y="111788"/>
                  </a:lnTo>
                  <a:lnTo>
                    <a:pt x="403772" y="89278"/>
                  </a:lnTo>
                  <a:lnTo>
                    <a:pt x="444511" y="69083"/>
                  </a:lnTo>
                  <a:lnTo>
                    <a:pt x="486582" y="51290"/>
                  </a:lnTo>
                  <a:lnTo>
                    <a:pt x="529896" y="35990"/>
                  </a:lnTo>
                  <a:lnTo>
                    <a:pt x="574364" y="23271"/>
                  </a:lnTo>
                  <a:lnTo>
                    <a:pt x="619896" y="13224"/>
                  </a:lnTo>
                  <a:lnTo>
                    <a:pt x="666403" y="5936"/>
                  </a:lnTo>
                  <a:lnTo>
                    <a:pt x="713795" y="1499"/>
                  </a:lnTo>
                  <a:lnTo>
                    <a:pt x="761984" y="0"/>
                  </a:lnTo>
                </a:path>
              </a:pathLst>
            </a:custGeom>
            <a:ln w="57150">
              <a:solidFill>
                <a:srgbClr val="BA9977"/>
              </a:solidFill>
            </a:ln>
          </p:spPr>
          <p:txBody>
            <a:bodyPr wrap="square" lIns="0" tIns="0" rIns="0" bIns="0" rtlCol="0"/>
            <a:lstStyle/>
            <a:p>
              <a:endParaRPr/>
            </a:p>
          </p:txBody>
        </p:sp>
        <p:sp>
          <p:nvSpPr>
            <p:cNvPr id="11" name="object 11"/>
            <p:cNvSpPr/>
            <p:nvPr/>
          </p:nvSpPr>
          <p:spPr>
            <a:xfrm>
              <a:off x="11963400" y="5711989"/>
              <a:ext cx="5943599" cy="4282109"/>
            </a:xfrm>
            <a:custGeom>
              <a:avLst/>
              <a:gdLst/>
              <a:ahLst/>
              <a:cxnLst/>
              <a:rect l="l" t="t" r="r" b="b"/>
              <a:pathLst>
                <a:path w="5274309" h="4467859">
                  <a:moveTo>
                    <a:pt x="723789" y="4467238"/>
                  </a:moveTo>
                  <a:lnTo>
                    <a:pt x="666425" y="4462493"/>
                  </a:lnTo>
                  <a:lnTo>
                    <a:pt x="619918" y="4455206"/>
                  </a:lnTo>
                  <a:lnTo>
                    <a:pt x="574385" y="4445158"/>
                  </a:lnTo>
                  <a:lnTo>
                    <a:pt x="529917" y="4432440"/>
                  </a:lnTo>
                  <a:lnTo>
                    <a:pt x="486603" y="4417140"/>
                  </a:lnTo>
                  <a:lnTo>
                    <a:pt x="444531" y="4399347"/>
                  </a:lnTo>
                  <a:lnTo>
                    <a:pt x="403791" y="4379151"/>
                  </a:lnTo>
                  <a:lnTo>
                    <a:pt x="364473" y="4356641"/>
                  </a:lnTo>
                  <a:lnTo>
                    <a:pt x="326666" y="4331906"/>
                  </a:lnTo>
                  <a:lnTo>
                    <a:pt x="290458" y="4305036"/>
                  </a:lnTo>
                  <a:lnTo>
                    <a:pt x="255940" y="4276119"/>
                  </a:lnTo>
                  <a:lnTo>
                    <a:pt x="223200" y="4245246"/>
                  </a:lnTo>
                  <a:lnTo>
                    <a:pt x="192328" y="4212505"/>
                  </a:lnTo>
                  <a:lnTo>
                    <a:pt x="163412" y="4177986"/>
                  </a:lnTo>
                  <a:lnTo>
                    <a:pt x="136543" y="4141777"/>
                  </a:lnTo>
                  <a:lnTo>
                    <a:pt x="111810" y="4103969"/>
                  </a:lnTo>
                  <a:lnTo>
                    <a:pt x="89301" y="4064651"/>
                  </a:lnTo>
                  <a:lnTo>
                    <a:pt x="69106" y="4023911"/>
                  </a:lnTo>
                  <a:lnTo>
                    <a:pt x="51314" y="3981839"/>
                  </a:lnTo>
                  <a:lnTo>
                    <a:pt x="36015" y="3938524"/>
                  </a:lnTo>
                  <a:lnTo>
                    <a:pt x="23297" y="3894056"/>
                  </a:lnTo>
                  <a:lnTo>
                    <a:pt x="13251" y="3848524"/>
                  </a:lnTo>
                  <a:lnTo>
                    <a:pt x="5965" y="3802017"/>
                  </a:lnTo>
                  <a:lnTo>
                    <a:pt x="1528" y="3754624"/>
                  </a:lnTo>
                  <a:lnTo>
                    <a:pt x="0" y="3706435"/>
                  </a:lnTo>
                  <a:lnTo>
                    <a:pt x="0" y="761977"/>
                  </a:lnTo>
                  <a:lnTo>
                    <a:pt x="1531" y="713789"/>
                  </a:lnTo>
                  <a:lnTo>
                    <a:pt x="5970" y="666397"/>
                  </a:lnTo>
                  <a:lnTo>
                    <a:pt x="13257" y="619891"/>
                  </a:lnTo>
                  <a:lnTo>
                    <a:pt x="23305" y="574360"/>
                  </a:lnTo>
                  <a:lnTo>
                    <a:pt x="36024" y="529893"/>
                  </a:lnTo>
                  <a:lnTo>
                    <a:pt x="51323" y="486580"/>
                  </a:lnTo>
                  <a:lnTo>
                    <a:pt x="69116" y="444509"/>
                  </a:lnTo>
                  <a:lnTo>
                    <a:pt x="89311" y="403770"/>
                  </a:lnTo>
                  <a:lnTo>
                    <a:pt x="111820" y="364452"/>
                  </a:lnTo>
                  <a:lnTo>
                    <a:pt x="136553" y="326645"/>
                  </a:lnTo>
                  <a:lnTo>
                    <a:pt x="163422" y="290437"/>
                  </a:lnTo>
                  <a:lnTo>
                    <a:pt x="192337" y="255919"/>
                  </a:lnTo>
                  <a:lnTo>
                    <a:pt x="223209" y="223178"/>
                  </a:lnTo>
                  <a:lnTo>
                    <a:pt x="255948" y="192306"/>
                  </a:lnTo>
                  <a:lnTo>
                    <a:pt x="290466" y="163390"/>
                  </a:lnTo>
                  <a:lnTo>
                    <a:pt x="326673" y="136520"/>
                  </a:lnTo>
                  <a:lnTo>
                    <a:pt x="364480" y="111785"/>
                  </a:lnTo>
                  <a:lnTo>
                    <a:pt x="403798" y="89276"/>
                  </a:lnTo>
                  <a:lnTo>
                    <a:pt x="444537" y="69080"/>
                  </a:lnTo>
                  <a:lnTo>
                    <a:pt x="486608" y="51288"/>
                  </a:lnTo>
                  <a:lnTo>
                    <a:pt x="529922" y="35988"/>
                  </a:lnTo>
                  <a:lnTo>
                    <a:pt x="574389" y="23270"/>
                  </a:lnTo>
                  <a:lnTo>
                    <a:pt x="619921" y="13223"/>
                  </a:lnTo>
                  <a:lnTo>
                    <a:pt x="666427" y="5936"/>
                  </a:lnTo>
                  <a:lnTo>
                    <a:pt x="713820" y="1499"/>
                  </a:lnTo>
                  <a:lnTo>
                    <a:pt x="762008" y="0"/>
                  </a:lnTo>
                  <a:lnTo>
                    <a:pt x="4511728" y="0"/>
                  </a:lnTo>
                  <a:lnTo>
                    <a:pt x="4559917" y="1498"/>
                  </a:lnTo>
                  <a:lnTo>
                    <a:pt x="4607310" y="5936"/>
                  </a:lnTo>
                  <a:lnTo>
                    <a:pt x="4653817" y="13223"/>
                  </a:lnTo>
                  <a:lnTo>
                    <a:pt x="4699348" y="23271"/>
                  </a:lnTo>
                  <a:lnTo>
                    <a:pt x="4743816" y="35990"/>
                  </a:lnTo>
                  <a:lnTo>
                    <a:pt x="4787129" y="51291"/>
                  </a:lnTo>
                  <a:lnTo>
                    <a:pt x="4829200" y="69084"/>
                  </a:lnTo>
                  <a:lnTo>
                    <a:pt x="4869938" y="89281"/>
                  </a:lnTo>
                  <a:lnTo>
                    <a:pt x="4909255" y="111791"/>
                  </a:lnTo>
                  <a:lnTo>
                    <a:pt x="4947062" y="136525"/>
                  </a:lnTo>
                  <a:lnTo>
                    <a:pt x="4983269" y="163395"/>
                  </a:lnTo>
                  <a:lnTo>
                    <a:pt x="5017786" y="192311"/>
                  </a:lnTo>
                  <a:lnTo>
                    <a:pt x="5050525" y="223183"/>
                  </a:lnTo>
                  <a:lnTo>
                    <a:pt x="5081397" y="255923"/>
                  </a:lnTo>
                  <a:lnTo>
                    <a:pt x="5110312" y="290441"/>
                  </a:lnTo>
                  <a:lnTo>
                    <a:pt x="5137181" y="326648"/>
                  </a:lnTo>
                  <a:lnTo>
                    <a:pt x="5161915" y="364454"/>
                  </a:lnTo>
                  <a:lnTo>
                    <a:pt x="5184425" y="403771"/>
                  </a:lnTo>
                  <a:lnTo>
                    <a:pt x="5204621" y="444510"/>
                  </a:lnTo>
                  <a:lnTo>
                    <a:pt x="5222414" y="486580"/>
                  </a:lnTo>
                  <a:lnTo>
                    <a:pt x="5237715" y="529893"/>
                  </a:lnTo>
                  <a:lnTo>
                    <a:pt x="5250434" y="574360"/>
                  </a:lnTo>
                  <a:lnTo>
                    <a:pt x="5260483" y="619891"/>
                  </a:lnTo>
                  <a:lnTo>
                    <a:pt x="5267771" y="666397"/>
                  </a:lnTo>
                  <a:lnTo>
                    <a:pt x="5272210" y="713789"/>
                  </a:lnTo>
                  <a:lnTo>
                    <a:pt x="5273710" y="761978"/>
                  </a:lnTo>
                  <a:lnTo>
                    <a:pt x="5273711" y="3706435"/>
                  </a:lnTo>
                  <a:lnTo>
                    <a:pt x="5272213" y="3754624"/>
                  </a:lnTo>
                  <a:lnTo>
                    <a:pt x="5267776" y="3802017"/>
                  </a:lnTo>
                  <a:lnTo>
                    <a:pt x="5260489" y="3848524"/>
                  </a:lnTo>
                  <a:lnTo>
                    <a:pt x="5250442" y="3894057"/>
                  </a:lnTo>
                  <a:lnTo>
                    <a:pt x="5237723" y="3938524"/>
                  </a:lnTo>
                  <a:lnTo>
                    <a:pt x="5222423" y="3981839"/>
                  </a:lnTo>
                  <a:lnTo>
                    <a:pt x="5204630" y="4023910"/>
                  </a:lnTo>
                  <a:lnTo>
                    <a:pt x="5184435" y="4064649"/>
                  </a:lnTo>
                  <a:lnTo>
                    <a:pt x="5161925" y="4103967"/>
                  </a:lnTo>
                  <a:lnTo>
                    <a:pt x="5137191" y="4141774"/>
                  </a:lnTo>
                  <a:lnTo>
                    <a:pt x="5110321" y="4177982"/>
                  </a:lnTo>
                  <a:lnTo>
                    <a:pt x="5081406" y="4212501"/>
                  </a:lnTo>
                  <a:lnTo>
                    <a:pt x="5050534" y="4245241"/>
                  </a:lnTo>
                  <a:lnTo>
                    <a:pt x="5017794" y="4276114"/>
                  </a:lnTo>
                  <a:lnTo>
                    <a:pt x="4983276" y="4305030"/>
                  </a:lnTo>
                  <a:lnTo>
                    <a:pt x="4947069" y="4331901"/>
                  </a:lnTo>
                  <a:lnTo>
                    <a:pt x="4909262" y="4356636"/>
                  </a:lnTo>
                  <a:lnTo>
                    <a:pt x="4869944" y="4379146"/>
                  </a:lnTo>
                  <a:lnTo>
                    <a:pt x="4829205" y="4399343"/>
                  </a:lnTo>
                  <a:lnTo>
                    <a:pt x="4787133" y="4417136"/>
                  </a:lnTo>
                  <a:lnTo>
                    <a:pt x="4743819" y="4432437"/>
                  </a:lnTo>
                  <a:lnTo>
                    <a:pt x="4699351" y="4445157"/>
                  </a:lnTo>
                  <a:lnTo>
                    <a:pt x="4653818" y="4455205"/>
                  </a:lnTo>
                  <a:lnTo>
                    <a:pt x="4607311" y="4462492"/>
                  </a:lnTo>
                  <a:lnTo>
                    <a:pt x="4559917" y="4466930"/>
                  </a:lnTo>
                  <a:lnTo>
                    <a:pt x="4549948" y="4467227"/>
                  </a:lnTo>
                </a:path>
              </a:pathLst>
            </a:custGeom>
            <a:ln w="57150">
              <a:solidFill>
                <a:srgbClr val="BA9977"/>
              </a:solidFill>
            </a:ln>
          </p:spPr>
          <p:txBody>
            <a:bodyPr wrap="square" lIns="0" tIns="0" rIns="0" bIns="0" rtlCol="0"/>
            <a:lstStyle/>
            <a:p>
              <a:endParaRPr/>
            </a:p>
          </p:txBody>
        </p:sp>
      </p:grpSp>
      <p:sp>
        <p:nvSpPr>
          <p:cNvPr id="12" name="object 12"/>
          <p:cNvSpPr txBox="1">
            <a:spLocks noGrp="1"/>
          </p:cNvSpPr>
          <p:nvPr>
            <p:ph type="title"/>
          </p:nvPr>
        </p:nvSpPr>
        <p:spPr>
          <a:xfrm>
            <a:off x="3336093" y="292901"/>
            <a:ext cx="12385040" cy="1674817"/>
          </a:xfrm>
          <a:prstGeom prst="rect">
            <a:avLst/>
          </a:prstGeom>
        </p:spPr>
        <p:txBody>
          <a:bodyPr vert="horz" wrap="square" lIns="0" tIns="12700" rIns="0" bIns="0" rtlCol="0">
            <a:spAutoFit/>
          </a:bodyPr>
          <a:lstStyle/>
          <a:p>
            <a:pPr marL="3247390" marR="5080" indent="-1891664">
              <a:lnSpc>
                <a:spcPct val="115900"/>
              </a:lnSpc>
              <a:spcBef>
                <a:spcPts val="100"/>
              </a:spcBef>
            </a:pPr>
            <a:r>
              <a:rPr sz="4800" spc="665" dirty="0"/>
              <a:t>Q</a:t>
            </a:r>
            <a:r>
              <a:rPr lang="en-US" sz="4800" spc="665" dirty="0"/>
              <a:t>24</a:t>
            </a:r>
            <a:r>
              <a:rPr sz="4800" spc="125" dirty="0"/>
              <a:t> </a:t>
            </a:r>
            <a:r>
              <a:rPr sz="4800" spc="795" dirty="0"/>
              <a:t>-</a:t>
            </a:r>
            <a:r>
              <a:rPr lang="en-US" sz="4800" spc="795" dirty="0"/>
              <a:t>How frequently is each pizza ordered?</a:t>
            </a:r>
            <a:endParaRPr sz="4800" dirty="0"/>
          </a:p>
        </p:txBody>
      </p:sp>
      <p:sp>
        <p:nvSpPr>
          <p:cNvPr id="13" name="object 13"/>
          <p:cNvSpPr txBox="1"/>
          <p:nvPr/>
        </p:nvSpPr>
        <p:spPr>
          <a:xfrm>
            <a:off x="1595119" y="7037571"/>
            <a:ext cx="9065895" cy="2144177"/>
          </a:xfrm>
          <a:prstGeom prst="rect">
            <a:avLst/>
          </a:prstGeom>
        </p:spPr>
        <p:txBody>
          <a:bodyPr vert="horz" wrap="square" lIns="0" tIns="91440" rIns="0" bIns="0" rtlCol="0">
            <a:spAutoFit/>
          </a:bodyPr>
          <a:lstStyle/>
          <a:p>
            <a:pPr marL="12700">
              <a:lnSpc>
                <a:spcPct val="100000"/>
              </a:lnSpc>
              <a:spcBef>
                <a:spcPts val="720"/>
              </a:spcBef>
            </a:pPr>
            <a:r>
              <a:rPr sz="3150" spc="-110" dirty="0">
                <a:solidFill>
                  <a:srgbClr val="672912"/>
                </a:solidFill>
                <a:latin typeface="Verdana"/>
                <a:cs typeface="Verdana"/>
              </a:rPr>
              <a:t>Insight</a:t>
            </a:r>
            <a:r>
              <a:rPr sz="3150" spc="-300" dirty="0">
                <a:solidFill>
                  <a:srgbClr val="672912"/>
                </a:solidFill>
                <a:latin typeface="Verdana"/>
                <a:cs typeface="Verdana"/>
              </a:rPr>
              <a:t> </a:t>
            </a:r>
            <a:r>
              <a:rPr sz="3150" spc="-650" dirty="0">
                <a:solidFill>
                  <a:srgbClr val="672912"/>
                </a:solidFill>
                <a:latin typeface="Verdana"/>
                <a:cs typeface="Verdana"/>
              </a:rPr>
              <a:t>:</a:t>
            </a:r>
            <a:endParaRPr lang="en-US" sz="3150" spc="-650" dirty="0">
              <a:solidFill>
                <a:srgbClr val="672912"/>
              </a:solidFill>
              <a:latin typeface="Verdana"/>
              <a:cs typeface="Verdana"/>
            </a:endParaRPr>
          </a:p>
          <a:p>
            <a:pPr marL="12700">
              <a:lnSpc>
                <a:spcPct val="100000"/>
              </a:lnSpc>
              <a:spcBef>
                <a:spcPts val="720"/>
              </a:spcBef>
            </a:pPr>
            <a:r>
              <a:rPr lang="en-US" sz="3200" dirty="0">
                <a:solidFill>
                  <a:schemeClr val="accent2">
                    <a:lumMod val="50000"/>
                  </a:schemeClr>
                </a:solidFill>
              </a:rPr>
              <a:t>Classic Deluxe and Barbecue Chicken pizzas receive the highest number of orders, making them the most popular choices among customers.</a:t>
            </a:r>
          </a:p>
        </p:txBody>
      </p:sp>
      <p:sp>
        <p:nvSpPr>
          <p:cNvPr id="14" name="object 14"/>
          <p:cNvSpPr/>
          <p:nvPr/>
        </p:nvSpPr>
        <p:spPr>
          <a:xfrm>
            <a:off x="1308100" y="6702462"/>
            <a:ext cx="9639935" cy="2768409"/>
          </a:xfrm>
          <a:custGeom>
            <a:avLst/>
            <a:gdLst/>
            <a:ahLst/>
            <a:cxnLst/>
            <a:rect l="l" t="t" r="r" b="b"/>
            <a:pathLst>
              <a:path w="9639935" h="3167379">
                <a:moveTo>
                  <a:pt x="9639334" y="2410083"/>
                </a:moveTo>
                <a:lnTo>
                  <a:pt x="9637957" y="2453258"/>
                </a:lnTo>
                <a:lnTo>
                  <a:pt x="9633521" y="2500649"/>
                </a:lnTo>
                <a:lnTo>
                  <a:pt x="9626235" y="2547154"/>
                </a:lnTo>
                <a:lnTo>
                  <a:pt x="9616189" y="2592685"/>
                </a:lnTo>
                <a:lnTo>
                  <a:pt x="9603472" y="2637151"/>
                </a:lnTo>
                <a:lnTo>
                  <a:pt x="9588173" y="2680465"/>
                </a:lnTo>
                <a:lnTo>
                  <a:pt x="9570381" y="2722536"/>
                </a:lnTo>
                <a:lnTo>
                  <a:pt x="9550186" y="2763275"/>
                </a:lnTo>
                <a:lnTo>
                  <a:pt x="9527677" y="2802593"/>
                </a:lnTo>
                <a:lnTo>
                  <a:pt x="9502943" y="2840401"/>
                </a:lnTo>
                <a:lnTo>
                  <a:pt x="9476073" y="2876609"/>
                </a:lnTo>
                <a:lnTo>
                  <a:pt x="9447157" y="2911129"/>
                </a:lnTo>
                <a:lnTo>
                  <a:pt x="9416284" y="2943870"/>
                </a:lnTo>
                <a:lnTo>
                  <a:pt x="9383543" y="2974743"/>
                </a:lnTo>
                <a:lnTo>
                  <a:pt x="9349023" y="3003660"/>
                </a:lnTo>
                <a:lnTo>
                  <a:pt x="9312814" y="3030530"/>
                </a:lnTo>
                <a:lnTo>
                  <a:pt x="9275004" y="3055265"/>
                </a:lnTo>
                <a:lnTo>
                  <a:pt x="9235685" y="3077775"/>
                </a:lnTo>
                <a:lnTo>
                  <a:pt x="9194944" y="3097971"/>
                </a:lnTo>
                <a:lnTo>
                  <a:pt x="9152870" y="3115764"/>
                </a:lnTo>
                <a:lnTo>
                  <a:pt x="9109555" y="3131064"/>
                </a:lnTo>
                <a:lnTo>
                  <a:pt x="9065086" y="3143782"/>
                </a:lnTo>
                <a:lnTo>
                  <a:pt x="9019552" y="3153830"/>
                </a:lnTo>
                <a:lnTo>
                  <a:pt x="8973045" y="3161117"/>
                </a:lnTo>
                <a:lnTo>
                  <a:pt x="8925651" y="3165555"/>
                </a:lnTo>
                <a:lnTo>
                  <a:pt x="8877462" y="3167054"/>
                </a:lnTo>
                <a:lnTo>
                  <a:pt x="761988" y="3167054"/>
                </a:lnTo>
                <a:lnTo>
                  <a:pt x="713799" y="3165555"/>
                </a:lnTo>
                <a:lnTo>
                  <a:pt x="666406" y="3161118"/>
                </a:lnTo>
                <a:lnTo>
                  <a:pt x="619898" y="3153831"/>
                </a:lnTo>
                <a:lnTo>
                  <a:pt x="574366" y="3143784"/>
                </a:lnTo>
                <a:lnTo>
                  <a:pt x="529898" y="3131066"/>
                </a:lnTo>
                <a:lnTo>
                  <a:pt x="486583" y="3115766"/>
                </a:lnTo>
                <a:lnTo>
                  <a:pt x="444511" y="3097975"/>
                </a:lnTo>
                <a:lnTo>
                  <a:pt x="403771" y="3077779"/>
                </a:lnTo>
                <a:lnTo>
                  <a:pt x="364453" y="3055270"/>
                </a:lnTo>
                <a:lnTo>
                  <a:pt x="326644" y="3030536"/>
                </a:lnTo>
                <a:lnTo>
                  <a:pt x="290436" y="3003667"/>
                </a:lnTo>
                <a:lnTo>
                  <a:pt x="255917" y="2974752"/>
                </a:lnTo>
                <a:lnTo>
                  <a:pt x="223176" y="2943879"/>
                </a:lnTo>
                <a:lnTo>
                  <a:pt x="192303" y="2911139"/>
                </a:lnTo>
                <a:lnTo>
                  <a:pt x="163387" y="2876620"/>
                </a:lnTo>
                <a:lnTo>
                  <a:pt x="136517" y="2840413"/>
                </a:lnTo>
                <a:lnTo>
                  <a:pt x="111783" y="2802605"/>
                </a:lnTo>
                <a:lnTo>
                  <a:pt x="89273" y="2763287"/>
                </a:lnTo>
                <a:lnTo>
                  <a:pt x="69078" y="2722547"/>
                </a:lnTo>
                <a:lnTo>
                  <a:pt x="51286" y="2680475"/>
                </a:lnTo>
                <a:lnTo>
                  <a:pt x="35986" y="2637161"/>
                </a:lnTo>
                <a:lnTo>
                  <a:pt x="23268" y="2592693"/>
                </a:lnTo>
                <a:lnTo>
                  <a:pt x="13222" y="2547161"/>
                </a:lnTo>
                <a:lnTo>
                  <a:pt x="5935" y="2500654"/>
                </a:lnTo>
                <a:lnTo>
                  <a:pt x="1498" y="2453261"/>
                </a:lnTo>
                <a:lnTo>
                  <a:pt x="0" y="2405072"/>
                </a:lnTo>
                <a:lnTo>
                  <a:pt x="0" y="761988"/>
                </a:lnTo>
                <a:lnTo>
                  <a:pt x="1500" y="713799"/>
                </a:lnTo>
                <a:lnTo>
                  <a:pt x="5938" y="666406"/>
                </a:lnTo>
                <a:lnTo>
                  <a:pt x="13226" y="619899"/>
                </a:lnTo>
                <a:lnTo>
                  <a:pt x="23274" y="574368"/>
                </a:lnTo>
                <a:lnTo>
                  <a:pt x="35993" y="529900"/>
                </a:lnTo>
                <a:lnTo>
                  <a:pt x="51293" y="486586"/>
                </a:lnTo>
                <a:lnTo>
                  <a:pt x="69086" y="444515"/>
                </a:lnTo>
                <a:lnTo>
                  <a:pt x="89282" y="403775"/>
                </a:lnTo>
                <a:lnTo>
                  <a:pt x="111791" y="364457"/>
                </a:lnTo>
                <a:lnTo>
                  <a:pt x="136525" y="326650"/>
                </a:lnTo>
                <a:lnTo>
                  <a:pt x="163395" y="290442"/>
                </a:lnTo>
                <a:lnTo>
                  <a:pt x="192311" y="255924"/>
                </a:lnTo>
                <a:lnTo>
                  <a:pt x="223183" y="223183"/>
                </a:lnTo>
                <a:lnTo>
                  <a:pt x="255923" y="192310"/>
                </a:lnTo>
                <a:lnTo>
                  <a:pt x="290441" y="163394"/>
                </a:lnTo>
                <a:lnTo>
                  <a:pt x="326649" y="136524"/>
                </a:lnTo>
                <a:lnTo>
                  <a:pt x="364456" y="111790"/>
                </a:lnTo>
                <a:lnTo>
                  <a:pt x="403774" y="89280"/>
                </a:lnTo>
                <a:lnTo>
                  <a:pt x="444513" y="69084"/>
                </a:lnTo>
                <a:lnTo>
                  <a:pt x="486585" y="51291"/>
                </a:lnTo>
                <a:lnTo>
                  <a:pt x="529899" y="35990"/>
                </a:lnTo>
                <a:lnTo>
                  <a:pt x="574367" y="23272"/>
                </a:lnTo>
                <a:lnTo>
                  <a:pt x="619899" y="13224"/>
                </a:lnTo>
                <a:lnTo>
                  <a:pt x="666406" y="5937"/>
                </a:lnTo>
                <a:lnTo>
                  <a:pt x="713799" y="1499"/>
                </a:lnTo>
                <a:lnTo>
                  <a:pt x="761988" y="0"/>
                </a:lnTo>
                <a:lnTo>
                  <a:pt x="8877462" y="0"/>
                </a:lnTo>
                <a:lnTo>
                  <a:pt x="8925651" y="1499"/>
                </a:lnTo>
                <a:lnTo>
                  <a:pt x="8973044" y="5938"/>
                </a:lnTo>
                <a:lnTo>
                  <a:pt x="9019552" y="13226"/>
                </a:lnTo>
                <a:lnTo>
                  <a:pt x="9065085" y="23274"/>
                </a:lnTo>
                <a:lnTo>
                  <a:pt x="9109553" y="35993"/>
                </a:lnTo>
                <a:lnTo>
                  <a:pt x="9152869" y="51294"/>
                </a:lnTo>
                <a:lnTo>
                  <a:pt x="9194941" y="69088"/>
                </a:lnTo>
                <a:lnTo>
                  <a:pt x="9235681" y="89285"/>
                </a:lnTo>
                <a:lnTo>
                  <a:pt x="9275000" y="111796"/>
                </a:lnTo>
                <a:lnTo>
                  <a:pt x="9312808" y="136531"/>
                </a:lnTo>
                <a:lnTo>
                  <a:pt x="9349017" y="163402"/>
                </a:lnTo>
                <a:lnTo>
                  <a:pt x="9383536" y="192319"/>
                </a:lnTo>
                <a:lnTo>
                  <a:pt x="9416276" y="223193"/>
                </a:lnTo>
                <a:lnTo>
                  <a:pt x="9447149" y="255934"/>
                </a:lnTo>
                <a:lnTo>
                  <a:pt x="9476064" y="290453"/>
                </a:lnTo>
                <a:lnTo>
                  <a:pt x="9502934" y="326661"/>
                </a:lnTo>
                <a:lnTo>
                  <a:pt x="9527667" y="364469"/>
                </a:lnTo>
                <a:lnTo>
                  <a:pt x="9550177" y="403786"/>
                </a:lnTo>
                <a:lnTo>
                  <a:pt x="9570372" y="444525"/>
                </a:lnTo>
                <a:lnTo>
                  <a:pt x="9588164" y="486595"/>
                </a:lnTo>
                <a:lnTo>
                  <a:pt x="9603464" y="529908"/>
                </a:lnTo>
                <a:lnTo>
                  <a:pt x="9616182" y="574374"/>
                </a:lnTo>
                <a:lnTo>
                  <a:pt x="9626230" y="619904"/>
                </a:lnTo>
                <a:lnTo>
                  <a:pt x="9633517" y="666409"/>
                </a:lnTo>
                <a:lnTo>
                  <a:pt x="9637956" y="713800"/>
                </a:lnTo>
                <a:lnTo>
                  <a:pt x="9639331" y="757002"/>
                </a:lnTo>
              </a:path>
            </a:pathLst>
          </a:custGeom>
          <a:ln w="57150">
            <a:solidFill>
              <a:srgbClr val="BA9977"/>
            </a:solidFill>
          </a:ln>
        </p:spPr>
        <p:txBody>
          <a:bodyPr wrap="square" lIns="0" tIns="0" rIns="0" bIns="0" rtlCol="0"/>
          <a:lstStyle/>
          <a:p>
            <a:endParaRPr/>
          </a:p>
        </p:txBody>
      </p:sp>
      <p:pic>
        <p:nvPicPr>
          <p:cNvPr id="9" name="Picture 8">
            <a:extLst>
              <a:ext uri="{FF2B5EF4-FFF2-40B4-BE49-F238E27FC236}">
                <a16:creationId xmlns:a16="http://schemas.microsoft.com/office/drawing/2014/main" id="{D0975B8C-B52A-47FA-BB1B-B4AF5821DEE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98164" y="2915798"/>
            <a:ext cx="11246236" cy="2549761"/>
          </a:xfrm>
          <a:prstGeom prst="rect">
            <a:avLst/>
          </a:prstGeom>
        </p:spPr>
      </p:pic>
      <p:pic>
        <p:nvPicPr>
          <p:cNvPr id="17" name="Picture 16">
            <a:extLst>
              <a:ext uri="{FF2B5EF4-FFF2-40B4-BE49-F238E27FC236}">
                <a16:creationId xmlns:a16="http://schemas.microsoft.com/office/drawing/2014/main" id="{2331A16A-DA79-46A4-A4D9-44D40A7BFAB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115800" y="6053377"/>
            <a:ext cx="2746016" cy="3577243"/>
          </a:xfrm>
          <a:prstGeom prst="rect">
            <a:avLst/>
          </a:prstGeom>
        </p:spPr>
      </p:pic>
      <p:pic>
        <p:nvPicPr>
          <p:cNvPr id="21" name="Picture 20">
            <a:extLst>
              <a:ext uri="{FF2B5EF4-FFF2-40B4-BE49-F238E27FC236}">
                <a16:creationId xmlns:a16="http://schemas.microsoft.com/office/drawing/2014/main" id="{2AD770CD-5A9A-4A16-8736-998082A65C1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014216" y="6109957"/>
            <a:ext cx="2746016" cy="3577243"/>
          </a:xfrm>
          <a:prstGeom prst="rect">
            <a:avLst/>
          </a:prstGeom>
        </p:spPr>
      </p:pic>
    </p:spTree>
    <p:extLst>
      <p:ext uri="{BB962C8B-B14F-4D97-AF65-F5344CB8AC3E}">
        <p14:creationId xmlns:p14="http://schemas.microsoft.com/office/powerpoint/2010/main" val="11841036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9188"/>
            <a:ext cx="2873847" cy="2743199"/>
          </a:xfrm>
          <a:prstGeom prst="rect">
            <a:avLst/>
          </a:prstGeom>
        </p:spPr>
      </p:pic>
      <p:pic>
        <p:nvPicPr>
          <p:cNvPr id="3" name="object 3"/>
          <p:cNvPicPr/>
          <p:nvPr/>
        </p:nvPicPr>
        <p:blipFill>
          <a:blip r:embed="rId3" cstate="print"/>
          <a:stretch>
            <a:fillRect/>
          </a:stretch>
        </p:blipFill>
        <p:spPr>
          <a:xfrm>
            <a:off x="15882073" y="-1"/>
            <a:ext cx="2405923" cy="2146299"/>
          </a:xfrm>
          <a:prstGeom prst="rect">
            <a:avLst/>
          </a:prstGeom>
        </p:spPr>
      </p:pic>
      <p:pic>
        <p:nvPicPr>
          <p:cNvPr id="4" name="object 4"/>
          <p:cNvPicPr/>
          <p:nvPr/>
        </p:nvPicPr>
        <p:blipFill>
          <a:blip r:embed="rId4" cstate="print"/>
          <a:stretch>
            <a:fillRect/>
          </a:stretch>
        </p:blipFill>
        <p:spPr>
          <a:xfrm>
            <a:off x="2380753" y="4658575"/>
            <a:ext cx="3567131" cy="3567329"/>
          </a:xfrm>
          <a:prstGeom prst="rect">
            <a:avLst/>
          </a:prstGeom>
        </p:spPr>
      </p:pic>
      <p:pic>
        <p:nvPicPr>
          <p:cNvPr id="5" name="object 5"/>
          <p:cNvPicPr/>
          <p:nvPr/>
        </p:nvPicPr>
        <p:blipFill>
          <a:blip r:embed="rId5" cstate="print"/>
          <a:stretch>
            <a:fillRect/>
          </a:stretch>
        </p:blipFill>
        <p:spPr>
          <a:xfrm>
            <a:off x="15898251" y="7180877"/>
            <a:ext cx="2400724" cy="3105919"/>
          </a:xfrm>
          <a:prstGeom prst="rect">
            <a:avLst/>
          </a:prstGeom>
        </p:spPr>
      </p:pic>
      <p:sp>
        <p:nvSpPr>
          <p:cNvPr id="6" name="object 6"/>
          <p:cNvSpPr/>
          <p:nvPr/>
        </p:nvSpPr>
        <p:spPr>
          <a:xfrm>
            <a:off x="3084115" y="418683"/>
            <a:ext cx="12519025" cy="1739900"/>
          </a:xfrm>
          <a:custGeom>
            <a:avLst/>
            <a:gdLst/>
            <a:ahLst/>
            <a:cxnLst/>
            <a:rect l="l" t="t" r="r" b="b"/>
            <a:pathLst>
              <a:path w="12519025" h="1739900">
                <a:moveTo>
                  <a:pt x="12321268" y="1739800"/>
                </a:moveTo>
                <a:lnTo>
                  <a:pt x="200024" y="1739800"/>
                </a:lnTo>
                <a:lnTo>
                  <a:pt x="154161" y="1734518"/>
                </a:lnTo>
                <a:lnTo>
                  <a:pt x="112059" y="1719470"/>
                </a:lnTo>
                <a:lnTo>
                  <a:pt x="74919" y="1695857"/>
                </a:lnTo>
                <a:lnTo>
                  <a:pt x="43943" y="1664880"/>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4" y="0"/>
                </a:lnTo>
                <a:lnTo>
                  <a:pt x="12321268" y="0"/>
                </a:lnTo>
                <a:lnTo>
                  <a:pt x="12367139" y="5282"/>
                </a:lnTo>
                <a:lnTo>
                  <a:pt x="12409245" y="20330"/>
                </a:lnTo>
                <a:lnTo>
                  <a:pt x="12446387" y="43943"/>
                </a:lnTo>
                <a:lnTo>
                  <a:pt x="12477365" y="74919"/>
                </a:lnTo>
                <a:lnTo>
                  <a:pt x="12500978" y="112059"/>
                </a:lnTo>
                <a:lnTo>
                  <a:pt x="12516025" y="154161"/>
                </a:lnTo>
                <a:lnTo>
                  <a:pt x="12518407" y="174837"/>
                </a:lnTo>
                <a:lnTo>
                  <a:pt x="12518407" y="1564963"/>
                </a:lnTo>
                <a:lnTo>
                  <a:pt x="12500978" y="1627741"/>
                </a:lnTo>
                <a:lnTo>
                  <a:pt x="12477365" y="1664880"/>
                </a:lnTo>
                <a:lnTo>
                  <a:pt x="12446387" y="1695857"/>
                </a:lnTo>
                <a:lnTo>
                  <a:pt x="12409245" y="1719470"/>
                </a:lnTo>
                <a:lnTo>
                  <a:pt x="12367139" y="1734518"/>
                </a:lnTo>
                <a:lnTo>
                  <a:pt x="12321268" y="1739800"/>
                </a:lnTo>
                <a:close/>
              </a:path>
            </a:pathLst>
          </a:custGeom>
          <a:solidFill>
            <a:srgbClr val="DABD9D">
              <a:alpha val="78999"/>
            </a:srgbClr>
          </a:solidFill>
        </p:spPr>
        <p:txBody>
          <a:bodyPr wrap="square" lIns="0" tIns="0" rIns="0" bIns="0" rtlCol="0"/>
          <a:lstStyle/>
          <a:p>
            <a:endParaRPr/>
          </a:p>
        </p:txBody>
      </p:sp>
      <p:sp>
        <p:nvSpPr>
          <p:cNvPr id="10" name="object 10"/>
          <p:cNvSpPr/>
          <p:nvPr/>
        </p:nvSpPr>
        <p:spPr>
          <a:xfrm>
            <a:off x="11649730" y="4803555"/>
            <a:ext cx="5845175" cy="4141470"/>
          </a:xfrm>
          <a:custGeom>
            <a:avLst/>
            <a:gdLst/>
            <a:ahLst/>
            <a:cxnLst/>
            <a:rect l="l" t="t" r="r" b="b"/>
            <a:pathLst>
              <a:path w="5845175" h="4141470">
                <a:moveTo>
                  <a:pt x="761976" y="0"/>
                </a:moveTo>
                <a:lnTo>
                  <a:pt x="5083007" y="0"/>
                </a:lnTo>
                <a:lnTo>
                  <a:pt x="5131196" y="1497"/>
                </a:lnTo>
                <a:lnTo>
                  <a:pt x="5178589" y="5933"/>
                </a:lnTo>
                <a:lnTo>
                  <a:pt x="5225096" y="13220"/>
                </a:lnTo>
                <a:lnTo>
                  <a:pt x="5270629" y="23266"/>
                </a:lnTo>
                <a:lnTo>
                  <a:pt x="5315097" y="35984"/>
                </a:lnTo>
                <a:lnTo>
                  <a:pt x="5358411" y="51284"/>
                </a:lnTo>
                <a:lnTo>
                  <a:pt x="5400483" y="69076"/>
                </a:lnTo>
                <a:lnTo>
                  <a:pt x="5441222" y="89271"/>
                </a:lnTo>
                <a:lnTo>
                  <a:pt x="5480541" y="111781"/>
                </a:lnTo>
                <a:lnTo>
                  <a:pt x="5518348" y="136515"/>
                </a:lnTo>
                <a:lnTo>
                  <a:pt x="5554556" y="163384"/>
                </a:lnTo>
                <a:lnTo>
                  <a:pt x="5589074" y="192300"/>
                </a:lnTo>
                <a:lnTo>
                  <a:pt x="5621814" y="223173"/>
                </a:lnTo>
                <a:lnTo>
                  <a:pt x="5652687" y="255913"/>
                </a:lnTo>
                <a:lnTo>
                  <a:pt x="5681602" y="290432"/>
                </a:lnTo>
                <a:lnTo>
                  <a:pt x="5708471" y="326640"/>
                </a:lnTo>
                <a:lnTo>
                  <a:pt x="5733205" y="364447"/>
                </a:lnTo>
                <a:lnTo>
                  <a:pt x="5755715" y="403765"/>
                </a:lnTo>
                <a:lnTo>
                  <a:pt x="5775910" y="444504"/>
                </a:lnTo>
                <a:lnTo>
                  <a:pt x="5793703" y="486575"/>
                </a:lnTo>
                <a:lnTo>
                  <a:pt x="5809003" y="529889"/>
                </a:lnTo>
                <a:lnTo>
                  <a:pt x="5821722" y="574356"/>
                </a:lnTo>
                <a:lnTo>
                  <a:pt x="5831770" y="619888"/>
                </a:lnTo>
                <a:lnTo>
                  <a:pt x="5839058" y="666394"/>
                </a:lnTo>
                <a:lnTo>
                  <a:pt x="5843497" y="713787"/>
                </a:lnTo>
                <a:lnTo>
                  <a:pt x="5844997" y="761976"/>
                </a:lnTo>
                <a:lnTo>
                  <a:pt x="5844997" y="3378870"/>
                </a:lnTo>
                <a:lnTo>
                  <a:pt x="5843499" y="3427059"/>
                </a:lnTo>
                <a:lnTo>
                  <a:pt x="5839063" y="3474451"/>
                </a:lnTo>
                <a:lnTo>
                  <a:pt x="5831776" y="3520958"/>
                </a:lnTo>
                <a:lnTo>
                  <a:pt x="5821729" y="3566490"/>
                </a:lnTo>
                <a:lnTo>
                  <a:pt x="5809012" y="3610958"/>
                </a:lnTo>
                <a:lnTo>
                  <a:pt x="5793712" y="3654273"/>
                </a:lnTo>
                <a:lnTo>
                  <a:pt x="5775920" y="3696344"/>
                </a:lnTo>
                <a:lnTo>
                  <a:pt x="5755725" y="3737084"/>
                </a:lnTo>
                <a:lnTo>
                  <a:pt x="5733216" y="3776403"/>
                </a:lnTo>
                <a:lnTo>
                  <a:pt x="5708482" y="3814211"/>
                </a:lnTo>
                <a:lnTo>
                  <a:pt x="5681612" y="3850419"/>
                </a:lnTo>
                <a:lnTo>
                  <a:pt x="5652697" y="3884939"/>
                </a:lnTo>
                <a:lnTo>
                  <a:pt x="5621824" y="3917680"/>
                </a:lnTo>
                <a:lnTo>
                  <a:pt x="5589084" y="3948553"/>
                </a:lnTo>
                <a:lnTo>
                  <a:pt x="5554565" y="3977469"/>
                </a:lnTo>
                <a:lnTo>
                  <a:pt x="5518356" y="4004340"/>
                </a:lnTo>
                <a:lnTo>
                  <a:pt x="5480548" y="4029075"/>
                </a:lnTo>
                <a:lnTo>
                  <a:pt x="5441229" y="4051585"/>
                </a:lnTo>
                <a:lnTo>
                  <a:pt x="5400489" y="4071781"/>
                </a:lnTo>
                <a:lnTo>
                  <a:pt x="5358416" y="4089573"/>
                </a:lnTo>
                <a:lnTo>
                  <a:pt x="5315101" y="4104873"/>
                </a:lnTo>
                <a:lnTo>
                  <a:pt x="5270632" y="4117591"/>
                </a:lnTo>
                <a:lnTo>
                  <a:pt x="5225099" y="4127638"/>
                </a:lnTo>
                <a:lnTo>
                  <a:pt x="5178590" y="4134925"/>
                </a:lnTo>
                <a:lnTo>
                  <a:pt x="5131196" y="4139361"/>
                </a:lnTo>
                <a:lnTo>
                  <a:pt x="5083007" y="4140860"/>
                </a:lnTo>
                <a:lnTo>
                  <a:pt x="761975" y="4140859"/>
                </a:lnTo>
                <a:lnTo>
                  <a:pt x="713786" y="4139359"/>
                </a:lnTo>
                <a:lnTo>
                  <a:pt x="666393" y="4134919"/>
                </a:lnTo>
                <a:lnTo>
                  <a:pt x="619886" y="4127630"/>
                </a:lnTo>
                <a:lnTo>
                  <a:pt x="574354" y="4117581"/>
                </a:lnTo>
                <a:lnTo>
                  <a:pt x="529887" y="4104861"/>
                </a:lnTo>
                <a:lnTo>
                  <a:pt x="486573" y="4089560"/>
                </a:lnTo>
                <a:lnTo>
                  <a:pt x="444502" y="4071767"/>
                </a:lnTo>
                <a:lnTo>
                  <a:pt x="403764" y="4051570"/>
                </a:lnTo>
                <a:lnTo>
                  <a:pt x="364446" y="4029060"/>
                </a:lnTo>
                <a:lnTo>
                  <a:pt x="326640" y="4004325"/>
                </a:lnTo>
                <a:lnTo>
                  <a:pt x="290433" y="3977455"/>
                </a:lnTo>
                <a:lnTo>
                  <a:pt x="255915" y="3948539"/>
                </a:lnTo>
                <a:lnTo>
                  <a:pt x="223175" y="3917667"/>
                </a:lnTo>
                <a:lnTo>
                  <a:pt x="192303" y="3884927"/>
                </a:lnTo>
                <a:lnTo>
                  <a:pt x="163388" y="3850408"/>
                </a:lnTo>
                <a:lnTo>
                  <a:pt x="136518" y="3814201"/>
                </a:lnTo>
                <a:lnTo>
                  <a:pt x="111784" y="3776394"/>
                </a:lnTo>
                <a:lnTo>
                  <a:pt x="89275" y="3737077"/>
                </a:lnTo>
                <a:lnTo>
                  <a:pt x="69079" y="3696338"/>
                </a:lnTo>
                <a:lnTo>
                  <a:pt x="51287" y="3654268"/>
                </a:lnTo>
                <a:lnTo>
                  <a:pt x="35987" y="3610954"/>
                </a:lnTo>
                <a:lnTo>
                  <a:pt x="23269" y="3566487"/>
                </a:lnTo>
                <a:lnTo>
                  <a:pt x="13222" y="3520956"/>
                </a:lnTo>
                <a:lnTo>
                  <a:pt x="5935" y="3474450"/>
                </a:lnTo>
                <a:lnTo>
                  <a:pt x="1498" y="3427058"/>
                </a:lnTo>
                <a:lnTo>
                  <a:pt x="0" y="3378870"/>
                </a:lnTo>
                <a:lnTo>
                  <a:pt x="0" y="761976"/>
                </a:lnTo>
                <a:lnTo>
                  <a:pt x="1501" y="713787"/>
                </a:lnTo>
                <a:lnTo>
                  <a:pt x="5940" y="666396"/>
                </a:lnTo>
                <a:lnTo>
                  <a:pt x="13228" y="619890"/>
                </a:lnTo>
                <a:lnTo>
                  <a:pt x="23277" y="574359"/>
                </a:lnTo>
                <a:lnTo>
                  <a:pt x="35996" y="529893"/>
                </a:lnTo>
                <a:lnTo>
                  <a:pt x="51297" y="486580"/>
                </a:lnTo>
                <a:lnTo>
                  <a:pt x="69090" y="444510"/>
                </a:lnTo>
                <a:lnTo>
                  <a:pt x="89286" y="403772"/>
                </a:lnTo>
                <a:lnTo>
                  <a:pt x="111795" y="364455"/>
                </a:lnTo>
                <a:lnTo>
                  <a:pt x="136529" y="326649"/>
                </a:lnTo>
                <a:lnTo>
                  <a:pt x="163398" y="290442"/>
                </a:lnTo>
                <a:lnTo>
                  <a:pt x="192314" y="255925"/>
                </a:lnTo>
                <a:lnTo>
                  <a:pt x="223185" y="223186"/>
                </a:lnTo>
                <a:lnTo>
                  <a:pt x="255925" y="192314"/>
                </a:lnTo>
                <a:lnTo>
                  <a:pt x="290442" y="163399"/>
                </a:lnTo>
                <a:lnTo>
                  <a:pt x="326648" y="136529"/>
                </a:lnTo>
                <a:lnTo>
                  <a:pt x="364455" y="111795"/>
                </a:lnTo>
                <a:lnTo>
                  <a:pt x="403771" y="89285"/>
                </a:lnTo>
                <a:lnTo>
                  <a:pt x="444509" y="69089"/>
                </a:lnTo>
                <a:lnTo>
                  <a:pt x="486579" y="51296"/>
                </a:lnTo>
                <a:lnTo>
                  <a:pt x="529892" y="35995"/>
                </a:lnTo>
                <a:lnTo>
                  <a:pt x="574359" y="23276"/>
                </a:lnTo>
                <a:lnTo>
                  <a:pt x="619889" y="13227"/>
                </a:lnTo>
                <a:lnTo>
                  <a:pt x="666395" y="5939"/>
                </a:lnTo>
                <a:lnTo>
                  <a:pt x="713787" y="1499"/>
                </a:lnTo>
                <a:lnTo>
                  <a:pt x="761976" y="0"/>
                </a:lnTo>
              </a:path>
            </a:pathLst>
          </a:custGeom>
          <a:ln w="57150">
            <a:solidFill>
              <a:srgbClr val="BA9977"/>
            </a:solidFill>
          </a:ln>
        </p:spPr>
        <p:txBody>
          <a:bodyPr wrap="square" lIns="0" tIns="0" rIns="0" bIns="0" rtlCol="0"/>
          <a:lstStyle/>
          <a:p>
            <a:endParaRPr/>
          </a:p>
        </p:txBody>
      </p:sp>
      <p:sp>
        <p:nvSpPr>
          <p:cNvPr id="11" name="object 11"/>
          <p:cNvSpPr txBox="1">
            <a:spLocks noGrp="1"/>
          </p:cNvSpPr>
          <p:nvPr>
            <p:ph type="title"/>
          </p:nvPr>
        </p:nvSpPr>
        <p:spPr>
          <a:xfrm>
            <a:off x="3336093" y="292901"/>
            <a:ext cx="12385040" cy="1674817"/>
          </a:xfrm>
          <a:prstGeom prst="rect">
            <a:avLst/>
          </a:prstGeom>
        </p:spPr>
        <p:txBody>
          <a:bodyPr vert="horz" wrap="square" lIns="0" tIns="12700" rIns="0" bIns="0" rtlCol="0">
            <a:spAutoFit/>
          </a:bodyPr>
          <a:lstStyle/>
          <a:p>
            <a:pPr marL="942340" marR="5080" indent="-610870">
              <a:lnSpc>
                <a:spcPct val="115900"/>
              </a:lnSpc>
              <a:spcBef>
                <a:spcPts val="100"/>
              </a:spcBef>
            </a:pPr>
            <a:r>
              <a:rPr sz="4800" spc="625" dirty="0"/>
              <a:t>Q</a:t>
            </a:r>
            <a:r>
              <a:rPr lang="en-US" sz="4800" spc="625" dirty="0"/>
              <a:t>2</a:t>
            </a:r>
            <a:r>
              <a:rPr sz="4800" spc="625" dirty="0"/>
              <a:t>5</a:t>
            </a:r>
            <a:r>
              <a:rPr sz="4800" spc="130" dirty="0"/>
              <a:t> </a:t>
            </a:r>
            <a:r>
              <a:rPr sz="4800" spc="795" dirty="0"/>
              <a:t>-</a:t>
            </a:r>
            <a:r>
              <a:rPr sz="4800" spc="135" dirty="0"/>
              <a:t> </a:t>
            </a:r>
            <a:r>
              <a:rPr lang="en-US" sz="4800" spc="390" dirty="0"/>
              <a:t>Which pizzas contribute most to total revenue?</a:t>
            </a:r>
            <a:endParaRPr sz="4800" dirty="0"/>
          </a:p>
        </p:txBody>
      </p:sp>
      <p:sp>
        <p:nvSpPr>
          <p:cNvPr id="12" name="object 12"/>
          <p:cNvSpPr txBox="1"/>
          <p:nvPr/>
        </p:nvSpPr>
        <p:spPr>
          <a:xfrm>
            <a:off x="901700" y="6297720"/>
            <a:ext cx="8008620" cy="2135841"/>
          </a:xfrm>
          <a:prstGeom prst="rect">
            <a:avLst/>
          </a:prstGeom>
        </p:spPr>
        <p:txBody>
          <a:bodyPr vert="horz" wrap="square" lIns="0" tIns="90805" rIns="0" bIns="0" rtlCol="0">
            <a:spAutoFit/>
          </a:bodyPr>
          <a:lstStyle/>
          <a:p>
            <a:pPr marL="12700">
              <a:lnSpc>
                <a:spcPct val="100000"/>
              </a:lnSpc>
              <a:spcBef>
                <a:spcPts val="715"/>
              </a:spcBef>
            </a:pPr>
            <a:r>
              <a:rPr sz="3100" spc="-114" dirty="0">
                <a:solidFill>
                  <a:srgbClr val="672912"/>
                </a:solidFill>
                <a:latin typeface="Verdana"/>
                <a:cs typeface="Verdana"/>
              </a:rPr>
              <a:t>Insight</a:t>
            </a:r>
            <a:r>
              <a:rPr sz="3100" spc="-260" dirty="0">
                <a:solidFill>
                  <a:srgbClr val="672912"/>
                </a:solidFill>
                <a:latin typeface="Verdana"/>
                <a:cs typeface="Verdana"/>
              </a:rPr>
              <a:t> </a:t>
            </a:r>
            <a:r>
              <a:rPr sz="3100" spc="-645" dirty="0">
                <a:solidFill>
                  <a:srgbClr val="672912"/>
                </a:solidFill>
                <a:latin typeface="Verdana"/>
                <a:cs typeface="Verdana"/>
              </a:rPr>
              <a:t>:</a:t>
            </a:r>
            <a:endParaRPr lang="en-US" sz="3100" spc="-10" dirty="0">
              <a:solidFill>
                <a:srgbClr val="672912"/>
              </a:solidFill>
              <a:latin typeface="Verdana"/>
              <a:cs typeface="Verdana"/>
            </a:endParaRPr>
          </a:p>
          <a:p>
            <a:pPr marL="12700">
              <a:lnSpc>
                <a:spcPct val="100000"/>
              </a:lnSpc>
              <a:spcBef>
                <a:spcPts val="715"/>
              </a:spcBef>
            </a:pPr>
            <a:r>
              <a:rPr lang="en-US" sz="3200" dirty="0">
                <a:solidFill>
                  <a:schemeClr val="accent2">
                    <a:lumMod val="50000"/>
                  </a:schemeClr>
                </a:solidFill>
              </a:rPr>
              <a:t>The Thai Chicken Pizza ranks #1 in revenue, followed by Barbecue Chicken and California Chicken pizzas.</a:t>
            </a:r>
            <a:endParaRPr sz="3100" dirty="0">
              <a:solidFill>
                <a:schemeClr val="accent2">
                  <a:lumMod val="50000"/>
                </a:schemeClr>
              </a:solidFill>
              <a:latin typeface="Verdana"/>
              <a:cs typeface="Verdana"/>
            </a:endParaRPr>
          </a:p>
        </p:txBody>
      </p:sp>
      <p:sp>
        <p:nvSpPr>
          <p:cNvPr id="13" name="object 13"/>
          <p:cNvSpPr/>
          <p:nvPr/>
        </p:nvSpPr>
        <p:spPr>
          <a:xfrm>
            <a:off x="467910" y="6079936"/>
            <a:ext cx="8676005" cy="2865089"/>
          </a:xfrm>
          <a:custGeom>
            <a:avLst/>
            <a:gdLst/>
            <a:ahLst/>
            <a:cxnLst/>
            <a:rect l="l" t="t" r="r" b="b"/>
            <a:pathLst>
              <a:path w="8676005" h="3867150">
                <a:moveTo>
                  <a:pt x="691797" y="3867155"/>
                </a:moveTo>
                <a:lnTo>
                  <a:pt x="619977" y="3857493"/>
                </a:lnTo>
                <a:lnTo>
                  <a:pt x="574445" y="3847446"/>
                </a:lnTo>
                <a:lnTo>
                  <a:pt x="529977" y="3834728"/>
                </a:lnTo>
                <a:lnTo>
                  <a:pt x="486663" y="3819429"/>
                </a:lnTo>
                <a:lnTo>
                  <a:pt x="444591" y="3801637"/>
                </a:lnTo>
                <a:lnTo>
                  <a:pt x="403852" y="3781442"/>
                </a:lnTo>
                <a:lnTo>
                  <a:pt x="364533" y="3758933"/>
                </a:lnTo>
                <a:lnTo>
                  <a:pt x="326725" y="3734199"/>
                </a:lnTo>
                <a:lnTo>
                  <a:pt x="290517" y="3707330"/>
                </a:lnTo>
                <a:lnTo>
                  <a:pt x="255997" y="3678414"/>
                </a:lnTo>
                <a:lnTo>
                  <a:pt x="223256" y="3647542"/>
                </a:lnTo>
                <a:lnTo>
                  <a:pt x="192383" y="3614801"/>
                </a:lnTo>
                <a:lnTo>
                  <a:pt x="163467" y="3580283"/>
                </a:lnTo>
                <a:lnTo>
                  <a:pt x="136597" y="3544075"/>
                </a:lnTo>
                <a:lnTo>
                  <a:pt x="111862" y="3506267"/>
                </a:lnTo>
                <a:lnTo>
                  <a:pt x="89353" y="3466948"/>
                </a:lnTo>
                <a:lnTo>
                  <a:pt x="69157" y="3426208"/>
                </a:lnTo>
                <a:lnTo>
                  <a:pt x="51365" y="3384136"/>
                </a:lnTo>
                <a:lnTo>
                  <a:pt x="36065" y="3340821"/>
                </a:lnTo>
                <a:lnTo>
                  <a:pt x="23347" y="3296353"/>
                </a:lnTo>
                <a:lnTo>
                  <a:pt x="13301" y="3250821"/>
                </a:lnTo>
                <a:lnTo>
                  <a:pt x="6014" y="3204313"/>
                </a:lnTo>
                <a:lnTo>
                  <a:pt x="1577" y="3156920"/>
                </a:lnTo>
                <a:lnTo>
                  <a:pt x="0" y="3108731"/>
                </a:lnTo>
                <a:lnTo>
                  <a:pt x="0" y="761983"/>
                </a:lnTo>
                <a:lnTo>
                  <a:pt x="1579" y="713796"/>
                </a:lnTo>
                <a:lnTo>
                  <a:pt x="6018" y="666404"/>
                </a:lnTo>
                <a:lnTo>
                  <a:pt x="13306" y="619897"/>
                </a:lnTo>
                <a:lnTo>
                  <a:pt x="23354" y="574366"/>
                </a:lnTo>
                <a:lnTo>
                  <a:pt x="36072" y="529898"/>
                </a:lnTo>
                <a:lnTo>
                  <a:pt x="51373" y="486585"/>
                </a:lnTo>
                <a:lnTo>
                  <a:pt x="69166" y="444514"/>
                </a:lnTo>
                <a:lnTo>
                  <a:pt x="89361" y="403774"/>
                </a:lnTo>
                <a:lnTo>
                  <a:pt x="111871" y="364457"/>
                </a:lnTo>
                <a:lnTo>
                  <a:pt x="136605" y="326649"/>
                </a:lnTo>
                <a:lnTo>
                  <a:pt x="163474" y="290442"/>
                </a:lnTo>
                <a:lnTo>
                  <a:pt x="192390" y="255923"/>
                </a:lnTo>
                <a:lnTo>
                  <a:pt x="223262" y="223183"/>
                </a:lnTo>
                <a:lnTo>
                  <a:pt x="256002" y="192310"/>
                </a:lnTo>
                <a:lnTo>
                  <a:pt x="290520" y="163394"/>
                </a:lnTo>
                <a:lnTo>
                  <a:pt x="326727" y="136524"/>
                </a:lnTo>
                <a:lnTo>
                  <a:pt x="364534" y="111790"/>
                </a:lnTo>
                <a:lnTo>
                  <a:pt x="403852" y="89280"/>
                </a:lnTo>
                <a:lnTo>
                  <a:pt x="444591" y="69084"/>
                </a:lnTo>
                <a:lnTo>
                  <a:pt x="486662" y="51291"/>
                </a:lnTo>
                <a:lnTo>
                  <a:pt x="529976" y="35991"/>
                </a:lnTo>
                <a:lnTo>
                  <a:pt x="574444" y="23272"/>
                </a:lnTo>
                <a:lnTo>
                  <a:pt x="619976" y="13224"/>
                </a:lnTo>
                <a:lnTo>
                  <a:pt x="666483" y="5937"/>
                </a:lnTo>
                <a:lnTo>
                  <a:pt x="713875" y="1499"/>
                </a:lnTo>
                <a:lnTo>
                  <a:pt x="762064" y="0"/>
                </a:lnTo>
                <a:lnTo>
                  <a:pt x="7914020" y="0"/>
                </a:lnTo>
                <a:lnTo>
                  <a:pt x="7962210" y="1498"/>
                </a:lnTo>
                <a:lnTo>
                  <a:pt x="8009603" y="5935"/>
                </a:lnTo>
                <a:lnTo>
                  <a:pt x="8056110" y="13223"/>
                </a:lnTo>
                <a:lnTo>
                  <a:pt x="8101642" y="23270"/>
                </a:lnTo>
                <a:lnTo>
                  <a:pt x="8146110" y="35988"/>
                </a:lnTo>
                <a:lnTo>
                  <a:pt x="8189424" y="51289"/>
                </a:lnTo>
                <a:lnTo>
                  <a:pt x="8231496" y="69082"/>
                </a:lnTo>
                <a:lnTo>
                  <a:pt x="8272235" y="89278"/>
                </a:lnTo>
                <a:lnTo>
                  <a:pt x="8311553" y="111788"/>
                </a:lnTo>
                <a:lnTo>
                  <a:pt x="8349360" y="136523"/>
                </a:lnTo>
                <a:lnTo>
                  <a:pt x="8385567" y="163394"/>
                </a:lnTo>
                <a:lnTo>
                  <a:pt x="8420085" y="192310"/>
                </a:lnTo>
                <a:lnTo>
                  <a:pt x="8452825" y="223184"/>
                </a:lnTo>
                <a:lnTo>
                  <a:pt x="8483697" y="255924"/>
                </a:lnTo>
                <a:lnTo>
                  <a:pt x="8512611" y="290444"/>
                </a:lnTo>
                <a:lnTo>
                  <a:pt x="8539480" y="326652"/>
                </a:lnTo>
                <a:lnTo>
                  <a:pt x="8564213" y="364459"/>
                </a:lnTo>
                <a:lnTo>
                  <a:pt x="8586721" y="403777"/>
                </a:lnTo>
                <a:lnTo>
                  <a:pt x="8606916" y="444516"/>
                </a:lnTo>
                <a:lnTo>
                  <a:pt x="8624708" y="486587"/>
                </a:lnTo>
                <a:lnTo>
                  <a:pt x="8640007" y="529901"/>
                </a:lnTo>
                <a:lnTo>
                  <a:pt x="8652725" y="574368"/>
                </a:lnTo>
                <a:lnTo>
                  <a:pt x="8662772" y="619899"/>
                </a:lnTo>
                <a:lnTo>
                  <a:pt x="8670060" y="666405"/>
                </a:lnTo>
                <a:lnTo>
                  <a:pt x="8674498" y="713797"/>
                </a:lnTo>
                <a:lnTo>
                  <a:pt x="8675997" y="761985"/>
                </a:lnTo>
                <a:lnTo>
                  <a:pt x="8675998" y="3108731"/>
                </a:lnTo>
                <a:lnTo>
                  <a:pt x="8674500" y="3156919"/>
                </a:lnTo>
                <a:lnTo>
                  <a:pt x="8670064" y="3204312"/>
                </a:lnTo>
                <a:lnTo>
                  <a:pt x="8662778" y="3250818"/>
                </a:lnTo>
                <a:lnTo>
                  <a:pt x="8652732" y="3296350"/>
                </a:lnTo>
                <a:lnTo>
                  <a:pt x="8640015" y="3340818"/>
                </a:lnTo>
                <a:lnTo>
                  <a:pt x="8624716" y="3384133"/>
                </a:lnTo>
                <a:lnTo>
                  <a:pt x="8606925" y="3426205"/>
                </a:lnTo>
                <a:lnTo>
                  <a:pt x="8586731" y="3466945"/>
                </a:lnTo>
                <a:lnTo>
                  <a:pt x="8564222" y="3506264"/>
                </a:lnTo>
                <a:lnTo>
                  <a:pt x="8539488" y="3544073"/>
                </a:lnTo>
                <a:lnTo>
                  <a:pt x="8512619" y="3580281"/>
                </a:lnTo>
                <a:lnTo>
                  <a:pt x="8483703" y="3614800"/>
                </a:lnTo>
                <a:lnTo>
                  <a:pt x="8452831" y="3647541"/>
                </a:lnTo>
                <a:lnTo>
                  <a:pt x="8420090" y="3678414"/>
                </a:lnTo>
                <a:lnTo>
                  <a:pt x="8385571" y="3707330"/>
                </a:lnTo>
                <a:lnTo>
                  <a:pt x="8349363" y="3734200"/>
                </a:lnTo>
                <a:lnTo>
                  <a:pt x="8311555" y="3758934"/>
                </a:lnTo>
                <a:lnTo>
                  <a:pt x="8272236" y="3781443"/>
                </a:lnTo>
                <a:lnTo>
                  <a:pt x="8231496" y="3801639"/>
                </a:lnTo>
                <a:lnTo>
                  <a:pt x="8189424" y="3819430"/>
                </a:lnTo>
                <a:lnTo>
                  <a:pt x="8146109" y="3834730"/>
                </a:lnTo>
                <a:lnTo>
                  <a:pt x="8101641" y="3847447"/>
                </a:lnTo>
                <a:lnTo>
                  <a:pt x="8056109" y="3857494"/>
                </a:lnTo>
                <a:lnTo>
                  <a:pt x="8009602" y="3864780"/>
                </a:lnTo>
                <a:lnTo>
                  <a:pt x="7984295" y="3867152"/>
                </a:lnTo>
              </a:path>
            </a:pathLst>
          </a:custGeom>
          <a:ln w="57150">
            <a:solidFill>
              <a:srgbClr val="BA9977"/>
            </a:solidFill>
          </a:ln>
        </p:spPr>
        <p:txBody>
          <a:bodyPr wrap="square" lIns="0" tIns="0" rIns="0" bIns="0" rtlCol="0"/>
          <a:lstStyle/>
          <a:p>
            <a:endParaRPr/>
          </a:p>
        </p:txBody>
      </p:sp>
      <p:sp>
        <p:nvSpPr>
          <p:cNvPr id="14" name="object 14"/>
          <p:cNvSpPr/>
          <p:nvPr/>
        </p:nvSpPr>
        <p:spPr>
          <a:xfrm>
            <a:off x="381789" y="2495476"/>
            <a:ext cx="11158855" cy="3082925"/>
          </a:xfrm>
          <a:custGeom>
            <a:avLst/>
            <a:gdLst/>
            <a:ahLst/>
            <a:cxnLst/>
            <a:rect l="l" t="t" r="r" b="b"/>
            <a:pathLst>
              <a:path w="11158855" h="3082925">
                <a:moveTo>
                  <a:pt x="761971" y="0"/>
                </a:moveTo>
                <a:lnTo>
                  <a:pt x="10396918" y="0"/>
                </a:lnTo>
                <a:lnTo>
                  <a:pt x="10445105" y="1502"/>
                </a:lnTo>
                <a:lnTo>
                  <a:pt x="10492494" y="5941"/>
                </a:lnTo>
                <a:lnTo>
                  <a:pt x="10538998" y="13229"/>
                </a:lnTo>
                <a:lnTo>
                  <a:pt x="10584526" y="23277"/>
                </a:lnTo>
                <a:lnTo>
                  <a:pt x="10628990" y="35996"/>
                </a:lnTo>
                <a:lnTo>
                  <a:pt x="10672300" y="51295"/>
                </a:lnTo>
                <a:lnTo>
                  <a:pt x="10714367" y="69087"/>
                </a:lnTo>
                <a:lnTo>
                  <a:pt x="10755102" y="89281"/>
                </a:lnTo>
                <a:lnTo>
                  <a:pt x="10794417" y="111789"/>
                </a:lnTo>
                <a:lnTo>
                  <a:pt x="10832221" y="136522"/>
                </a:lnTo>
                <a:lnTo>
                  <a:pt x="10868425" y="163390"/>
                </a:lnTo>
                <a:lnTo>
                  <a:pt x="10902941" y="192303"/>
                </a:lnTo>
                <a:lnTo>
                  <a:pt x="10935678" y="223174"/>
                </a:lnTo>
                <a:lnTo>
                  <a:pt x="10966549" y="255912"/>
                </a:lnTo>
                <a:lnTo>
                  <a:pt x="10995463" y="290429"/>
                </a:lnTo>
                <a:lnTo>
                  <a:pt x="11022331" y="326635"/>
                </a:lnTo>
                <a:lnTo>
                  <a:pt x="11047064" y="364441"/>
                </a:lnTo>
                <a:lnTo>
                  <a:pt x="11069573" y="403758"/>
                </a:lnTo>
                <a:lnTo>
                  <a:pt x="11089768" y="444496"/>
                </a:lnTo>
                <a:lnTo>
                  <a:pt x="11107561" y="486567"/>
                </a:lnTo>
                <a:lnTo>
                  <a:pt x="11122861" y="529881"/>
                </a:lnTo>
                <a:lnTo>
                  <a:pt x="11135579" y="574349"/>
                </a:lnTo>
                <a:lnTo>
                  <a:pt x="11145627" y="619881"/>
                </a:lnTo>
                <a:lnTo>
                  <a:pt x="11152915" y="666388"/>
                </a:lnTo>
                <a:lnTo>
                  <a:pt x="11157353" y="713782"/>
                </a:lnTo>
                <a:lnTo>
                  <a:pt x="11158853" y="761971"/>
                </a:lnTo>
                <a:lnTo>
                  <a:pt x="11158852" y="2320853"/>
                </a:lnTo>
                <a:lnTo>
                  <a:pt x="11157353" y="2369043"/>
                </a:lnTo>
                <a:lnTo>
                  <a:pt x="11152915" y="2416436"/>
                </a:lnTo>
                <a:lnTo>
                  <a:pt x="11145628" y="2462943"/>
                </a:lnTo>
                <a:lnTo>
                  <a:pt x="11135581" y="2508476"/>
                </a:lnTo>
                <a:lnTo>
                  <a:pt x="11122863" y="2552944"/>
                </a:lnTo>
                <a:lnTo>
                  <a:pt x="11107563" y="2596258"/>
                </a:lnTo>
                <a:lnTo>
                  <a:pt x="11089771" y="2638329"/>
                </a:lnTo>
                <a:lnTo>
                  <a:pt x="11069576" y="2679067"/>
                </a:lnTo>
                <a:lnTo>
                  <a:pt x="11047067" y="2718384"/>
                </a:lnTo>
                <a:lnTo>
                  <a:pt x="11022333" y="2756190"/>
                </a:lnTo>
                <a:lnTo>
                  <a:pt x="10995465" y="2792396"/>
                </a:lnTo>
                <a:lnTo>
                  <a:pt x="10966551" y="2826913"/>
                </a:lnTo>
                <a:lnTo>
                  <a:pt x="10935680" y="2859651"/>
                </a:lnTo>
                <a:lnTo>
                  <a:pt x="10902942" y="2890521"/>
                </a:lnTo>
                <a:lnTo>
                  <a:pt x="10868426" y="2919435"/>
                </a:lnTo>
                <a:lnTo>
                  <a:pt x="10832222" y="2946302"/>
                </a:lnTo>
                <a:lnTo>
                  <a:pt x="10794417" y="2971034"/>
                </a:lnTo>
                <a:lnTo>
                  <a:pt x="10755103" y="2993542"/>
                </a:lnTo>
                <a:lnTo>
                  <a:pt x="10714367" y="3013736"/>
                </a:lnTo>
                <a:lnTo>
                  <a:pt x="10672300" y="3031527"/>
                </a:lnTo>
                <a:lnTo>
                  <a:pt x="10628990" y="3046826"/>
                </a:lnTo>
                <a:lnTo>
                  <a:pt x="10584526" y="3059545"/>
                </a:lnTo>
                <a:lnTo>
                  <a:pt x="10538998" y="3069592"/>
                </a:lnTo>
                <a:lnTo>
                  <a:pt x="10492495" y="3076881"/>
                </a:lnTo>
                <a:lnTo>
                  <a:pt x="10445105" y="3081320"/>
                </a:lnTo>
                <a:lnTo>
                  <a:pt x="10396918" y="3082820"/>
                </a:lnTo>
                <a:lnTo>
                  <a:pt x="761971" y="3082820"/>
                </a:lnTo>
                <a:lnTo>
                  <a:pt x="713783" y="3081321"/>
                </a:lnTo>
                <a:lnTo>
                  <a:pt x="666391" y="3076884"/>
                </a:lnTo>
                <a:lnTo>
                  <a:pt x="619885" y="3069597"/>
                </a:lnTo>
                <a:lnTo>
                  <a:pt x="574354" y="3059550"/>
                </a:lnTo>
                <a:lnTo>
                  <a:pt x="529887" y="3046832"/>
                </a:lnTo>
                <a:lnTo>
                  <a:pt x="486574" y="3031533"/>
                </a:lnTo>
                <a:lnTo>
                  <a:pt x="444503" y="3013741"/>
                </a:lnTo>
                <a:lnTo>
                  <a:pt x="403764" y="2993547"/>
                </a:lnTo>
                <a:lnTo>
                  <a:pt x="364446" y="2971038"/>
                </a:lnTo>
                <a:lnTo>
                  <a:pt x="326639" y="2946304"/>
                </a:lnTo>
                <a:lnTo>
                  <a:pt x="290432" y="2919435"/>
                </a:lnTo>
                <a:lnTo>
                  <a:pt x="255914" y="2890520"/>
                </a:lnTo>
                <a:lnTo>
                  <a:pt x="223174" y="2859648"/>
                </a:lnTo>
                <a:lnTo>
                  <a:pt x="192302" y="2826909"/>
                </a:lnTo>
                <a:lnTo>
                  <a:pt x="163386" y="2792390"/>
                </a:lnTo>
                <a:lnTo>
                  <a:pt x="136517" y="2756183"/>
                </a:lnTo>
                <a:lnTo>
                  <a:pt x="111783" y="2718376"/>
                </a:lnTo>
                <a:lnTo>
                  <a:pt x="89274" y="2679059"/>
                </a:lnTo>
                <a:lnTo>
                  <a:pt x="69079" y="2638320"/>
                </a:lnTo>
                <a:lnTo>
                  <a:pt x="51287" y="2596249"/>
                </a:lnTo>
                <a:lnTo>
                  <a:pt x="35988" y="2552936"/>
                </a:lnTo>
                <a:lnTo>
                  <a:pt x="23270" y="2508469"/>
                </a:lnTo>
                <a:lnTo>
                  <a:pt x="13223" y="2462938"/>
                </a:lnTo>
                <a:lnTo>
                  <a:pt x="5936" y="2416432"/>
                </a:lnTo>
                <a:lnTo>
                  <a:pt x="1499" y="2369040"/>
                </a:lnTo>
                <a:lnTo>
                  <a:pt x="0" y="2320852"/>
                </a:lnTo>
                <a:lnTo>
                  <a:pt x="0" y="761971"/>
                </a:lnTo>
                <a:lnTo>
                  <a:pt x="1499" y="713783"/>
                </a:lnTo>
                <a:lnTo>
                  <a:pt x="5938" y="666391"/>
                </a:lnTo>
                <a:lnTo>
                  <a:pt x="13225" y="619885"/>
                </a:lnTo>
                <a:lnTo>
                  <a:pt x="23272" y="574354"/>
                </a:lnTo>
                <a:lnTo>
                  <a:pt x="35991" y="529888"/>
                </a:lnTo>
                <a:lnTo>
                  <a:pt x="51290" y="486574"/>
                </a:lnTo>
                <a:lnTo>
                  <a:pt x="69083" y="444504"/>
                </a:lnTo>
                <a:lnTo>
                  <a:pt x="89278" y="403765"/>
                </a:lnTo>
                <a:lnTo>
                  <a:pt x="111787" y="364448"/>
                </a:lnTo>
                <a:lnTo>
                  <a:pt x="136520" y="326641"/>
                </a:lnTo>
                <a:lnTo>
                  <a:pt x="163389" y="290434"/>
                </a:lnTo>
                <a:lnTo>
                  <a:pt x="192304" y="255916"/>
                </a:lnTo>
                <a:lnTo>
                  <a:pt x="223176" y="223176"/>
                </a:lnTo>
                <a:lnTo>
                  <a:pt x="255916" y="192304"/>
                </a:lnTo>
                <a:lnTo>
                  <a:pt x="290433" y="163389"/>
                </a:lnTo>
                <a:lnTo>
                  <a:pt x="326640" y="136519"/>
                </a:lnTo>
                <a:lnTo>
                  <a:pt x="364447" y="111786"/>
                </a:lnTo>
                <a:lnTo>
                  <a:pt x="403764" y="89276"/>
                </a:lnTo>
                <a:lnTo>
                  <a:pt x="444503" y="69081"/>
                </a:lnTo>
                <a:lnTo>
                  <a:pt x="486573" y="51289"/>
                </a:lnTo>
                <a:lnTo>
                  <a:pt x="529887" y="35989"/>
                </a:lnTo>
                <a:lnTo>
                  <a:pt x="574354" y="23271"/>
                </a:lnTo>
                <a:lnTo>
                  <a:pt x="619885" y="13223"/>
                </a:lnTo>
                <a:lnTo>
                  <a:pt x="666391" y="5936"/>
                </a:lnTo>
                <a:lnTo>
                  <a:pt x="713783" y="1499"/>
                </a:lnTo>
                <a:lnTo>
                  <a:pt x="761971" y="0"/>
                </a:lnTo>
              </a:path>
            </a:pathLst>
          </a:custGeom>
          <a:ln w="57150">
            <a:solidFill>
              <a:srgbClr val="BA9977"/>
            </a:solidFill>
          </a:ln>
        </p:spPr>
        <p:txBody>
          <a:bodyPr wrap="square" lIns="0" tIns="0" rIns="0" bIns="0" rtlCol="0"/>
          <a:lstStyle/>
          <a:p>
            <a:endParaRPr/>
          </a:p>
        </p:txBody>
      </p:sp>
      <p:pic>
        <p:nvPicPr>
          <p:cNvPr id="16" name="Picture 15">
            <a:extLst>
              <a:ext uri="{FF2B5EF4-FFF2-40B4-BE49-F238E27FC236}">
                <a16:creationId xmlns:a16="http://schemas.microsoft.com/office/drawing/2014/main" id="{40401564-6865-41A1-A4E6-A109B377D38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 y="2838149"/>
            <a:ext cx="10591800" cy="2400525"/>
          </a:xfrm>
          <a:prstGeom prst="rect">
            <a:avLst/>
          </a:prstGeom>
        </p:spPr>
      </p:pic>
      <p:pic>
        <p:nvPicPr>
          <p:cNvPr id="18" name="Picture 17">
            <a:extLst>
              <a:ext uri="{FF2B5EF4-FFF2-40B4-BE49-F238E27FC236}">
                <a16:creationId xmlns:a16="http://schemas.microsoft.com/office/drawing/2014/main" id="{1637AE08-BF3E-4072-A4DB-F4FA5AAACAD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908602" y="5113013"/>
            <a:ext cx="5333888" cy="1933845"/>
          </a:xfrm>
          <a:prstGeom prst="rect">
            <a:avLst/>
          </a:prstGeom>
        </p:spPr>
      </p:pic>
      <p:pic>
        <p:nvPicPr>
          <p:cNvPr id="20" name="Picture 19">
            <a:extLst>
              <a:ext uri="{FF2B5EF4-FFF2-40B4-BE49-F238E27FC236}">
                <a16:creationId xmlns:a16="http://schemas.microsoft.com/office/drawing/2014/main" id="{2BC8B278-0A48-4C23-BC78-9CB2A8823C8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908602" y="7105413"/>
            <a:ext cx="5333888" cy="1695687"/>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9188"/>
            <a:ext cx="2873847" cy="2743199"/>
          </a:xfrm>
          <a:prstGeom prst="rect">
            <a:avLst/>
          </a:prstGeom>
        </p:spPr>
      </p:pic>
      <p:pic>
        <p:nvPicPr>
          <p:cNvPr id="3" name="object 3"/>
          <p:cNvPicPr/>
          <p:nvPr/>
        </p:nvPicPr>
        <p:blipFill>
          <a:blip r:embed="rId3" cstate="print"/>
          <a:stretch>
            <a:fillRect/>
          </a:stretch>
        </p:blipFill>
        <p:spPr>
          <a:xfrm>
            <a:off x="15882073" y="-1"/>
            <a:ext cx="2405923" cy="2146299"/>
          </a:xfrm>
          <a:prstGeom prst="rect">
            <a:avLst/>
          </a:prstGeom>
        </p:spPr>
      </p:pic>
      <p:pic>
        <p:nvPicPr>
          <p:cNvPr id="4" name="object 4"/>
          <p:cNvPicPr/>
          <p:nvPr/>
        </p:nvPicPr>
        <p:blipFill>
          <a:blip r:embed="rId4" cstate="print"/>
          <a:stretch>
            <a:fillRect/>
          </a:stretch>
        </p:blipFill>
        <p:spPr>
          <a:xfrm>
            <a:off x="2380753" y="4658575"/>
            <a:ext cx="3567131" cy="3567329"/>
          </a:xfrm>
          <a:prstGeom prst="rect">
            <a:avLst/>
          </a:prstGeom>
        </p:spPr>
      </p:pic>
      <p:pic>
        <p:nvPicPr>
          <p:cNvPr id="5" name="object 5"/>
          <p:cNvPicPr/>
          <p:nvPr/>
        </p:nvPicPr>
        <p:blipFill>
          <a:blip r:embed="rId5" cstate="print"/>
          <a:stretch>
            <a:fillRect/>
          </a:stretch>
        </p:blipFill>
        <p:spPr>
          <a:xfrm>
            <a:off x="15898251" y="7180877"/>
            <a:ext cx="2400724" cy="3105919"/>
          </a:xfrm>
          <a:prstGeom prst="rect">
            <a:avLst/>
          </a:prstGeom>
        </p:spPr>
      </p:pic>
      <p:sp>
        <p:nvSpPr>
          <p:cNvPr id="6" name="object 6"/>
          <p:cNvSpPr/>
          <p:nvPr/>
        </p:nvSpPr>
        <p:spPr>
          <a:xfrm>
            <a:off x="3084115" y="418683"/>
            <a:ext cx="12519025" cy="1739900"/>
          </a:xfrm>
          <a:custGeom>
            <a:avLst/>
            <a:gdLst/>
            <a:ahLst/>
            <a:cxnLst/>
            <a:rect l="l" t="t" r="r" b="b"/>
            <a:pathLst>
              <a:path w="12519025" h="1739900">
                <a:moveTo>
                  <a:pt x="12321268" y="1739800"/>
                </a:moveTo>
                <a:lnTo>
                  <a:pt x="200024" y="1739800"/>
                </a:lnTo>
                <a:lnTo>
                  <a:pt x="154161" y="1734518"/>
                </a:lnTo>
                <a:lnTo>
                  <a:pt x="112059" y="1719470"/>
                </a:lnTo>
                <a:lnTo>
                  <a:pt x="74919" y="1695857"/>
                </a:lnTo>
                <a:lnTo>
                  <a:pt x="43943" y="1664880"/>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4" y="0"/>
                </a:lnTo>
                <a:lnTo>
                  <a:pt x="12321268" y="0"/>
                </a:lnTo>
                <a:lnTo>
                  <a:pt x="12367139" y="5282"/>
                </a:lnTo>
                <a:lnTo>
                  <a:pt x="12409245" y="20330"/>
                </a:lnTo>
                <a:lnTo>
                  <a:pt x="12446387" y="43943"/>
                </a:lnTo>
                <a:lnTo>
                  <a:pt x="12477365" y="74919"/>
                </a:lnTo>
                <a:lnTo>
                  <a:pt x="12500978" y="112059"/>
                </a:lnTo>
                <a:lnTo>
                  <a:pt x="12516025" y="154161"/>
                </a:lnTo>
                <a:lnTo>
                  <a:pt x="12518407" y="174837"/>
                </a:lnTo>
                <a:lnTo>
                  <a:pt x="12518407" y="1564963"/>
                </a:lnTo>
                <a:lnTo>
                  <a:pt x="12500978" y="1627741"/>
                </a:lnTo>
                <a:lnTo>
                  <a:pt x="12477365" y="1664880"/>
                </a:lnTo>
                <a:lnTo>
                  <a:pt x="12446387" y="1695857"/>
                </a:lnTo>
                <a:lnTo>
                  <a:pt x="12409245" y="1719470"/>
                </a:lnTo>
                <a:lnTo>
                  <a:pt x="12367139" y="1734518"/>
                </a:lnTo>
                <a:lnTo>
                  <a:pt x="12321268" y="1739800"/>
                </a:lnTo>
                <a:close/>
              </a:path>
            </a:pathLst>
          </a:custGeom>
          <a:solidFill>
            <a:srgbClr val="DABD9D">
              <a:alpha val="78999"/>
            </a:srgbClr>
          </a:solidFill>
        </p:spPr>
        <p:txBody>
          <a:bodyPr wrap="square" lIns="0" tIns="0" rIns="0" bIns="0" rtlCol="0"/>
          <a:lstStyle/>
          <a:p>
            <a:endParaRPr/>
          </a:p>
        </p:txBody>
      </p:sp>
      <p:sp>
        <p:nvSpPr>
          <p:cNvPr id="10" name="object 10"/>
          <p:cNvSpPr/>
          <p:nvPr/>
        </p:nvSpPr>
        <p:spPr>
          <a:xfrm>
            <a:off x="11649730" y="4991100"/>
            <a:ext cx="5845175" cy="3379784"/>
          </a:xfrm>
          <a:custGeom>
            <a:avLst/>
            <a:gdLst/>
            <a:ahLst/>
            <a:cxnLst/>
            <a:rect l="l" t="t" r="r" b="b"/>
            <a:pathLst>
              <a:path w="5845175" h="4141470">
                <a:moveTo>
                  <a:pt x="761976" y="0"/>
                </a:moveTo>
                <a:lnTo>
                  <a:pt x="5083007" y="0"/>
                </a:lnTo>
                <a:lnTo>
                  <a:pt x="5131196" y="1497"/>
                </a:lnTo>
                <a:lnTo>
                  <a:pt x="5178589" y="5933"/>
                </a:lnTo>
                <a:lnTo>
                  <a:pt x="5225096" y="13220"/>
                </a:lnTo>
                <a:lnTo>
                  <a:pt x="5270629" y="23266"/>
                </a:lnTo>
                <a:lnTo>
                  <a:pt x="5315097" y="35984"/>
                </a:lnTo>
                <a:lnTo>
                  <a:pt x="5358411" y="51284"/>
                </a:lnTo>
                <a:lnTo>
                  <a:pt x="5400483" y="69076"/>
                </a:lnTo>
                <a:lnTo>
                  <a:pt x="5441222" y="89271"/>
                </a:lnTo>
                <a:lnTo>
                  <a:pt x="5480541" y="111781"/>
                </a:lnTo>
                <a:lnTo>
                  <a:pt x="5518348" y="136515"/>
                </a:lnTo>
                <a:lnTo>
                  <a:pt x="5554556" y="163384"/>
                </a:lnTo>
                <a:lnTo>
                  <a:pt x="5589074" y="192300"/>
                </a:lnTo>
                <a:lnTo>
                  <a:pt x="5621814" y="223173"/>
                </a:lnTo>
                <a:lnTo>
                  <a:pt x="5652687" y="255913"/>
                </a:lnTo>
                <a:lnTo>
                  <a:pt x="5681602" y="290432"/>
                </a:lnTo>
                <a:lnTo>
                  <a:pt x="5708471" y="326640"/>
                </a:lnTo>
                <a:lnTo>
                  <a:pt x="5733205" y="364447"/>
                </a:lnTo>
                <a:lnTo>
                  <a:pt x="5755715" y="403765"/>
                </a:lnTo>
                <a:lnTo>
                  <a:pt x="5775910" y="444504"/>
                </a:lnTo>
                <a:lnTo>
                  <a:pt x="5793703" y="486575"/>
                </a:lnTo>
                <a:lnTo>
                  <a:pt x="5809003" y="529889"/>
                </a:lnTo>
                <a:lnTo>
                  <a:pt x="5821722" y="574356"/>
                </a:lnTo>
                <a:lnTo>
                  <a:pt x="5831770" y="619888"/>
                </a:lnTo>
                <a:lnTo>
                  <a:pt x="5839058" y="666394"/>
                </a:lnTo>
                <a:lnTo>
                  <a:pt x="5843497" y="713787"/>
                </a:lnTo>
                <a:lnTo>
                  <a:pt x="5844997" y="761976"/>
                </a:lnTo>
                <a:lnTo>
                  <a:pt x="5844997" y="3378870"/>
                </a:lnTo>
                <a:lnTo>
                  <a:pt x="5843499" y="3427059"/>
                </a:lnTo>
                <a:lnTo>
                  <a:pt x="5839063" y="3474451"/>
                </a:lnTo>
                <a:lnTo>
                  <a:pt x="5831776" y="3520958"/>
                </a:lnTo>
                <a:lnTo>
                  <a:pt x="5821729" y="3566490"/>
                </a:lnTo>
                <a:lnTo>
                  <a:pt x="5809012" y="3610958"/>
                </a:lnTo>
                <a:lnTo>
                  <a:pt x="5793712" y="3654273"/>
                </a:lnTo>
                <a:lnTo>
                  <a:pt x="5775920" y="3696344"/>
                </a:lnTo>
                <a:lnTo>
                  <a:pt x="5755725" y="3737084"/>
                </a:lnTo>
                <a:lnTo>
                  <a:pt x="5733216" y="3776403"/>
                </a:lnTo>
                <a:lnTo>
                  <a:pt x="5708482" y="3814211"/>
                </a:lnTo>
                <a:lnTo>
                  <a:pt x="5681612" y="3850419"/>
                </a:lnTo>
                <a:lnTo>
                  <a:pt x="5652697" y="3884939"/>
                </a:lnTo>
                <a:lnTo>
                  <a:pt x="5621824" y="3917680"/>
                </a:lnTo>
                <a:lnTo>
                  <a:pt x="5589084" y="3948553"/>
                </a:lnTo>
                <a:lnTo>
                  <a:pt x="5554565" y="3977469"/>
                </a:lnTo>
                <a:lnTo>
                  <a:pt x="5518356" y="4004340"/>
                </a:lnTo>
                <a:lnTo>
                  <a:pt x="5480548" y="4029075"/>
                </a:lnTo>
                <a:lnTo>
                  <a:pt x="5441229" y="4051585"/>
                </a:lnTo>
                <a:lnTo>
                  <a:pt x="5400489" y="4071781"/>
                </a:lnTo>
                <a:lnTo>
                  <a:pt x="5358416" y="4089573"/>
                </a:lnTo>
                <a:lnTo>
                  <a:pt x="5315101" y="4104873"/>
                </a:lnTo>
                <a:lnTo>
                  <a:pt x="5270632" y="4117591"/>
                </a:lnTo>
                <a:lnTo>
                  <a:pt x="5225099" y="4127638"/>
                </a:lnTo>
                <a:lnTo>
                  <a:pt x="5178590" y="4134925"/>
                </a:lnTo>
                <a:lnTo>
                  <a:pt x="5131196" y="4139361"/>
                </a:lnTo>
                <a:lnTo>
                  <a:pt x="5083007" y="4140860"/>
                </a:lnTo>
                <a:lnTo>
                  <a:pt x="761975" y="4140859"/>
                </a:lnTo>
                <a:lnTo>
                  <a:pt x="713786" y="4139359"/>
                </a:lnTo>
                <a:lnTo>
                  <a:pt x="666393" y="4134919"/>
                </a:lnTo>
                <a:lnTo>
                  <a:pt x="619886" y="4127630"/>
                </a:lnTo>
                <a:lnTo>
                  <a:pt x="574354" y="4117581"/>
                </a:lnTo>
                <a:lnTo>
                  <a:pt x="529887" y="4104861"/>
                </a:lnTo>
                <a:lnTo>
                  <a:pt x="486573" y="4089560"/>
                </a:lnTo>
                <a:lnTo>
                  <a:pt x="444502" y="4071767"/>
                </a:lnTo>
                <a:lnTo>
                  <a:pt x="403764" y="4051570"/>
                </a:lnTo>
                <a:lnTo>
                  <a:pt x="364446" y="4029060"/>
                </a:lnTo>
                <a:lnTo>
                  <a:pt x="326640" y="4004325"/>
                </a:lnTo>
                <a:lnTo>
                  <a:pt x="290433" y="3977455"/>
                </a:lnTo>
                <a:lnTo>
                  <a:pt x="255915" y="3948539"/>
                </a:lnTo>
                <a:lnTo>
                  <a:pt x="223175" y="3917667"/>
                </a:lnTo>
                <a:lnTo>
                  <a:pt x="192303" y="3884927"/>
                </a:lnTo>
                <a:lnTo>
                  <a:pt x="163388" y="3850408"/>
                </a:lnTo>
                <a:lnTo>
                  <a:pt x="136518" y="3814201"/>
                </a:lnTo>
                <a:lnTo>
                  <a:pt x="111784" y="3776394"/>
                </a:lnTo>
                <a:lnTo>
                  <a:pt x="89275" y="3737077"/>
                </a:lnTo>
                <a:lnTo>
                  <a:pt x="69079" y="3696338"/>
                </a:lnTo>
                <a:lnTo>
                  <a:pt x="51287" y="3654268"/>
                </a:lnTo>
                <a:lnTo>
                  <a:pt x="35987" y="3610954"/>
                </a:lnTo>
                <a:lnTo>
                  <a:pt x="23269" y="3566487"/>
                </a:lnTo>
                <a:lnTo>
                  <a:pt x="13222" y="3520956"/>
                </a:lnTo>
                <a:lnTo>
                  <a:pt x="5935" y="3474450"/>
                </a:lnTo>
                <a:lnTo>
                  <a:pt x="1498" y="3427058"/>
                </a:lnTo>
                <a:lnTo>
                  <a:pt x="0" y="3378870"/>
                </a:lnTo>
                <a:lnTo>
                  <a:pt x="0" y="761976"/>
                </a:lnTo>
                <a:lnTo>
                  <a:pt x="1501" y="713787"/>
                </a:lnTo>
                <a:lnTo>
                  <a:pt x="5940" y="666396"/>
                </a:lnTo>
                <a:lnTo>
                  <a:pt x="13228" y="619890"/>
                </a:lnTo>
                <a:lnTo>
                  <a:pt x="23277" y="574359"/>
                </a:lnTo>
                <a:lnTo>
                  <a:pt x="35996" y="529893"/>
                </a:lnTo>
                <a:lnTo>
                  <a:pt x="51297" y="486580"/>
                </a:lnTo>
                <a:lnTo>
                  <a:pt x="69090" y="444510"/>
                </a:lnTo>
                <a:lnTo>
                  <a:pt x="89286" y="403772"/>
                </a:lnTo>
                <a:lnTo>
                  <a:pt x="111795" y="364455"/>
                </a:lnTo>
                <a:lnTo>
                  <a:pt x="136529" y="326649"/>
                </a:lnTo>
                <a:lnTo>
                  <a:pt x="163398" y="290442"/>
                </a:lnTo>
                <a:lnTo>
                  <a:pt x="192314" y="255925"/>
                </a:lnTo>
                <a:lnTo>
                  <a:pt x="223185" y="223186"/>
                </a:lnTo>
                <a:lnTo>
                  <a:pt x="255925" y="192314"/>
                </a:lnTo>
                <a:lnTo>
                  <a:pt x="290442" y="163399"/>
                </a:lnTo>
                <a:lnTo>
                  <a:pt x="326648" y="136529"/>
                </a:lnTo>
                <a:lnTo>
                  <a:pt x="364455" y="111795"/>
                </a:lnTo>
                <a:lnTo>
                  <a:pt x="403771" y="89285"/>
                </a:lnTo>
                <a:lnTo>
                  <a:pt x="444509" y="69089"/>
                </a:lnTo>
                <a:lnTo>
                  <a:pt x="486579" y="51296"/>
                </a:lnTo>
                <a:lnTo>
                  <a:pt x="529892" y="35995"/>
                </a:lnTo>
                <a:lnTo>
                  <a:pt x="574359" y="23276"/>
                </a:lnTo>
                <a:lnTo>
                  <a:pt x="619889" y="13227"/>
                </a:lnTo>
                <a:lnTo>
                  <a:pt x="666395" y="5939"/>
                </a:lnTo>
                <a:lnTo>
                  <a:pt x="713787" y="1499"/>
                </a:lnTo>
                <a:lnTo>
                  <a:pt x="761976" y="0"/>
                </a:lnTo>
              </a:path>
            </a:pathLst>
          </a:custGeom>
          <a:ln w="57150">
            <a:solidFill>
              <a:srgbClr val="BA9977"/>
            </a:solidFill>
          </a:ln>
        </p:spPr>
        <p:txBody>
          <a:bodyPr wrap="square" lIns="0" tIns="0" rIns="0" bIns="0" rtlCol="0"/>
          <a:lstStyle/>
          <a:p>
            <a:endParaRPr/>
          </a:p>
        </p:txBody>
      </p:sp>
      <p:sp>
        <p:nvSpPr>
          <p:cNvPr id="11" name="object 11"/>
          <p:cNvSpPr txBox="1">
            <a:spLocks noGrp="1"/>
          </p:cNvSpPr>
          <p:nvPr>
            <p:ph type="title"/>
          </p:nvPr>
        </p:nvSpPr>
        <p:spPr>
          <a:xfrm>
            <a:off x="3336093" y="292901"/>
            <a:ext cx="12385040" cy="1674817"/>
          </a:xfrm>
          <a:prstGeom prst="rect">
            <a:avLst/>
          </a:prstGeom>
        </p:spPr>
        <p:txBody>
          <a:bodyPr vert="horz" wrap="square" lIns="0" tIns="12700" rIns="0" bIns="0" rtlCol="0">
            <a:spAutoFit/>
          </a:bodyPr>
          <a:lstStyle/>
          <a:p>
            <a:pPr marL="942340" marR="5080" indent="-610870">
              <a:lnSpc>
                <a:spcPct val="115900"/>
              </a:lnSpc>
              <a:spcBef>
                <a:spcPts val="100"/>
              </a:spcBef>
            </a:pPr>
            <a:r>
              <a:rPr sz="4800" spc="625" dirty="0"/>
              <a:t>Q</a:t>
            </a:r>
            <a:r>
              <a:rPr lang="en-US" sz="4800" spc="625" dirty="0"/>
              <a:t>26</a:t>
            </a:r>
            <a:r>
              <a:rPr sz="4800" spc="130" dirty="0"/>
              <a:t> </a:t>
            </a:r>
            <a:r>
              <a:rPr sz="4800" spc="795" dirty="0"/>
              <a:t>-</a:t>
            </a:r>
            <a:r>
              <a:rPr lang="en-US" sz="4800" spc="795" dirty="0"/>
              <a:t>Do few pizzas drive most revenue ?</a:t>
            </a:r>
            <a:endParaRPr sz="4800" dirty="0"/>
          </a:p>
        </p:txBody>
      </p:sp>
      <p:sp>
        <p:nvSpPr>
          <p:cNvPr id="12" name="object 12"/>
          <p:cNvSpPr txBox="1"/>
          <p:nvPr/>
        </p:nvSpPr>
        <p:spPr>
          <a:xfrm>
            <a:off x="901700" y="6297720"/>
            <a:ext cx="8008620" cy="2135841"/>
          </a:xfrm>
          <a:prstGeom prst="rect">
            <a:avLst/>
          </a:prstGeom>
        </p:spPr>
        <p:txBody>
          <a:bodyPr vert="horz" wrap="square" lIns="0" tIns="90805" rIns="0" bIns="0" rtlCol="0">
            <a:spAutoFit/>
          </a:bodyPr>
          <a:lstStyle/>
          <a:p>
            <a:pPr marL="12700">
              <a:lnSpc>
                <a:spcPct val="100000"/>
              </a:lnSpc>
              <a:spcBef>
                <a:spcPts val="715"/>
              </a:spcBef>
            </a:pPr>
            <a:r>
              <a:rPr sz="3100" spc="-114" dirty="0">
                <a:solidFill>
                  <a:srgbClr val="672912"/>
                </a:solidFill>
                <a:latin typeface="Verdana"/>
                <a:cs typeface="Verdana"/>
              </a:rPr>
              <a:t>Insight</a:t>
            </a:r>
            <a:r>
              <a:rPr sz="3100" spc="-260" dirty="0">
                <a:solidFill>
                  <a:srgbClr val="672912"/>
                </a:solidFill>
                <a:latin typeface="Verdana"/>
                <a:cs typeface="Verdana"/>
              </a:rPr>
              <a:t> </a:t>
            </a:r>
            <a:r>
              <a:rPr sz="3100" spc="-645" dirty="0">
                <a:solidFill>
                  <a:srgbClr val="672912"/>
                </a:solidFill>
                <a:latin typeface="Verdana"/>
                <a:cs typeface="Verdana"/>
              </a:rPr>
              <a:t>:</a:t>
            </a:r>
            <a:endParaRPr lang="en-US" sz="3100" spc="-645" dirty="0">
              <a:solidFill>
                <a:srgbClr val="672912"/>
              </a:solidFill>
              <a:latin typeface="Verdana"/>
              <a:cs typeface="Verdana"/>
            </a:endParaRPr>
          </a:p>
          <a:p>
            <a:pPr marL="12700">
              <a:lnSpc>
                <a:spcPct val="100000"/>
              </a:lnSpc>
              <a:spcBef>
                <a:spcPts val="715"/>
              </a:spcBef>
            </a:pPr>
            <a:r>
              <a:rPr lang="en-US" sz="3200" dirty="0">
                <a:solidFill>
                  <a:schemeClr val="accent2">
                    <a:lumMod val="50000"/>
                  </a:schemeClr>
                </a:solidFill>
              </a:rPr>
              <a:t>Classic pizzas rank #1 in revenue, followed by Supreme, while Veggie ranks lowest among all categories.</a:t>
            </a:r>
            <a:endParaRPr lang="en-US" sz="3100" spc="-10" dirty="0">
              <a:solidFill>
                <a:schemeClr val="accent2">
                  <a:lumMod val="50000"/>
                </a:schemeClr>
              </a:solidFill>
              <a:latin typeface="Verdana"/>
              <a:cs typeface="Verdana"/>
            </a:endParaRPr>
          </a:p>
        </p:txBody>
      </p:sp>
      <p:sp>
        <p:nvSpPr>
          <p:cNvPr id="13" name="object 13"/>
          <p:cNvSpPr/>
          <p:nvPr/>
        </p:nvSpPr>
        <p:spPr>
          <a:xfrm>
            <a:off x="467910" y="6079936"/>
            <a:ext cx="8676005" cy="2865089"/>
          </a:xfrm>
          <a:custGeom>
            <a:avLst/>
            <a:gdLst/>
            <a:ahLst/>
            <a:cxnLst/>
            <a:rect l="l" t="t" r="r" b="b"/>
            <a:pathLst>
              <a:path w="8676005" h="3867150">
                <a:moveTo>
                  <a:pt x="691797" y="3867155"/>
                </a:moveTo>
                <a:lnTo>
                  <a:pt x="619977" y="3857493"/>
                </a:lnTo>
                <a:lnTo>
                  <a:pt x="574445" y="3847446"/>
                </a:lnTo>
                <a:lnTo>
                  <a:pt x="529977" y="3834728"/>
                </a:lnTo>
                <a:lnTo>
                  <a:pt x="486663" y="3819429"/>
                </a:lnTo>
                <a:lnTo>
                  <a:pt x="444591" y="3801637"/>
                </a:lnTo>
                <a:lnTo>
                  <a:pt x="403852" y="3781442"/>
                </a:lnTo>
                <a:lnTo>
                  <a:pt x="364533" y="3758933"/>
                </a:lnTo>
                <a:lnTo>
                  <a:pt x="326725" y="3734199"/>
                </a:lnTo>
                <a:lnTo>
                  <a:pt x="290517" y="3707330"/>
                </a:lnTo>
                <a:lnTo>
                  <a:pt x="255997" y="3678414"/>
                </a:lnTo>
                <a:lnTo>
                  <a:pt x="223256" y="3647542"/>
                </a:lnTo>
                <a:lnTo>
                  <a:pt x="192383" y="3614801"/>
                </a:lnTo>
                <a:lnTo>
                  <a:pt x="163467" y="3580283"/>
                </a:lnTo>
                <a:lnTo>
                  <a:pt x="136597" y="3544075"/>
                </a:lnTo>
                <a:lnTo>
                  <a:pt x="111862" y="3506267"/>
                </a:lnTo>
                <a:lnTo>
                  <a:pt x="89353" y="3466948"/>
                </a:lnTo>
                <a:lnTo>
                  <a:pt x="69157" y="3426208"/>
                </a:lnTo>
                <a:lnTo>
                  <a:pt x="51365" y="3384136"/>
                </a:lnTo>
                <a:lnTo>
                  <a:pt x="36065" y="3340821"/>
                </a:lnTo>
                <a:lnTo>
                  <a:pt x="23347" y="3296353"/>
                </a:lnTo>
                <a:lnTo>
                  <a:pt x="13301" y="3250821"/>
                </a:lnTo>
                <a:lnTo>
                  <a:pt x="6014" y="3204313"/>
                </a:lnTo>
                <a:lnTo>
                  <a:pt x="1577" y="3156920"/>
                </a:lnTo>
                <a:lnTo>
                  <a:pt x="0" y="3108731"/>
                </a:lnTo>
                <a:lnTo>
                  <a:pt x="0" y="761983"/>
                </a:lnTo>
                <a:lnTo>
                  <a:pt x="1579" y="713796"/>
                </a:lnTo>
                <a:lnTo>
                  <a:pt x="6018" y="666404"/>
                </a:lnTo>
                <a:lnTo>
                  <a:pt x="13306" y="619897"/>
                </a:lnTo>
                <a:lnTo>
                  <a:pt x="23354" y="574366"/>
                </a:lnTo>
                <a:lnTo>
                  <a:pt x="36072" y="529898"/>
                </a:lnTo>
                <a:lnTo>
                  <a:pt x="51373" y="486585"/>
                </a:lnTo>
                <a:lnTo>
                  <a:pt x="69166" y="444514"/>
                </a:lnTo>
                <a:lnTo>
                  <a:pt x="89361" y="403774"/>
                </a:lnTo>
                <a:lnTo>
                  <a:pt x="111871" y="364457"/>
                </a:lnTo>
                <a:lnTo>
                  <a:pt x="136605" y="326649"/>
                </a:lnTo>
                <a:lnTo>
                  <a:pt x="163474" y="290442"/>
                </a:lnTo>
                <a:lnTo>
                  <a:pt x="192390" y="255923"/>
                </a:lnTo>
                <a:lnTo>
                  <a:pt x="223262" y="223183"/>
                </a:lnTo>
                <a:lnTo>
                  <a:pt x="256002" y="192310"/>
                </a:lnTo>
                <a:lnTo>
                  <a:pt x="290520" y="163394"/>
                </a:lnTo>
                <a:lnTo>
                  <a:pt x="326727" y="136524"/>
                </a:lnTo>
                <a:lnTo>
                  <a:pt x="364534" y="111790"/>
                </a:lnTo>
                <a:lnTo>
                  <a:pt x="403852" y="89280"/>
                </a:lnTo>
                <a:lnTo>
                  <a:pt x="444591" y="69084"/>
                </a:lnTo>
                <a:lnTo>
                  <a:pt x="486662" y="51291"/>
                </a:lnTo>
                <a:lnTo>
                  <a:pt x="529976" y="35991"/>
                </a:lnTo>
                <a:lnTo>
                  <a:pt x="574444" y="23272"/>
                </a:lnTo>
                <a:lnTo>
                  <a:pt x="619976" y="13224"/>
                </a:lnTo>
                <a:lnTo>
                  <a:pt x="666483" y="5937"/>
                </a:lnTo>
                <a:lnTo>
                  <a:pt x="713875" y="1499"/>
                </a:lnTo>
                <a:lnTo>
                  <a:pt x="762064" y="0"/>
                </a:lnTo>
                <a:lnTo>
                  <a:pt x="7914020" y="0"/>
                </a:lnTo>
                <a:lnTo>
                  <a:pt x="7962210" y="1498"/>
                </a:lnTo>
                <a:lnTo>
                  <a:pt x="8009603" y="5935"/>
                </a:lnTo>
                <a:lnTo>
                  <a:pt x="8056110" y="13223"/>
                </a:lnTo>
                <a:lnTo>
                  <a:pt x="8101642" y="23270"/>
                </a:lnTo>
                <a:lnTo>
                  <a:pt x="8146110" y="35988"/>
                </a:lnTo>
                <a:lnTo>
                  <a:pt x="8189424" y="51289"/>
                </a:lnTo>
                <a:lnTo>
                  <a:pt x="8231496" y="69082"/>
                </a:lnTo>
                <a:lnTo>
                  <a:pt x="8272235" y="89278"/>
                </a:lnTo>
                <a:lnTo>
                  <a:pt x="8311553" y="111788"/>
                </a:lnTo>
                <a:lnTo>
                  <a:pt x="8349360" y="136523"/>
                </a:lnTo>
                <a:lnTo>
                  <a:pt x="8385567" y="163394"/>
                </a:lnTo>
                <a:lnTo>
                  <a:pt x="8420085" y="192310"/>
                </a:lnTo>
                <a:lnTo>
                  <a:pt x="8452825" y="223184"/>
                </a:lnTo>
                <a:lnTo>
                  <a:pt x="8483697" y="255924"/>
                </a:lnTo>
                <a:lnTo>
                  <a:pt x="8512611" y="290444"/>
                </a:lnTo>
                <a:lnTo>
                  <a:pt x="8539480" y="326652"/>
                </a:lnTo>
                <a:lnTo>
                  <a:pt x="8564213" y="364459"/>
                </a:lnTo>
                <a:lnTo>
                  <a:pt x="8586721" y="403777"/>
                </a:lnTo>
                <a:lnTo>
                  <a:pt x="8606916" y="444516"/>
                </a:lnTo>
                <a:lnTo>
                  <a:pt x="8624708" y="486587"/>
                </a:lnTo>
                <a:lnTo>
                  <a:pt x="8640007" y="529901"/>
                </a:lnTo>
                <a:lnTo>
                  <a:pt x="8652725" y="574368"/>
                </a:lnTo>
                <a:lnTo>
                  <a:pt x="8662772" y="619899"/>
                </a:lnTo>
                <a:lnTo>
                  <a:pt x="8670060" y="666405"/>
                </a:lnTo>
                <a:lnTo>
                  <a:pt x="8674498" y="713797"/>
                </a:lnTo>
                <a:lnTo>
                  <a:pt x="8675997" y="761985"/>
                </a:lnTo>
                <a:lnTo>
                  <a:pt x="8675998" y="3108731"/>
                </a:lnTo>
                <a:lnTo>
                  <a:pt x="8674500" y="3156919"/>
                </a:lnTo>
                <a:lnTo>
                  <a:pt x="8670064" y="3204312"/>
                </a:lnTo>
                <a:lnTo>
                  <a:pt x="8662778" y="3250818"/>
                </a:lnTo>
                <a:lnTo>
                  <a:pt x="8652732" y="3296350"/>
                </a:lnTo>
                <a:lnTo>
                  <a:pt x="8640015" y="3340818"/>
                </a:lnTo>
                <a:lnTo>
                  <a:pt x="8624716" y="3384133"/>
                </a:lnTo>
                <a:lnTo>
                  <a:pt x="8606925" y="3426205"/>
                </a:lnTo>
                <a:lnTo>
                  <a:pt x="8586731" y="3466945"/>
                </a:lnTo>
                <a:lnTo>
                  <a:pt x="8564222" y="3506264"/>
                </a:lnTo>
                <a:lnTo>
                  <a:pt x="8539488" y="3544073"/>
                </a:lnTo>
                <a:lnTo>
                  <a:pt x="8512619" y="3580281"/>
                </a:lnTo>
                <a:lnTo>
                  <a:pt x="8483703" y="3614800"/>
                </a:lnTo>
                <a:lnTo>
                  <a:pt x="8452831" y="3647541"/>
                </a:lnTo>
                <a:lnTo>
                  <a:pt x="8420090" y="3678414"/>
                </a:lnTo>
                <a:lnTo>
                  <a:pt x="8385571" y="3707330"/>
                </a:lnTo>
                <a:lnTo>
                  <a:pt x="8349363" y="3734200"/>
                </a:lnTo>
                <a:lnTo>
                  <a:pt x="8311555" y="3758934"/>
                </a:lnTo>
                <a:lnTo>
                  <a:pt x="8272236" y="3781443"/>
                </a:lnTo>
                <a:lnTo>
                  <a:pt x="8231496" y="3801639"/>
                </a:lnTo>
                <a:lnTo>
                  <a:pt x="8189424" y="3819430"/>
                </a:lnTo>
                <a:lnTo>
                  <a:pt x="8146109" y="3834730"/>
                </a:lnTo>
                <a:lnTo>
                  <a:pt x="8101641" y="3847447"/>
                </a:lnTo>
                <a:lnTo>
                  <a:pt x="8056109" y="3857494"/>
                </a:lnTo>
                <a:lnTo>
                  <a:pt x="8009602" y="3864780"/>
                </a:lnTo>
                <a:lnTo>
                  <a:pt x="7984295" y="3867152"/>
                </a:lnTo>
              </a:path>
            </a:pathLst>
          </a:custGeom>
          <a:ln w="57150">
            <a:solidFill>
              <a:srgbClr val="BA9977"/>
            </a:solidFill>
          </a:ln>
        </p:spPr>
        <p:txBody>
          <a:bodyPr wrap="square" lIns="0" tIns="0" rIns="0" bIns="0" rtlCol="0"/>
          <a:lstStyle/>
          <a:p>
            <a:endParaRPr/>
          </a:p>
        </p:txBody>
      </p:sp>
      <p:sp>
        <p:nvSpPr>
          <p:cNvPr id="14" name="object 14"/>
          <p:cNvSpPr/>
          <p:nvPr/>
        </p:nvSpPr>
        <p:spPr>
          <a:xfrm>
            <a:off x="381789" y="2495476"/>
            <a:ext cx="11158855" cy="3082925"/>
          </a:xfrm>
          <a:custGeom>
            <a:avLst/>
            <a:gdLst/>
            <a:ahLst/>
            <a:cxnLst/>
            <a:rect l="l" t="t" r="r" b="b"/>
            <a:pathLst>
              <a:path w="11158855" h="3082925">
                <a:moveTo>
                  <a:pt x="761971" y="0"/>
                </a:moveTo>
                <a:lnTo>
                  <a:pt x="10396918" y="0"/>
                </a:lnTo>
                <a:lnTo>
                  <a:pt x="10445105" y="1502"/>
                </a:lnTo>
                <a:lnTo>
                  <a:pt x="10492494" y="5941"/>
                </a:lnTo>
                <a:lnTo>
                  <a:pt x="10538998" y="13229"/>
                </a:lnTo>
                <a:lnTo>
                  <a:pt x="10584526" y="23277"/>
                </a:lnTo>
                <a:lnTo>
                  <a:pt x="10628990" y="35996"/>
                </a:lnTo>
                <a:lnTo>
                  <a:pt x="10672300" y="51295"/>
                </a:lnTo>
                <a:lnTo>
                  <a:pt x="10714367" y="69087"/>
                </a:lnTo>
                <a:lnTo>
                  <a:pt x="10755102" y="89281"/>
                </a:lnTo>
                <a:lnTo>
                  <a:pt x="10794417" y="111789"/>
                </a:lnTo>
                <a:lnTo>
                  <a:pt x="10832221" y="136522"/>
                </a:lnTo>
                <a:lnTo>
                  <a:pt x="10868425" y="163390"/>
                </a:lnTo>
                <a:lnTo>
                  <a:pt x="10902941" y="192303"/>
                </a:lnTo>
                <a:lnTo>
                  <a:pt x="10935678" y="223174"/>
                </a:lnTo>
                <a:lnTo>
                  <a:pt x="10966549" y="255912"/>
                </a:lnTo>
                <a:lnTo>
                  <a:pt x="10995463" y="290429"/>
                </a:lnTo>
                <a:lnTo>
                  <a:pt x="11022331" y="326635"/>
                </a:lnTo>
                <a:lnTo>
                  <a:pt x="11047064" y="364441"/>
                </a:lnTo>
                <a:lnTo>
                  <a:pt x="11069573" y="403758"/>
                </a:lnTo>
                <a:lnTo>
                  <a:pt x="11089768" y="444496"/>
                </a:lnTo>
                <a:lnTo>
                  <a:pt x="11107561" y="486567"/>
                </a:lnTo>
                <a:lnTo>
                  <a:pt x="11122861" y="529881"/>
                </a:lnTo>
                <a:lnTo>
                  <a:pt x="11135579" y="574349"/>
                </a:lnTo>
                <a:lnTo>
                  <a:pt x="11145627" y="619881"/>
                </a:lnTo>
                <a:lnTo>
                  <a:pt x="11152915" y="666388"/>
                </a:lnTo>
                <a:lnTo>
                  <a:pt x="11157353" y="713782"/>
                </a:lnTo>
                <a:lnTo>
                  <a:pt x="11158853" y="761971"/>
                </a:lnTo>
                <a:lnTo>
                  <a:pt x="11158852" y="2320853"/>
                </a:lnTo>
                <a:lnTo>
                  <a:pt x="11157353" y="2369043"/>
                </a:lnTo>
                <a:lnTo>
                  <a:pt x="11152915" y="2416436"/>
                </a:lnTo>
                <a:lnTo>
                  <a:pt x="11145628" y="2462943"/>
                </a:lnTo>
                <a:lnTo>
                  <a:pt x="11135581" y="2508476"/>
                </a:lnTo>
                <a:lnTo>
                  <a:pt x="11122863" y="2552944"/>
                </a:lnTo>
                <a:lnTo>
                  <a:pt x="11107563" y="2596258"/>
                </a:lnTo>
                <a:lnTo>
                  <a:pt x="11089771" y="2638329"/>
                </a:lnTo>
                <a:lnTo>
                  <a:pt x="11069576" y="2679067"/>
                </a:lnTo>
                <a:lnTo>
                  <a:pt x="11047067" y="2718384"/>
                </a:lnTo>
                <a:lnTo>
                  <a:pt x="11022333" y="2756190"/>
                </a:lnTo>
                <a:lnTo>
                  <a:pt x="10995465" y="2792396"/>
                </a:lnTo>
                <a:lnTo>
                  <a:pt x="10966551" y="2826913"/>
                </a:lnTo>
                <a:lnTo>
                  <a:pt x="10935680" y="2859651"/>
                </a:lnTo>
                <a:lnTo>
                  <a:pt x="10902942" y="2890521"/>
                </a:lnTo>
                <a:lnTo>
                  <a:pt x="10868426" y="2919435"/>
                </a:lnTo>
                <a:lnTo>
                  <a:pt x="10832222" y="2946302"/>
                </a:lnTo>
                <a:lnTo>
                  <a:pt x="10794417" y="2971034"/>
                </a:lnTo>
                <a:lnTo>
                  <a:pt x="10755103" y="2993542"/>
                </a:lnTo>
                <a:lnTo>
                  <a:pt x="10714367" y="3013736"/>
                </a:lnTo>
                <a:lnTo>
                  <a:pt x="10672300" y="3031527"/>
                </a:lnTo>
                <a:lnTo>
                  <a:pt x="10628990" y="3046826"/>
                </a:lnTo>
                <a:lnTo>
                  <a:pt x="10584526" y="3059545"/>
                </a:lnTo>
                <a:lnTo>
                  <a:pt x="10538998" y="3069592"/>
                </a:lnTo>
                <a:lnTo>
                  <a:pt x="10492495" y="3076881"/>
                </a:lnTo>
                <a:lnTo>
                  <a:pt x="10445105" y="3081320"/>
                </a:lnTo>
                <a:lnTo>
                  <a:pt x="10396918" y="3082820"/>
                </a:lnTo>
                <a:lnTo>
                  <a:pt x="761971" y="3082820"/>
                </a:lnTo>
                <a:lnTo>
                  <a:pt x="713783" y="3081321"/>
                </a:lnTo>
                <a:lnTo>
                  <a:pt x="666391" y="3076884"/>
                </a:lnTo>
                <a:lnTo>
                  <a:pt x="619885" y="3069597"/>
                </a:lnTo>
                <a:lnTo>
                  <a:pt x="574354" y="3059550"/>
                </a:lnTo>
                <a:lnTo>
                  <a:pt x="529887" y="3046832"/>
                </a:lnTo>
                <a:lnTo>
                  <a:pt x="486574" y="3031533"/>
                </a:lnTo>
                <a:lnTo>
                  <a:pt x="444503" y="3013741"/>
                </a:lnTo>
                <a:lnTo>
                  <a:pt x="403764" y="2993547"/>
                </a:lnTo>
                <a:lnTo>
                  <a:pt x="364446" y="2971038"/>
                </a:lnTo>
                <a:lnTo>
                  <a:pt x="326639" y="2946304"/>
                </a:lnTo>
                <a:lnTo>
                  <a:pt x="290432" y="2919435"/>
                </a:lnTo>
                <a:lnTo>
                  <a:pt x="255914" y="2890520"/>
                </a:lnTo>
                <a:lnTo>
                  <a:pt x="223174" y="2859648"/>
                </a:lnTo>
                <a:lnTo>
                  <a:pt x="192302" y="2826909"/>
                </a:lnTo>
                <a:lnTo>
                  <a:pt x="163386" y="2792390"/>
                </a:lnTo>
                <a:lnTo>
                  <a:pt x="136517" y="2756183"/>
                </a:lnTo>
                <a:lnTo>
                  <a:pt x="111783" y="2718376"/>
                </a:lnTo>
                <a:lnTo>
                  <a:pt x="89274" y="2679059"/>
                </a:lnTo>
                <a:lnTo>
                  <a:pt x="69079" y="2638320"/>
                </a:lnTo>
                <a:lnTo>
                  <a:pt x="51287" y="2596249"/>
                </a:lnTo>
                <a:lnTo>
                  <a:pt x="35988" y="2552936"/>
                </a:lnTo>
                <a:lnTo>
                  <a:pt x="23270" y="2508469"/>
                </a:lnTo>
                <a:lnTo>
                  <a:pt x="13223" y="2462938"/>
                </a:lnTo>
                <a:lnTo>
                  <a:pt x="5936" y="2416432"/>
                </a:lnTo>
                <a:lnTo>
                  <a:pt x="1499" y="2369040"/>
                </a:lnTo>
                <a:lnTo>
                  <a:pt x="0" y="2320852"/>
                </a:lnTo>
                <a:lnTo>
                  <a:pt x="0" y="761971"/>
                </a:lnTo>
                <a:lnTo>
                  <a:pt x="1499" y="713783"/>
                </a:lnTo>
                <a:lnTo>
                  <a:pt x="5938" y="666391"/>
                </a:lnTo>
                <a:lnTo>
                  <a:pt x="13225" y="619885"/>
                </a:lnTo>
                <a:lnTo>
                  <a:pt x="23272" y="574354"/>
                </a:lnTo>
                <a:lnTo>
                  <a:pt x="35991" y="529888"/>
                </a:lnTo>
                <a:lnTo>
                  <a:pt x="51290" y="486574"/>
                </a:lnTo>
                <a:lnTo>
                  <a:pt x="69083" y="444504"/>
                </a:lnTo>
                <a:lnTo>
                  <a:pt x="89278" y="403765"/>
                </a:lnTo>
                <a:lnTo>
                  <a:pt x="111787" y="364448"/>
                </a:lnTo>
                <a:lnTo>
                  <a:pt x="136520" y="326641"/>
                </a:lnTo>
                <a:lnTo>
                  <a:pt x="163389" y="290434"/>
                </a:lnTo>
                <a:lnTo>
                  <a:pt x="192304" y="255916"/>
                </a:lnTo>
                <a:lnTo>
                  <a:pt x="223176" y="223176"/>
                </a:lnTo>
                <a:lnTo>
                  <a:pt x="255916" y="192304"/>
                </a:lnTo>
                <a:lnTo>
                  <a:pt x="290433" y="163389"/>
                </a:lnTo>
                <a:lnTo>
                  <a:pt x="326640" y="136519"/>
                </a:lnTo>
                <a:lnTo>
                  <a:pt x="364447" y="111786"/>
                </a:lnTo>
                <a:lnTo>
                  <a:pt x="403764" y="89276"/>
                </a:lnTo>
                <a:lnTo>
                  <a:pt x="444503" y="69081"/>
                </a:lnTo>
                <a:lnTo>
                  <a:pt x="486573" y="51289"/>
                </a:lnTo>
                <a:lnTo>
                  <a:pt x="529887" y="35989"/>
                </a:lnTo>
                <a:lnTo>
                  <a:pt x="574354" y="23271"/>
                </a:lnTo>
                <a:lnTo>
                  <a:pt x="619885" y="13223"/>
                </a:lnTo>
                <a:lnTo>
                  <a:pt x="666391" y="5936"/>
                </a:lnTo>
                <a:lnTo>
                  <a:pt x="713783" y="1499"/>
                </a:lnTo>
                <a:lnTo>
                  <a:pt x="761971" y="0"/>
                </a:lnTo>
              </a:path>
            </a:pathLst>
          </a:custGeom>
          <a:ln w="57150">
            <a:solidFill>
              <a:srgbClr val="BA9977"/>
            </a:solidFill>
          </a:ln>
        </p:spPr>
        <p:txBody>
          <a:bodyPr wrap="square" lIns="0" tIns="0" rIns="0" bIns="0" rtlCol="0"/>
          <a:lstStyle/>
          <a:p>
            <a:endParaRPr/>
          </a:p>
        </p:txBody>
      </p:sp>
      <p:pic>
        <p:nvPicPr>
          <p:cNvPr id="8" name="Picture 7">
            <a:extLst>
              <a:ext uri="{FF2B5EF4-FFF2-40B4-BE49-F238E27FC236}">
                <a16:creationId xmlns:a16="http://schemas.microsoft.com/office/drawing/2014/main" id="{63EF3414-DD9F-4E7D-A90F-8F3B8B1EF05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5800" y="2725769"/>
            <a:ext cx="10540476" cy="2493931"/>
          </a:xfrm>
          <a:prstGeom prst="rect">
            <a:avLst/>
          </a:prstGeom>
        </p:spPr>
      </p:pic>
      <p:pic>
        <p:nvPicPr>
          <p:cNvPr id="15" name="Picture 14">
            <a:extLst>
              <a:ext uri="{FF2B5EF4-FFF2-40B4-BE49-F238E27FC236}">
                <a16:creationId xmlns:a16="http://schemas.microsoft.com/office/drawing/2014/main" id="{4D93F747-D5ED-40A1-AF19-4DBC0C7022B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881642" y="5302446"/>
            <a:ext cx="5360848" cy="2508054"/>
          </a:xfrm>
          <a:prstGeom prst="rect">
            <a:avLst/>
          </a:prstGeom>
        </p:spPr>
      </p:pic>
    </p:spTree>
    <p:extLst>
      <p:ext uri="{BB962C8B-B14F-4D97-AF65-F5344CB8AC3E}">
        <p14:creationId xmlns:p14="http://schemas.microsoft.com/office/powerpoint/2010/main" val="17839698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9188"/>
            <a:ext cx="2873847" cy="2743199"/>
          </a:xfrm>
          <a:prstGeom prst="rect">
            <a:avLst/>
          </a:prstGeom>
        </p:spPr>
      </p:pic>
      <p:pic>
        <p:nvPicPr>
          <p:cNvPr id="3" name="object 3"/>
          <p:cNvPicPr/>
          <p:nvPr/>
        </p:nvPicPr>
        <p:blipFill>
          <a:blip r:embed="rId3" cstate="print"/>
          <a:stretch>
            <a:fillRect/>
          </a:stretch>
        </p:blipFill>
        <p:spPr>
          <a:xfrm>
            <a:off x="15882073" y="-1"/>
            <a:ext cx="2405923" cy="2146299"/>
          </a:xfrm>
          <a:prstGeom prst="rect">
            <a:avLst/>
          </a:prstGeom>
        </p:spPr>
      </p:pic>
      <p:pic>
        <p:nvPicPr>
          <p:cNvPr id="4" name="object 4"/>
          <p:cNvPicPr/>
          <p:nvPr/>
        </p:nvPicPr>
        <p:blipFill>
          <a:blip r:embed="rId4" cstate="print"/>
          <a:stretch>
            <a:fillRect/>
          </a:stretch>
        </p:blipFill>
        <p:spPr>
          <a:xfrm>
            <a:off x="2380753" y="4658575"/>
            <a:ext cx="3567131" cy="3567329"/>
          </a:xfrm>
          <a:prstGeom prst="rect">
            <a:avLst/>
          </a:prstGeom>
        </p:spPr>
      </p:pic>
      <p:pic>
        <p:nvPicPr>
          <p:cNvPr id="5" name="object 5"/>
          <p:cNvPicPr/>
          <p:nvPr/>
        </p:nvPicPr>
        <p:blipFill>
          <a:blip r:embed="rId5" cstate="print"/>
          <a:stretch>
            <a:fillRect/>
          </a:stretch>
        </p:blipFill>
        <p:spPr>
          <a:xfrm>
            <a:off x="15898251" y="7180877"/>
            <a:ext cx="2400724" cy="3105919"/>
          </a:xfrm>
          <a:prstGeom prst="rect">
            <a:avLst/>
          </a:prstGeom>
        </p:spPr>
      </p:pic>
      <p:sp>
        <p:nvSpPr>
          <p:cNvPr id="6" name="object 6"/>
          <p:cNvSpPr/>
          <p:nvPr/>
        </p:nvSpPr>
        <p:spPr>
          <a:xfrm>
            <a:off x="3084115" y="418683"/>
            <a:ext cx="12519025" cy="1739900"/>
          </a:xfrm>
          <a:custGeom>
            <a:avLst/>
            <a:gdLst/>
            <a:ahLst/>
            <a:cxnLst/>
            <a:rect l="l" t="t" r="r" b="b"/>
            <a:pathLst>
              <a:path w="12519025" h="1739900">
                <a:moveTo>
                  <a:pt x="12321268" y="1739800"/>
                </a:moveTo>
                <a:lnTo>
                  <a:pt x="200024" y="1739800"/>
                </a:lnTo>
                <a:lnTo>
                  <a:pt x="154161" y="1734518"/>
                </a:lnTo>
                <a:lnTo>
                  <a:pt x="112059" y="1719470"/>
                </a:lnTo>
                <a:lnTo>
                  <a:pt x="74919" y="1695857"/>
                </a:lnTo>
                <a:lnTo>
                  <a:pt x="43943" y="1664880"/>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4" y="0"/>
                </a:lnTo>
                <a:lnTo>
                  <a:pt x="12321268" y="0"/>
                </a:lnTo>
                <a:lnTo>
                  <a:pt x="12367139" y="5282"/>
                </a:lnTo>
                <a:lnTo>
                  <a:pt x="12409245" y="20330"/>
                </a:lnTo>
                <a:lnTo>
                  <a:pt x="12446387" y="43943"/>
                </a:lnTo>
                <a:lnTo>
                  <a:pt x="12477365" y="74919"/>
                </a:lnTo>
                <a:lnTo>
                  <a:pt x="12500978" y="112059"/>
                </a:lnTo>
                <a:lnTo>
                  <a:pt x="12516025" y="154161"/>
                </a:lnTo>
                <a:lnTo>
                  <a:pt x="12518407" y="174837"/>
                </a:lnTo>
                <a:lnTo>
                  <a:pt x="12518407" y="1564963"/>
                </a:lnTo>
                <a:lnTo>
                  <a:pt x="12500978" y="1627741"/>
                </a:lnTo>
                <a:lnTo>
                  <a:pt x="12477365" y="1664880"/>
                </a:lnTo>
                <a:lnTo>
                  <a:pt x="12446387" y="1695857"/>
                </a:lnTo>
                <a:lnTo>
                  <a:pt x="12409245" y="1719470"/>
                </a:lnTo>
                <a:lnTo>
                  <a:pt x="12367139" y="1734518"/>
                </a:lnTo>
                <a:lnTo>
                  <a:pt x="12321268" y="1739800"/>
                </a:lnTo>
                <a:close/>
              </a:path>
            </a:pathLst>
          </a:custGeom>
          <a:solidFill>
            <a:srgbClr val="DABD9D">
              <a:alpha val="78999"/>
            </a:srgbClr>
          </a:solidFill>
        </p:spPr>
        <p:txBody>
          <a:bodyPr wrap="square" lIns="0" tIns="0" rIns="0" bIns="0" rtlCol="0"/>
          <a:lstStyle/>
          <a:p>
            <a:endParaRPr/>
          </a:p>
        </p:txBody>
      </p:sp>
      <p:sp>
        <p:nvSpPr>
          <p:cNvPr id="10" name="object 10"/>
          <p:cNvSpPr/>
          <p:nvPr/>
        </p:nvSpPr>
        <p:spPr>
          <a:xfrm>
            <a:off x="11649730" y="4991100"/>
            <a:ext cx="5845175" cy="3379784"/>
          </a:xfrm>
          <a:custGeom>
            <a:avLst/>
            <a:gdLst/>
            <a:ahLst/>
            <a:cxnLst/>
            <a:rect l="l" t="t" r="r" b="b"/>
            <a:pathLst>
              <a:path w="5845175" h="4141470">
                <a:moveTo>
                  <a:pt x="761976" y="0"/>
                </a:moveTo>
                <a:lnTo>
                  <a:pt x="5083007" y="0"/>
                </a:lnTo>
                <a:lnTo>
                  <a:pt x="5131196" y="1497"/>
                </a:lnTo>
                <a:lnTo>
                  <a:pt x="5178589" y="5933"/>
                </a:lnTo>
                <a:lnTo>
                  <a:pt x="5225096" y="13220"/>
                </a:lnTo>
                <a:lnTo>
                  <a:pt x="5270629" y="23266"/>
                </a:lnTo>
                <a:lnTo>
                  <a:pt x="5315097" y="35984"/>
                </a:lnTo>
                <a:lnTo>
                  <a:pt x="5358411" y="51284"/>
                </a:lnTo>
                <a:lnTo>
                  <a:pt x="5400483" y="69076"/>
                </a:lnTo>
                <a:lnTo>
                  <a:pt x="5441222" y="89271"/>
                </a:lnTo>
                <a:lnTo>
                  <a:pt x="5480541" y="111781"/>
                </a:lnTo>
                <a:lnTo>
                  <a:pt x="5518348" y="136515"/>
                </a:lnTo>
                <a:lnTo>
                  <a:pt x="5554556" y="163384"/>
                </a:lnTo>
                <a:lnTo>
                  <a:pt x="5589074" y="192300"/>
                </a:lnTo>
                <a:lnTo>
                  <a:pt x="5621814" y="223173"/>
                </a:lnTo>
                <a:lnTo>
                  <a:pt x="5652687" y="255913"/>
                </a:lnTo>
                <a:lnTo>
                  <a:pt x="5681602" y="290432"/>
                </a:lnTo>
                <a:lnTo>
                  <a:pt x="5708471" y="326640"/>
                </a:lnTo>
                <a:lnTo>
                  <a:pt x="5733205" y="364447"/>
                </a:lnTo>
                <a:lnTo>
                  <a:pt x="5755715" y="403765"/>
                </a:lnTo>
                <a:lnTo>
                  <a:pt x="5775910" y="444504"/>
                </a:lnTo>
                <a:lnTo>
                  <a:pt x="5793703" y="486575"/>
                </a:lnTo>
                <a:lnTo>
                  <a:pt x="5809003" y="529889"/>
                </a:lnTo>
                <a:lnTo>
                  <a:pt x="5821722" y="574356"/>
                </a:lnTo>
                <a:lnTo>
                  <a:pt x="5831770" y="619888"/>
                </a:lnTo>
                <a:lnTo>
                  <a:pt x="5839058" y="666394"/>
                </a:lnTo>
                <a:lnTo>
                  <a:pt x="5843497" y="713787"/>
                </a:lnTo>
                <a:lnTo>
                  <a:pt x="5844997" y="761976"/>
                </a:lnTo>
                <a:lnTo>
                  <a:pt x="5844997" y="3378870"/>
                </a:lnTo>
                <a:lnTo>
                  <a:pt x="5843499" y="3427059"/>
                </a:lnTo>
                <a:lnTo>
                  <a:pt x="5839063" y="3474451"/>
                </a:lnTo>
                <a:lnTo>
                  <a:pt x="5831776" y="3520958"/>
                </a:lnTo>
                <a:lnTo>
                  <a:pt x="5821729" y="3566490"/>
                </a:lnTo>
                <a:lnTo>
                  <a:pt x="5809012" y="3610958"/>
                </a:lnTo>
                <a:lnTo>
                  <a:pt x="5793712" y="3654273"/>
                </a:lnTo>
                <a:lnTo>
                  <a:pt x="5775920" y="3696344"/>
                </a:lnTo>
                <a:lnTo>
                  <a:pt x="5755725" y="3737084"/>
                </a:lnTo>
                <a:lnTo>
                  <a:pt x="5733216" y="3776403"/>
                </a:lnTo>
                <a:lnTo>
                  <a:pt x="5708482" y="3814211"/>
                </a:lnTo>
                <a:lnTo>
                  <a:pt x="5681612" y="3850419"/>
                </a:lnTo>
                <a:lnTo>
                  <a:pt x="5652697" y="3884939"/>
                </a:lnTo>
                <a:lnTo>
                  <a:pt x="5621824" y="3917680"/>
                </a:lnTo>
                <a:lnTo>
                  <a:pt x="5589084" y="3948553"/>
                </a:lnTo>
                <a:lnTo>
                  <a:pt x="5554565" y="3977469"/>
                </a:lnTo>
                <a:lnTo>
                  <a:pt x="5518356" y="4004340"/>
                </a:lnTo>
                <a:lnTo>
                  <a:pt x="5480548" y="4029075"/>
                </a:lnTo>
                <a:lnTo>
                  <a:pt x="5441229" y="4051585"/>
                </a:lnTo>
                <a:lnTo>
                  <a:pt x="5400489" y="4071781"/>
                </a:lnTo>
                <a:lnTo>
                  <a:pt x="5358416" y="4089573"/>
                </a:lnTo>
                <a:lnTo>
                  <a:pt x="5315101" y="4104873"/>
                </a:lnTo>
                <a:lnTo>
                  <a:pt x="5270632" y="4117591"/>
                </a:lnTo>
                <a:lnTo>
                  <a:pt x="5225099" y="4127638"/>
                </a:lnTo>
                <a:lnTo>
                  <a:pt x="5178590" y="4134925"/>
                </a:lnTo>
                <a:lnTo>
                  <a:pt x="5131196" y="4139361"/>
                </a:lnTo>
                <a:lnTo>
                  <a:pt x="5083007" y="4140860"/>
                </a:lnTo>
                <a:lnTo>
                  <a:pt x="761975" y="4140859"/>
                </a:lnTo>
                <a:lnTo>
                  <a:pt x="713786" y="4139359"/>
                </a:lnTo>
                <a:lnTo>
                  <a:pt x="666393" y="4134919"/>
                </a:lnTo>
                <a:lnTo>
                  <a:pt x="619886" y="4127630"/>
                </a:lnTo>
                <a:lnTo>
                  <a:pt x="574354" y="4117581"/>
                </a:lnTo>
                <a:lnTo>
                  <a:pt x="529887" y="4104861"/>
                </a:lnTo>
                <a:lnTo>
                  <a:pt x="486573" y="4089560"/>
                </a:lnTo>
                <a:lnTo>
                  <a:pt x="444502" y="4071767"/>
                </a:lnTo>
                <a:lnTo>
                  <a:pt x="403764" y="4051570"/>
                </a:lnTo>
                <a:lnTo>
                  <a:pt x="364446" y="4029060"/>
                </a:lnTo>
                <a:lnTo>
                  <a:pt x="326640" y="4004325"/>
                </a:lnTo>
                <a:lnTo>
                  <a:pt x="290433" y="3977455"/>
                </a:lnTo>
                <a:lnTo>
                  <a:pt x="255915" y="3948539"/>
                </a:lnTo>
                <a:lnTo>
                  <a:pt x="223175" y="3917667"/>
                </a:lnTo>
                <a:lnTo>
                  <a:pt x="192303" y="3884927"/>
                </a:lnTo>
                <a:lnTo>
                  <a:pt x="163388" y="3850408"/>
                </a:lnTo>
                <a:lnTo>
                  <a:pt x="136518" y="3814201"/>
                </a:lnTo>
                <a:lnTo>
                  <a:pt x="111784" y="3776394"/>
                </a:lnTo>
                <a:lnTo>
                  <a:pt x="89275" y="3737077"/>
                </a:lnTo>
                <a:lnTo>
                  <a:pt x="69079" y="3696338"/>
                </a:lnTo>
                <a:lnTo>
                  <a:pt x="51287" y="3654268"/>
                </a:lnTo>
                <a:lnTo>
                  <a:pt x="35987" y="3610954"/>
                </a:lnTo>
                <a:lnTo>
                  <a:pt x="23269" y="3566487"/>
                </a:lnTo>
                <a:lnTo>
                  <a:pt x="13222" y="3520956"/>
                </a:lnTo>
                <a:lnTo>
                  <a:pt x="5935" y="3474450"/>
                </a:lnTo>
                <a:lnTo>
                  <a:pt x="1498" y="3427058"/>
                </a:lnTo>
                <a:lnTo>
                  <a:pt x="0" y="3378870"/>
                </a:lnTo>
                <a:lnTo>
                  <a:pt x="0" y="761976"/>
                </a:lnTo>
                <a:lnTo>
                  <a:pt x="1501" y="713787"/>
                </a:lnTo>
                <a:lnTo>
                  <a:pt x="5940" y="666396"/>
                </a:lnTo>
                <a:lnTo>
                  <a:pt x="13228" y="619890"/>
                </a:lnTo>
                <a:lnTo>
                  <a:pt x="23277" y="574359"/>
                </a:lnTo>
                <a:lnTo>
                  <a:pt x="35996" y="529893"/>
                </a:lnTo>
                <a:lnTo>
                  <a:pt x="51297" y="486580"/>
                </a:lnTo>
                <a:lnTo>
                  <a:pt x="69090" y="444510"/>
                </a:lnTo>
                <a:lnTo>
                  <a:pt x="89286" y="403772"/>
                </a:lnTo>
                <a:lnTo>
                  <a:pt x="111795" y="364455"/>
                </a:lnTo>
                <a:lnTo>
                  <a:pt x="136529" y="326649"/>
                </a:lnTo>
                <a:lnTo>
                  <a:pt x="163398" y="290442"/>
                </a:lnTo>
                <a:lnTo>
                  <a:pt x="192314" y="255925"/>
                </a:lnTo>
                <a:lnTo>
                  <a:pt x="223185" y="223186"/>
                </a:lnTo>
                <a:lnTo>
                  <a:pt x="255925" y="192314"/>
                </a:lnTo>
                <a:lnTo>
                  <a:pt x="290442" y="163399"/>
                </a:lnTo>
                <a:lnTo>
                  <a:pt x="326648" y="136529"/>
                </a:lnTo>
                <a:lnTo>
                  <a:pt x="364455" y="111795"/>
                </a:lnTo>
                <a:lnTo>
                  <a:pt x="403771" y="89285"/>
                </a:lnTo>
                <a:lnTo>
                  <a:pt x="444509" y="69089"/>
                </a:lnTo>
                <a:lnTo>
                  <a:pt x="486579" y="51296"/>
                </a:lnTo>
                <a:lnTo>
                  <a:pt x="529892" y="35995"/>
                </a:lnTo>
                <a:lnTo>
                  <a:pt x="574359" y="23276"/>
                </a:lnTo>
                <a:lnTo>
                  <a:pt x="619889" y="13227"/>
                </a:lnTo>
                <a:lnTo>
                  <a:pt x="666395" y="5939"/>
                </a:lnTo>
                <a:lnTo>
                  <a:pt x="713787" y="1499"/>
                </a:lnTo>
                <a:lnTo>
                  <a:pt x="761976" y="0"/>
                </a:lnTo>
              </a:path>
            </a:pathLst>
          </a:custGeom>
          <a:ln w="57150">
            <a:solidFill>
              <a:srgbClr val="BA9977"/>
            </a:solidFill>
          </a:ln>
        </p:spPr>
        <p:txBody>
          <a:bodyPr wrap="square" lIns="0" tIns="0" rIns="0" bIns="0" rtlCol="0"/>
          <a:lstStyle/>
          <a:p>
            <a:endParaRPr/>
          </a:p>
        </p:txBody>
      </p:sp>
      <p:sp>
        <p:nvSpPr>
          <p:cNvPr id="11" name="object 11"/>
          <p:cNvSpPr txBox="1">
            <a:spLocks noGrp="1"/>
          </p:cNvSpPr>
          <p:nvPr>
            <p:ph type="title"/>
          </p:nvPr>
        </p:nvSpPr>
        <p:spPr>
          <a:xfrm>
            <a:off x="3336093" y="292901"/>
            <a:ext cx="12385040" cy="1674817"/>
          </a:xfrm>
          <a:prstGeom prst="rect">
            <a:avLst/>
          </a:prstGeom>
        </p:spPr>
        <p:txBody>
          <a:bodyPr vert="horz" wrap="square" lIns="0" tIns="12700" rIns="0" bIns="0" rtlCol="0">
            <a:spAutoFit/>
          </a:bodyPr>
          <a:lstStyle/>
          <a:p>
            <a:pPr marL="942340" marR="5080" indent="-610870">
              <a:lnSpc>
                <a:spcPct val="115900"/>
              </a:lnSpc>
              <a:spcBef>
                <a:spcPts val="100"/>
              </a:spcBef>
            </a:pPr>
            <a:r>
              <a:rPr sz="4800" spc="625" dirty="0"/>
              <a:t>Q</a:t>
            </a:r>
            <a:r>
              <a:rPr lang="en-US" sz="4800" spc="625" dirty="0"/>
              <a:t>27</a:t>
            </a:r>
            <a:r>
              <a:rPr sz="4800" spc="130" dirty="0"/>
              <a:t> </a:t>
            </a:r>
            <a:r>
              <a:rPr sz="4800" spc="795" dirty="0"/>
              <a:t>-</a:t>
            </a:r>
            <a:r>
              <a:rPr lang="en-US" sz="4800" spc="795" dirty="0"/>
              <a:t>Do few pizzas drive most revenue (Pareto)?</a:t>
            </a:r>
            <a:endParaRPr sz="4800" dirty="0"/>
          </a:p>
        </p:txBody>
      </p:sp>
      <p:sp>
        <p:nvSpPr>
          <p:cNvPr id="12" name="object 12"/>
          <p:cNvSpPr txBox="1"/>
          <p:nvPr/>
        </p:nvSpPr>
        <p:spPr>
          <a:xfrm>
            <a:off x="901700" y="6210300"/>
            <a:ext cx="8008620" cy="2628284"/>
          </a:xfrm>
          <a:prstGeom prst="rect">
            <a:avLst/>
          </a:prstGeom>
        </p:spPr>
        <p:txBody>
          <a:bodyPr vert="horz" wrap="square" lIns="0" tIns="90805" rIns="0" bIns="0" rtlCol="0">
            <a:spAutoFit/>
          </a:bodyPr>
          <a:lstStyle/>
          <a:p>
            <a:pPr marL="12700">
              <a:lnSpc>
                <a:spcPct val="100000"/>
              </a:lnSpc>
              <a:spcBef>
                <a:spcPts val="715"/>
              </a:spcBef>
            </a:pPr>
            <a:r>
              <a:rPr sz="3100" spc="-114" dirty="0">
                <a:solidFill>
                  <a:srgbClr val="672912"/>
                </a:solidFill>
                <a:latin typeface="Verdana"/>
                <a:cs typeface="Verdana"/>
              </a:rPr>
              <a:t>Insight</a:t>
            </a:r>
            <a:r>
              <a:rPr sz="3100" spc="-260" dirty="0">
                <a:solidFill>
                  <a:srgbClr val="672912"/>
                </a:solidFill>
                <a:latin typeface="Verdana"/>
                <a:cs typeface="Verdana"/>
              </a:rPr>
              <a:t> </a:t>
            </a:r>
            <a:r>
              <a:rPr sz="3100" spc="-645" dirty="0">
                <a:solidFill>
                  <a:srgbClr val="672912"/>
                </a:solidFill>
                <a:latin typeface="Verdana"/>
                <a:cs typeface="Verdana"/>
              </a:rPr>
              <a:t>:</a:t>
            </a:r>
            <a:endParaRPr lang="en-US" sz="3100" spc="-645" dirty="0">
              <a:solidFill>
                <a:srgbClr val="672912"/>
              </a:solidFill>
              <a:latin typeface="Verdana"/>
              <a:cs typeface="Verdana"/>
            </a:endParaRPr>
          </a:p>
          <a:p>
            <a:pPr marL="12700">
              <a:lnSpc>
                <a:spcPct val="100000"/>
              </a:lnSpc>
              <a:spcBef>
                <a:spcPts val="715"/>
              </a:spcBef>
            </a:pPr>
            <a:r>
              <a:rPr lang="en-US" sz="3200" dirty="0">
                <a:solidFill>
                  <a:schemeClr val="accent2">
                    <a:lumMod val="50000"/>
                  </a:schemeClr>
                </a:solidFill>
              </a:rPr>
              <a:t>A small group of pizzas, led by Thai Chicken and Barbecue Chicken, generates the highest revenue, indicating strong product concentration.</a:t>
            </a:r>
            <a:endParaRPr lang="en-US" sz="3100" spc="-10" dirty="0">
              <a:solidFill>
                <a:schemeClr val="accent2">
                  <a:lumMod val="50000"/>
                </a:schemeClr>
              </a:solidFill>
              <a:latin typeface="Verdana"/>
              <a:cs typeface="Verdana"/>
            </a:endParaRPr>
          </a:p>
        </p:txBody>
      </p:sp>
      <p:sp>
        <p:nvSpPr>
          <p:cNvPr id="13" name="object 13"/>
          <p:cNvSpPr/>
          <p:nvPr/>
        </p:nvSpPr>
        <p:spPr>
          <a:xfrm>
            <a:off x="467910" y="6079936"/>
            <a:ext cx="8676005" cy="2865089"/>
          </a:xfrm>
          <a:custGeom>
            <a:avLst/>
            <a:gdLst/>
            <a:ahLst/>
            <a:cxnLst/>
            <a:rect l="l" t="t" r="r" b="b"/>
            <a:pathLst>
              <a:path w="8676005" h="3867150">
                <a:moveTo>
                  <a:pt x="691797" y="3867155"/>
                </a:moveTo>
                <a:lnTo>
                  <a:pt x="619977" y="3857493"/>
                </a:lnTo>
                <a:lnTo>
                  <a:pt x="574445" y="3847446"/>
                </a:lnTo>
                <a:lnTo>
                  <a:pt x="529977" y="3834728"/>
                </a:lnTo>
                <a:lnTo>
                  <a:pt x="486663" y="3819429"/>
                </a:lnTo>
                <a:lnTo>
                  <a:pt x="444591" y="3801637"/>
                </a:lnTo>
                <a:lnTo>
                  <a:pt x="403852" y="3781442"/>
                </a:lnTo>
                <a:lnTo>
                  <a:pt x="364533" y="3758933"/>
                </a:lnTo>
                <a:lnTo>
                  <a:pt x="326725" y="3734199"/>
                </a:lnTo>
                <a:lnTo>
                  <a:pt x="290517" y="3707330"/>
                </a:lnTo>
                <a:lnTo>
                  <a:pt x="255997" y="3678414"/>
                </a:lnTo>
                <a:lnTo>
                  <a:pt x="223256" y="3647542"/>
                </a:lnTo>
                <a:lnTo>
                  <a:pt x="192383" y="3614801"/>
                </a:lnTo>
                <a:lnTo>
                  <a:pt x="163467" y="3580283"/>
                </a:lnTo>
                <a:lnTo>
                  <a:pt x="136597" y="3544075"/>
                </a:lnTo>
                <a:lnTo>
                  <a:pt x="111862" y="3506267"/>
                </a:lnTo>
                <a:lnTo>
                  <a:pt x="89353" y="3466948"/>
                </a:lnTo>
                <a:lnTo>
                  <a:pt x="69157" y="3426208"/>
                </a:lnTo>
                <a:lnTo>
                  <a:pt x="51365" y="3384136"/>
                </a:lnTo>
                <a:lnTo>
                  <a:pt x="36065" y="3340821"/>
                </a:lnTo>
                <a:lnTo>
                  <a:pt x="23347" y="3296353"/>
                </a:lnTo>
                <a:lnTo>
                  <a:pt x="13301" y="3250821"/>
                </a:lnTo>
                <a:lnTo>
                  <a:pt x="6014" y="3204313"/>
                </a:lnTo>
                <a:lnTo>
                  <a:pt x="1577" y="3156920"/>
                </a:lnTo>
                <a:lnTo>
                  <a:pt x="0" y="3108731"/>
                </a:lnTo>
                <a:lnTo>
                  <a:pt x="0" y="761983"/>
                </a:lnTo>
                <a:lnTo>
                  <a:pt x="1579" y="713796"/>
                </a:lnTo>
                <a:lnTo>
                  <a:pt x="6018" y="666404"/>
                </a:lnTo>
                <a:lnTo>
                  <a:pt x="13306" y="619897"/>
                </a:lnTo>
                <a:lnTo>
                  <a:pt x="23354" y="574366"/>
                </a:lnTo>
                <a:lnTo>
                  <a:pt x="36072" y="529898"/>
                </a:lnTo>
                <a:lnTo>
                  <a:pt x="51373" y="486585"/>
                </a:lnTo>
                <a:lnTo>
                  <a:pt x="69166" y="444514"/>
                </a:lnTo>
                <a:lnTo>
                  <a:pt x="89361" y="403774"/>
                </a:lnTo>
                <a:lnTo>
                  <a:pt x="111871" y="364457"/>
                </a:lnTo>
                <a:lnTo>
                  <a:pt x="136605" y="326649"/>
                </a:lnTo>
                <a:lnTo>
                  <a:pt x="163474" y="290442"/>
                </a:lnTo>
                <a:lnTo>
                  <a:pt x="192390" y="255923"/>
                </a:lnTo>
                <a:lnTo>
                  <a:pt x="223262" y="223183"/>
                </a:lnTo>
                <a:lnTo>
                  <a:pt x="256002" y="192310"/>
                </a:lnTo>
                <a:lnTo>
                  <a:pt x="290520" y="163394"/>
                </a:lnTo>
                <a:lnTo>
                  <a:pt x="326727" y="136524"/>
                </a:lnTo>
                <a:lnTo>
                  <a:pt x="364534" y="111790"/>
                </a:lnTo>
                <a:lnTo>
                  <a:pt x="403852" y="89280"/>
                </a:lnTo>
                <a:lnTo>
                  <a:pt x="444591" y="69084"/>
                </a:lnTo>
                <a:lnTo>
                  <a:pt x="486662" y="51291"/>
                </a:lnTo>
                <a:lnTo>
                  <a:pt x="529976" y="35991"/>
                </a:lnTo>
                <a:lnTo>
                  <a:pt x="574444" y="23272"/>
                </a:lnTo>
                <a:lnTo>
                  <a:pt x="619976" y="13224"/>
                </a:lnTo>
                <a:lnTo>
                  <a:pt x="666483" y="5937"/>
                </a:lnTo>
                <a:lnTo>
                  <a:pt x="713875" y="1499"/>
                </a:lnTo>
                <a:lnTo>
                  <a:pt x="762064" y="0"/>
                </a:lnTo>
                <a:lnTo>
                  <a:pt x="7914020" y="0"/>
                </a:lnTo>
                <a:lnTo>
                  <a:pt x="7962210" y="1498"/>
                </a:lnTo>
                <a:lnTo>
                  <a:pt x="8009603" y="5935"/>
                </a:lnTo>
                <a:lnTo>
                  <a:pt x="8056110" y="13223"/>
                </a:lnTo>
                <a:lnTo>
                  <a:pt x="8101642" y="23270"/>
                </a:lnTo>
                <a:lnTo>
                  <a:pt x="8146110" y="35988"/>
                </a:lnTo>
                <a:lnTo>
                  <a:pt x="8189424" y="51289"/>
                </a:lnTo>
                <a:lnTo>
                  <a:pt x="8231496" y="69082"/>
                </a:lnTo>
                <a:lnTo>
                  <a:pt x="8272235" y="89278"/>
                </a:lnTo>
                <a:lnTo>
                  <a:pt x="8311553" y="111788"/>
                </a:lnTo>
                <a:lnTo>
                  <a:pt x="8349360" y="136523"/>
                </a:lnTo>
                <a:lnTo>
                  <a:pt x="8385567" y="163394"/>
                </a:lnTo>
                <a:lnTo>
                  <a:pt x="8420085" y="192310"/>
                </a:lnTo>
                <a:lnTo>
                  <a:pt x="8452825" y="223184"/>
                </a:lnTo>
                <a:lnTo>
                  <a:pt x="8483697" y="255924"/>
                </a:lnTo>
                <a:lnTo>
                  <a:pt x="8512611" y="290444"/>
                </a:lnTo>
                <a:lnTo>
                  <a:pt x="8539480" y="326652"/>
                </a:lnTo>
                <a:lnTo>
                  <a:pt x="8564213" y="364459"/>
                </a:lnTo>
                <a:lnTo>
                  <a:pt x="8586721" y="403777"/>
                </a:lnTo>
                <a:lnTo>
                  <a:pt x="8606916" y="444516"/>
                </a:lnTo>
                <a:lnTo>
                  <a:pt x="8624708" y="486587"/>
                </a:lnTo>
                <a:lnTo>
                  <a:pt x="8640007" y="529901"/>
                </a:lnTo>
                <a:lnTo>
                  <a:pt x="8652725" y="574368"/>
                </a:lnTo>
                <a:lnTo>
                  <a:pt x="8662772" y="619899"/>
                </a:lnTo>
                <a:lnTo>
                  <a:pt x="8670060" y="666405"/>
                </a:lnTo>
                <a:lnTo>
                  <a:pt x="8674498" y="713797"/>
                </a:lnTo>
                <a:lnTo>
                  <a:pt x="8675997" y="761985"/>
                </a:lnTo>
                <a:lnTo>
                  <a:pt x="8675998" y="3108731"/>
                </a:lnTo>
                <a:lnTo>
                  <a:pt x="8674500" y="3156919"/>
                </a:lnTo>
                <a:lnTo>
                  <a:pt x="8670064" y="3204312"/>
                </a:lnTo>
                <a:lnTo>
                  <a:pt x="8662778" y="3250818"/>
                </a:lnTo>
                <a:lnTo>
                  <a:pt x="8652732" y="3296350"/>
                </a:lnTo>
                <a:lnTo>
                  <a:pt x="8640015" y="3340818"/>
                </a:lnTo>
                <a:lnTo>
                  <a:pt x="8624716" y="3384133"/>
                </a:lnTo>
                <a:lnTo>
                  <a:pt x="8606925" y="3426205"/>
                </a:lnTo>
                <a:lnTo>
                  <a:pt x="8586731" y="3466945"/>
                </a:lnTo>
                <a:lnTo>
                  <a:pt x="8564222" y="3506264"/>
                </a:lnTo>
                <a:lnTo>
                  <a:pt x="8539488" y="3544073"/>
                </a:lnTo>
                <a:lnTo>
                  <a:pt x="8512619" y="3580281"/>
                </a:lnTo>
                <a:lnTo>
                  <a:pt x="8483703" y="3614800"/>
                </a:lnTo>
                <a:lnTo>
                  <a:pt x="8452831" y="3647541"/>
                </a:lnTo>
                <a:lnTo>
                  <a:pt x="8420090" y="3678414"/>
                </a:lnTo>
                <a:lnTo>
                  <a:pt x="8385571" y="3707330"/>
                </a:lnTo>
                <a:lnTo>
                  <a:pt x="8349363" y="3734200"/>
                </a:lnTo>
                <a:lnTo>
                  <a:pt x="8311555" y="3758934"/>
                </a:lnTo>
                <a:lnTo>
                  <a:pt x="8272236" y="3781443"/>
                </a:lnTo>
                <a:lnTo>
                  <a:pt x="8231496" y="3801639"/>
                </a:lnTo>
                <a:lnTo>
                  <a:pt x="8189424" y="3819430"/>
                </a:lnTo>
                <a:lnTo>
                  <a:pt x="8146109" y="3834730"/>
                </a:lnTo>
                <a:lnTo>
                  <a:pt x="8101641" y="3847447"/>
                </a:lnTo>
                <a:lnTo>
                  <a:pt x="8056109" y="3857494"/>
                </a:lnTo>
                <a:lnTo>
                  <a:pt x="8009602" y="3864780"/>
                </a:lnTo>
                <a:lnTo>
                  <a:pt x="7984295" y="3867152"/>
                </a:lnTo>
              </a:path>
            </a:pathLst>
          </a:custGeom>
          <a:ln w="57150">
            <a:solidFill>
              <a:srgbClr val="BA9977"/>
            </a:solidFill>
          </a:ln>
        </p:spPr>
        <p:txBody>
          <a:bodyPr wrap="square" lIns="0" tIns="0" rIns="0" bIns="0" rtlCol="0"/>
          <a:lstStyle/>
          <a:p>
            <a:endParaRPr/>
          </a:p>
        </p:txBody>
      </p:sp>
      <p:sp>
        <p:nvSpPr>
          <p:cNvPr id="14" name="object 14"/>
          <p:cNvSpPr/>
          <p:nvPr/>
        </p:nvSpPr>
        <p:spPr>
          <a:xfrm>
            <a:off x="381789" y="2495476"/>
            <a:ext cx="11158855" cy="3082925"/>
          </a:xfrm>
          <a:custGeom>
            <a:avLst/>
            <a:gdLst/>
            <a:ahLst/>
            <a:cxnLst/>
            <a:rect l="l" t="t" r="r" b="b"/>
            <a:pathLst>
              <a:path w="11158855" h="3082925">
                <a:moveTo>
                  <a:pt x="761971" y="0"/>
                </a:moveTo>
                <a:lnTo>
                  <a:pt x="10396918" y="0"/>
                </a:lnTo>
                <a:lnTo>
                  <a:pt x="10445105" y="1502"/>
                </a:lnTo>
                <a:lnTo>
                  <a:pt x="10492494" y="5941"/>
                </a:lnTo>
                <a:lnTo>
                  <a:pt x="10538998" y="13229"/>
                </a:lnTo>
                <a:lnTo>
                  <a:pt x="10584526" y="23277"/>
                </a:lnTo>
                <a:lnTo>
                  <a:pt x="10628990" y="35996"/>
                </a:lnTo>
                <a:lnTo>
                  <a:pt x="10672300" y="51295"/>
                </a:lnTo>
                <a:lnTo>
                  <a:pt x="10714367" y="69087"/>
                </a:lnTo>
                <a:lnTo>
                  <a:pt x="10755102" y="89281"/>
                </a:lnTo>
                <a:lnTo>
                  <a:pt x="10794417" y="111789"/>
                </a:lnTo>
                <a:lnTo>
                  <a:pt x="10832221" y="136522"/>
                </a:lnTo>
                <a:lnTo>
                  <a:pt x="10868425" y="163390"/>
                </a:lnTo>
                <a:lnTo>
                  <a:pt x="10902941" y="192303"/>
                </a:lnTo>
                <a:lnTo>
                  <a:pt x="10935678" y="223174"/>
                </a:lnTo>
                <a:lnTo>
                  <a:pt x="10966549" y="255912"/>
                </a:lnTo>
                <a:lnTo>
                  <a:pt x="10995463" y="290429"/>
                </a:lnTo>
                <a:lnTo>
                  <a:pt x="11022331" y="326635"/>
                </a:lnTo>
                <a:lnTo>
                  <a:pt x="11047064" y="364441"/>
                </a:lnTo>
                <a:lnTo>
                  <a:pt x="11069573" y="403758"/>
                </a:lnTo>
                <a:lnTo>
                  <a:pt x="11089768" y="444496"/>
                </a:lnTo>
                <a:lnTo>
                  <a:pt x="11107561" y="486567"/>
                </a:lnTo>
                <a:lnTo>
                  <a:pt x="11122861" y="529881"/>
                </a:lnTo>
                <a:lnTo>
                  <a:pt x="11135579" y="574349"/>
                </a:lnTo>
                <a:lnTo>
                  <a:pt x="11145627" y="619881"/>
                </a:lnTo>
                <a:lnTo>
                  <a:pt x="11152915" y="666388"/>
                </a:lnTo>
                <a:lnTo>
                  <a:pt x="11157353" y="713782"/>
                </a:lnTo>
                <a:lnTo>
                  <a:pt x="11158853" y="761971"/>
                </a:lnTo>
                <a:lnTo>
                  <a:pt x="11158852" y="2320853"/>
                </a:lnTo>
                <a:lnTo>
                  <a:pt x="11157353" y="2369043"/>
                </a:lnTo>
                <a:lnTo>
                  <a:pt x="11152915" y="2416436"/>
                </a:lnTo>
                <a:lnTo>
                  <a:pt x="11145628" y="2462943"/>
                </a:lnTo>
                <a:lnTo>
                  <a:pt x="11135581" y="2508476"/>
                </a:lnTo>
                <a:lnTo>
                  <a:pt x="11122863" y="2552944"/>
                </a:lnTo>
                <a:lnTo>
                  <a:pt x="11107563" y="2596258"/>
                </a:lnTo>
                <a:lnTo>
                  <a:pt x="11089771" y="2638329"/>
                </a:lnTo>
                <a:lnTo>
                  <a:pt x="11069576" y="2679067"/>
                </a:lnTo>
                <a:lnTo>
                  <a:pt x="11047067" y="2718384"/>
                </a:lnTo>
                <a:lnTo>
                  <a:pt x="11022333" y="2756190"/>
                </a:lnTo>
                <a:lnTo>
                  <a:pt x="10995465" y="2792396"/>
                </a:lnTo>
                <a:lnTo>
                  <a:pt x="10966551" y="2826913"/>
                </a:lnTo>
                <a:lnTo>
                  <a:pt x="10935680" y="2859651"/>
                </a:lnTo>
                <a:lnTo>
                  <a:pt x="10902942" y="2890521"/>
                </a:lnTo>
                <a:lnTo>
                  <a:pt x="10868426" y="2919435"/>
                </a:lnTo>
                <a:lnTo>
                  <a:pt x="10832222" y="2946302"/>
                </a:lnTo>
                <a:lnTo>
                  <a:pt x="10794417" y="2971034"/>
                </a:lnTo>
                <a:lnTo>
                  <a:pt x="10755103" y="2993542"/>
                </a:lnTo>
                <a:lnTo>
                  <a:pt x="10714367" y="3013736"/>
                </a:lnTo>
                <a:lnTo>
                  <a:pt x="10672300" y="3031527"/>
                </a:lnTo>
                <a:lnTo>
                  <a:pt x="10628990" y="3046826"/>
                </a:lnTo>
                <a:lnTo>
                  <a:pt x="10584526" y="3059545"/>
                </a:lnTo>
                <a:lnTo>
                  <a:pt x="10538998" y="3069592"/>
                </a:lnTo>
                <a:lnTo>
                  <a:pt x="10492495" y="3076881"/>
                </a:lnTo>
                <a:lnTo>
                  <a:pt x="10445105" y="3081320"/>
                </a:lnTo>
                <a:lnTo>
                  <a:pt x="10396918" y="3082820"/>
                </a:lnTo>
                <a:lnTo>
                  <a:pt x="761971" y="3082820"/>
                </a:lnTo>
                <a:lnTo>
                  <a:pt x="713783" y="3081321"/>
                </a:lnTo>
                <a:lnTo>
                  <a:pt x="666391" y="3076884"/>
                </a:lnTo>
                <a:lnTo>
                  <a:pt x="619885" y="3069597"/>
                </a:lnTo>
                <a:lnTo>
                  <a:pt x="574354" y="3059550"/>
                </a:lnTo>
                <a:lnTo>
                  <a:pt x="529887" y="3046832"/>
                </a:lnTo>
                <a:lnTo>
                  <a:pt x="486574" y="3031533"/>
                </a:lnTo>
                <a:lnTo>
                  <a:pt x="444503" y="3013741"/>
                </a:lnTo>
                <a:lnTo>
                  <a:pt x="403764" y="2993547"/>
                </a:lnTo>
                <a:lnTo>
                  <a:pt x="364446" y="2971038"/>
                </a:lnTo>
                <a:lnTo>
                  <a:pt x="326639" y="2946304"/>
                </a:lnTo>
                <a:lnTo>
                  <a:pt x="290432" y="2919435"/>
                </a:lnTo>
                <a:lnTo>
                  <a:pt x="255914" y="2890520"/>
                </a:lnTo>
                <a:lnTo>
                  <a:pt x="223174" y="2859648"/>
                </a:lnTo>
                <a:lnTo>
                  <a:pt x="192302" y="2826909"/>
                </a:lnTo>
                <a:lnTo>
                  <a:pt x="163386" y="2792390"/>
                </a:lnTo>
                <a:lnTo>
                  <a:pt x="136517" y="2756183"/>
                </a:lnTo>
                <a:lnTo>
                  <a:pt x="111783" y="2718376"/>
                </a:lnTo>
                <a:lnTo>
                  <a:pt x="89274" y="2679059"/>
                </a:lnTo>
                <a:lnTo>
                  <a:pt x="69079" y="2638320"/>
                </a:lnTo>
                <a:lnTo>
                  <a:pt x="51287" y="2596249"/>
                </a:lnTo>
                <a:lnTo>
                  <a:pt x="35988" y="2552936"/>
                </a:lnTo>
                <a:lnTo>
                  <a:pt x="23270" y="2508469"/>
                </a:lnTo>
                <a:lnTo>
                  <a:pt x="13223" y="2462938"/>
                </a:lnTo>
                <a:lnTo>
                  <a:pt x="5936" y="2416432"/>
                </a:lnTo>
                <a:lnTo>
                  <a:pt x="1499" y="2369040"/>
                </a:lnTo>
                <a:lnTo>
                  <a:pt x="0" y="2320852"/>
                </a:lnTo>
                <a:lnTo>
                  <a:pt x="0" y="761971"/>
                </a:lnTo>
                <a:lnTo>
                  <a:pt x="1499" y="713783"/>
                </a:lnTo>
                <a:lnTo>
                  <a:pt x="5938" y="666391"/>
                </a:lnTo>
                <a:lnTo>
                  <a:pt x="13225" y="619885"/>
                </a:lnTo>
                <a:lnTo>
                  <a:pt x="23272" y="574354"/>
                </a:lnTo>
                <a:lnTo>
                  <a:pt x="35991" y="529888"/>
                </a:lnTo>
                <a:lnTo>
                  <a:pt x="51290" y="486574"/>
                </a:lnTo>
                <a:lnTo>
                  <a:pt x="69083" y="444504"/>
                </a:lnTo>
                <a:lnTo>
                  <a:pt x="89278" y="403765"/>
                </a:lnTo>
                <a:lnTo>
                  <a:pt x="111787" y="364448"/>
                </a:lnTo>
                <a:lnTo>
                  <a:pt x="136520" y="326641"/>
                </a:lnTo>
                <a:lnTo>
                  <a:pt x="163389" y="290434"/>
                </a:lnTo>
                <a:lnTo>
                  <a:pt x="192304" y="255916"/>
                </a:lnTo>
                <a:lnTo>
                  <a:pt x="223176" y="223176"/>
                </a:lnTo>
                <a:lnTo>
                  <a:pt x="255916" y="192304"/>
                </a:lnTo>
                <a:lnTo>
                  <a:pt x="290433" y="163389"/>
                </a:lnTo>
                <a:lnTo>
                  <a:pt x="326640" y="136519"/>
                </a:lnTo>
                <a:lnTo>
                  <a:pt x="364447" y="111786"/>
                </a:lnTo>
                <a:lnTo>
                  <a:pt x="403764" y="89276"/>
                </a:lnTo>
                <a:lnTo>
                  <a:pt x="444503" y="69081"/>
                </a:lnTo>
                <a:lnTo>
                  <a:pt x="486573" y="51289"/>
                </a:lnTo>
                <a:lnTo>
                  <a:pt x="529887" y="35989"/>
                </a:lnTo>
                <a:lnTo>
                  <a:pt x="574354" y="23271"/>
                </a:lnTo>
                <a:lnTo>
                  <a:pt x="619885" y="13223"/>
                </a:lnTo>
                <a:lnTo>
                  <a:pt x="666391" y="5936"/>
                </a:lnTo>
                <a:lnTo>
                  <a:pt x="713783" y="1499"/>
                </a:lnTo>
                <a:lnTo>
                  <a:pt x="761971" y="0"/>
                </a:lnTo>
              </a:path>
            </a:pathLst>
          </a:custGeom>
          <a:ln w="57150">
            <a:solidFill>
              <a:srgbClr val="BA9977"/>
            </a:solidFill>
          </a:ln>
        </p:spPr>
        <p:txBody>
          <a:bodyPr wrap="square" lIns="0" tIns="0" rIns="0" bIns="0" rtlCol="0"/>
          <a:lstStyle/>
          <a:p>
            <a:endParaRPr/>
          </a:p>
        </p:txBody>
      </p:sp>
      <p:pic>
        <p:nvPicPr>
          <p:cNvPr id="9" name="Picture 8">
            <a:extLst>
              <a:ext uri="{FF2B5EF4-FFF2-40B4-BE49-F238E27FC236}">
                <a16:creationId xmlns:a16="http://schemas.microsoft.com/office/drawing/2014/main" id="{32B91723-B069-46C2-A907-E394B493717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5114" y="2721220"/>
            <a:ext cx="10532485" cy="2650880"/>
          </a:xfrm>
          <a:prstGeom prst="rect">
            <a:avLst/>
          </a:prstGeom>
        </p:spPr>
      </p:pic>
      <p:pic>
        <p:nvPicPr>
          <p:cNvPr id="17" name="Picture 16">
            <a:extLst>
              <a:ext uri="{FF2B5EF4-FFF2-40B4-BE49-F238E27FC236}">
                <a16:creationId xmlns:a16="http://schemas.microsoft.com/office/drawing/2014/main" id="{FF99A801-6044-4FF9-961D-0F2D9CB6483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783650" y="5372100"/>
            <a:ext cx="5602650" cy="2667000"/>
          </a:xfrm>
          <a:prstGeom prst="rect">
            <a:avLst/>
          </a:prstGeom>
        </p:spPr>
      </p:pic>
    </p:spTree>
    <p:extLst>
      <p:ext uri="{BB962C8B-B14F-4D97-AF65-F5344CB8AC3E}">
        <p14:creationId xmlns:p14="http://schemas.microsoft.com/office/powerpoint/2010/main" val="19839640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9188"/>
            <a:ext cx="2873847" cy="2743199"/>
          </a:xfrm>
          <a:prstGeom prst="rect">
            <a:avLst/>
          </a:prstGeom>
        </p:spPr>
      </p:pic>
      <p:pic>
        <p:nvPicPr>
          <p:cNvPr id="3" name="object 3"/>
          <p:cNvPicPr/>
          <p:nvPr/>
        </p:nvPicPr>
        <p:blipFill>
          <a:blip r:embed="rId3" cstate="print"/>
          <a:stretch>
            <a:fillRect/>
          </a:stretch>
        </p:blipFill>
        <p:spPr>
          <a:xfrm>
            <a:off x="15882073" y="-1"/>
            <a:ext cx="2405923" cy="2146299"/>
          </a:xfrm>
          <a:prstGeom prst="rect">
            <a:avLst/>
          </a:prstGeom>
        </p:spPr>
      </p:pic>
      <p:pic>
        <p:nvPicPr>
          <p:cNvPr id="4" name="object 4"/>
          <p:cNvPicPr/>
          <p:nvPr/>
        </p:nvPicPr>
        <p:blipFill>
          <a:blip r:embed="rId4" cstate="print"/>
          <a:stretch>
            <a:fillRect/>
          </a:stretch>
        </p:blipFill>
        <p:spPr>
          <a:xfrm>
            <a:off x="2380753" y="4658575"/>
            <a:ext cx="3567131" cy="3567329"/>
          </a:xfrm>
          <a:prstGeom prst="rect">
            <a:avLst/>
          </a:prstGeom>
        </p:spPr>
      </p:pic>
      <p:pic>
        <p:nvPicPr>
          <p:cNvPr id="5" name="object 5"/>
          <p:cNvPicPr/>
          <p:nvPr/>
        </p:nvPicPr>
        <p:blipFill>
          <a:blip r:embed="rId5" cstate="print"/>
          <a:stretch>
            <a:fillRect/>
          </a:stretch>
        </p:blipFill>
        <p:spPr>
          <a:xfrm>
            <a:off x="15898251" y="7180877"/>
            <a:ext cx="2400724" cy="3105919"/>
          </a:xfrm>
          <a:prstGeom prst="rect">
            <a:avLst/>
          </a:prstGeom>
        </p:spPr>
      </p:pic>
      <p:sp>
        <p:nvSpPr>
          <p:cNvPr id="6" name="object 6"/>
          <p:cNvSpPr/>
          <p:nvPr/>
        </p:nvSpPr>
        <p:spPr>
          <a:xfrm>
            <a:off x="3084115" y="418683"/>
            <a:ext cx="12519025" cy="1739900"/>
          </a:xfrm>
          <a:custGeom>
            <a:avLst/>
            <a:gdLst/>
            <a:ahLst/>
            <a:cxnLst/>
            <a:rect l="l" t="t" r="r" b="b"/>
            <a:pathLst>
              <a:path w="12519025" h="1739900">
                <a:moveTo>
                  <a:pt x="12321268" y="1739800"/>
                </a:moveTo>
                <a:lnTo>
                  <a:pt x="200024" y="1739800"/>
                </a:lnTo>
                <a:lnTo>
                  <a:pt x="154161" y="1734518"/>
                </a:lnTo>
                <a:lnTo>
                  <a:pt x="112059" y="1719470"/>
                </a:lnTo>
                <a:lnTo>
                  <a:pt x="74919" y="1695857"/>
                </a:lnTo>
                <a:lnTo>
                  <a:pt x="43943" y="1664880"/>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4" y="0"/>
                </a:lnTo>
                <a:lnTo>
                  <a:pt x="12321268" y="0"/>
                </a:lnTo>
                <a:lnTo>
                  <a:pt x="12367139" y="5282"/>
                </a:lnTo>
                <a:lnTo>
                  <a:pt x="12409245" y="20330"/>
                </a:lnTo>
                <a:lnTo>
                  <a:pt x="12446387" y="43943"/>
                </a:lnTo>
                <a:lnTo>
                  <a:pt x="12477365" y="74919"/>
                </a:lnTo>
                <a:lnTo>
                  <a:pt x="12500978" y="112059"/>
                </a:lnTo>
                <a:lnTo>
                  <a:pt x="12516025" y="154161"/>
                </a:lnTo>
                <a:lnTo>
                  <a:pt x="12518407" y="174837"/>
                </a:lnTo>
                <a:lnTo>
                  <a:pt x="12518407" y="1564963"/>
                </a:lnTo>
                <a:lnTo>
                  <a:pt x="12500978" y="1627741"/>
                </a:lnTo>
                <a:lnTo>
                  <a:pt x="12477365" y="1664880"/>
                </a:lnTo>
                <a:lnTo>
                  <a:pt x="12446387" y="1695857"/>
                </a:lnTo>
                <a:lnTo>
                  <a:pt x="12409245" y="1719470"/>
                </a:lnTo>
                <a:lnTo>
                  <a:pt x="12367139" y="1734518"/>
                </a:lnTo>
                <a:lnTo>
                  <a:pt x="12321268" y="1739800"/>
                </a:lnTo>
                <a:close/>
              </a:path>
            </a:pathLst>
          </a:custGeom>
          <a:solidFill>
            <a:srgbClr val="DABD9D">
              <a:alpha val="78999"/>
            </a:srgbClr>
          </a:solidFill>
        </p:spPr>
        <p:txBody>
          <a:bodyPr wrap="square" lIns="0" tIns="0" rIns="0" bIns="0" rtlCol="0"/>
          <a:lstStyle/>
          <a:p>
            <a:endParaRPr/>
          </a:p>
        </p:txBody>
      </p:sp>
      <p:sp>
        <p:nvSpPr>
          <p:cNvPr id="10" name="object 10"/>
          <p:cNvSpPr/>
          <p:nvPr/>
        </p:nvSpPr>
        <p:spPr>
          <a:xfrm>
            <a:off x="11649730" y="4991100"/>
            <a:ext cx="5845175" cy="3379784"/>
          </a:xfrm>
          <a:custGeom>
            <a:avLst/>
            <a:gdLst/>
            <a:ahLst/>
            <a:cxnLst/>
            <a:rect l="l" t="t" r="r" b="b"/>
            <a:pathLst>
              <a:path w="5845175" h="4141470">
                <a:moveTo>
                  <a:pt x="761976" y="0"/>
                </a:moveTo>
                <a:lnTo>
                  <a:pt x="5083007" y="0"/>
                </a:lnTo>
                <a:lnTo>
                  <a:pt x="5131196" y="1497"/>
                </a:lnTo>
                <a:lnTo>
                  <a:pt x="5178589" y="5933"/>
                </a:lnTo>
                <a:lnTo>
                  <a:pt x="5225096" y="13220"/>
                </a:lnTo>
                <a:lnTo>
                  <a:pt x="5270629" y="23266"/>
                </a:lnTo>
                <a:lnTo>
                  <a:pt x="5315097" y="35984"/>
                </a:lnTo>
                <a:lnTo>
                  <a:pt x="5358411" y="51284"/>
                </a:lnTo>
                <a:lnTo>
                  <a:pt x="5400483" y="69076"/>
                </a:lnTo>
                <a:lnTo>
                  <a:pt x="5441222" y="89271"/>
                </a:lnTo>
                <a:lnTo>
                  <a:pt x="5480541" y="111781"/>
                </a:lnTo>
                <a:lnTo>
                  <a:pt x="5518348" y="136515"/>
                </a:lnTo>
                <a:lnTo>
                  <a:pt x="5554556" y="163384"/>
                </a:lnTo>
                <a:lnTo>
                  <a:pt x="5589074" y="192300"/>
                </a:lnTo>
                <a:lnTo>
                  <a:pt x="5621814" y="223173"/>
                </a:lnTo>
                <a:lnTo>
                  <a:pt x="5652687" y="255913"/>
                </a:lnTo>
                <a:lnTo>
                  <a:pt x="5681602" y="290432"/>
                </a:lnTo>
                <a:lnTo>
                  <a:pt x="5708471" y="326640"/>
                </a:lnTo>
                <a:lnTo>
                  <a:pt x="5733205" y="364447"/>
                </a:lnTo>
                <a:lnTo>
                  <a:pt x="5755715" y="403765"/>
                </a:lnTo>
                <a:lnTo>
                  <a:pt x="5775910" y="444504"/>
                </a:lnTo>
                <a:lnTo>
                  <a:pt x="5793703" y="486575"/>
                </a:lnTo>
                <a:lnTo>
                  <a:pt x="5809003" y="529889"/>
                </a:lnTo>
                <a:lnTo>
                  <a:pt x="5821722" y="574356"/>
                </a:lnTo>
                <a:lnTo>
                  <a:pt x="5831770" y="619888"/>
                </a:lnTo>
                <a:lnTo>
                  <a:pt x="5839058" y="666394"/>
                </a:lnTo>
                <a:lnTo>
                  <a:pt x="5843497" y="713787"/>
                </a:lnTo>
                <a:lnTo>
                  <a:pt x="5844997" y="761976"/>
                </a:lnTo>
                <a:lnTo>
                  <a:pt x="5844997" y="3378870"/>
                </a:lnTo>
                <a:lnTo>
                  <a:pt x="5843499" y="3427059"/>
                </a:lnTo>
                <a:lnTo>
                  <a:pt x="5839063" y="3474451"/>
                </a:lnTo>
                <a:lnTo>
                  <a:pt x="5831776" y="3520958"/>
                </a:lnTo>
                <a:lnTo>
                  <a:pt x="5821729" y="3566490"/>
                </a:lnTo>
                <a:lnTo>
                  <a:pt x="5809012" y="3610958"/>
                </a:lnTo>
                <a:lnTo>
                  <a:pt x="5793712" y="3654273"/>
                </a:lnTo>
                <a:lnTo>
                  <a:pt x="5775920" y="3696344"/>
                </a:lnTo>
                <a:lnTo>
                  <a:pt x="5755725" y="3737084"/>
                </a:lnTo>
                <a:lnTo>
                  <a:pt x="5733216" y="3776403"/>
                </a:lnTo>
                <a:lnTo>
                  <a:pt x="5708482" y="3814211"/>
                </a:lnTo>
                <a:lnTo>
                  <a:pt x="5681612" y="3850419"/>
                </a:lnTo>
                <a:lnTo>
                  <a:pt x="5652697" y="3884939"/>
                </a:lnTo>
                <a:lnTo>
                  <a:pt x="5621824" y="3917680"/>
                </a:lnTo>
                <a:lnTo>
                  <a:pt x="5589084" y="3948553"/>
                </a:lnTo>
                <a:lnTo>
                  <a:pt x="5554565" y="3977469"/>
                </a:lnTo>
                <a:lnTo>
                  <a:pt x="5518356" y="4004340"/>
                </a:lnTo>
                <a:lnTo>
                  <a:pt x="5480548" y="4029075"/>
                </a:lnTo>
                <a:lnTo>
                  <a:pt x="5441229" y="4051585"/>
                </a:lnTo>
                <a:lnTo>
                  <a:pt x="5400489" y="4071781"/>
                </a:lnTo>
                <a:lnTo>
                  <a:pt x="5358416" y="4089573"/>
                </a:lnTo>
                <a:lnTo>
                  <a:pt x="5315101" y="4104873"/>
                </a:lnTo>
                <a:lnTo>
                  <a:pt x="5270632" y="4117591"/>
                </a:lnTo>
                <a:lnTo>
                  <a:pt x="5225099" y="4127638"/>
                </a:lnTo>
                <a:lnTo>
                  <a:pt x="5178590" y="4134925"/>
                </a:lnTo>
                <a:lnTo>
                  <a:pt x="5131196" y="4139361"/>
                </a:lnTo>
                <a:lnTo>
                  <a:pt x="5083007" y="4140860"/>
                </a:lnTo>
                <a:lnTo>
                  <a:pt x="761975" y="4140859"/>
                </a:lnTo>
                <a:lnTo>
                  <a:pt x="713786" y="4139359"/>
                </a:lnTo>
                <a:lnTo>
                  <a:pt x="666393" y="4134919"/>
                </a:lnTo>
                <a:lnTo>
                  <a:pt x="619886" y="4127630"/>
                </a:lnTo>
                <a:lnTo>
                  <a:pt x="574354" y="4117581"/>
                </a:lnTo>
                <a:lnTo>
                  <a:pt x="529887" y="4104861"/>
                </a:lnTo>
                <a:lnTo>
                  <a:pt x="486573" y="4089560"/>
                </a:lnTo>
                <a:lnTo>
                  <a:pt x="444502" y="4071767"/>
                </a:lnTo>
                <a:lnTo>
                  <a:pt x="403764" y="4051570"/>
                </a:lnTo>
                <a:lnTo>
                  <a:pt x="364446" y="4029060"/>
                </a:lnTo>
                <a:lnTo>
                  <a:pt x="326640" y="4004325"/>
                </a:lnTo>
                <a:lnTo>
                  <a:pt x="290433" y="3977455"/>
                </a:lnTo>
                <a:lnTo>
                  <a:pt x="255915" y="3948539"/>
                </a:lnTo>
                <a:lnTo>
                  <a:pt x="223175" y="3917667"/>
                </a:lnTo>
                <a:lnTo>
                  <a:pt x="192303" y="3884927"/>
                </a:lnTo>
                <a:lnTo>
                  <a:pt x="163388" y="3850408"/>
                </a:lnTo>
                <a:lnTo>
                  <a:pt x="136518" y="3814201"/>
                </a:lnTo>
                <a:lnTo>
                  <a:pt x="111784" y="3776394"/>
                </a:lnTo>
                <a:lnTo>
                  <a:pt x="89275" y="3737077"/>
                </a:lnTo>
                <a:lnTo>
                  <a:pt x="69079" y="3696338"/>
                </a:lnTo>
                <a:lnTo>
                  <a:pt x="51287" y="3654268"/>
                </a:lnTo>
                <a:lnTo>
                  <a:pt x="35987" y="3610954"/>
                </a:lnTo>
                <a:lnTo>
                  <a:pt x="23269" y="3566487"/>
                </a:lnTo>
                <a:lnTo>
                  <a:pt x="13222" y="3520956"/>
                </a:lnTo>
                <a:lnTo>
                  <a:pt x="5935" y="3474450"/>
                </a:lnTo>
                <a:lnTo>
                  <a:pt x="1498" y="3427058"/>
                </a:lnTo>
                <a:lnTo>
                  <a:pt x="0" y="3378870"/>
                </a:lnTo>
                <a:lnTo>
                  <a:pt x="0" y="761976"/>
                </a:lnTo>
                <a:lnTo>
                  <a:pt x="1501" y="713787"/>
                </a:lnTo>
                <a:lnTo>
                  <a:pt x="5940" y="666396"/>
                </a:lnTo>
                <a:lnTo>
                  <a:pt x="13228" y="619890"/>
                </a:lnTo>
                <a:lnTo>
                  <a:pt x="23277" y="574359"/>
                </a:lnTo>
                <a:lnTo>
                  <a:pt x="35996" y="529893"/>
                </a:lnTo>
                <a:lnTo>
                  <a:pt x="51297" y="486580"/>
                </a:lnTo>
                <a:lnTo>
                  <a:pt x="69090" y="444510"/>
                </a:lnTo>
                <a:lnTo>
                  <a:pt x="89286" y="403772"/>
                </a:lnTo>
                <a:lnTo>
                  <a:pt x="111795" y="364455"/>
                </a:lnTo>
                <a:lnTo>
                  <a:pt x="136529" y="326649"/>
                </a:lnTo>
                <a:lnTo>
                  <a:pt x="163398" y="290442"/>
                </a:lnTo>
                <a:lnTo>
                  <a:pt x="192314" y="255925"/>
                </a:lnTo>
                <a:lnTo>
                  <a:pt x="223185" y="223186"/>
                </a:lnTo>
                <a:lnTo>
                  <a:pt x="255925" y="192314"/>
                </a:lnTo>
                <a:lnTo>
                  <a:pt x="290442" y="163399"/>
                </a:lnTo>
                <a:lnTo>
                  <a:pt x="326648" y="136529"/>
                </a:lnTo>
                <a:lnTo>
                  <a:pt x="364455" y="111795"/>
                </a:lnTo>
                <a:lnTo>
                  <a:pt x="403771" y="89285"/>
                </a:lnTo>
                <a:lnTo>
                  <a:pt x="444509" y="69089"/>
                </a:lnTo>
                <a:lnTo>
                  <a:pt x="486579" y="51296"/>
                </a:lnTo>
                <a:lnTo>
                  <a:pt x="529892" y="35995"/>
                </a:lnTo>
                <a:lnTo>
                  <a:pt x="574359" y="23276"/>
                </a:lnTo>
                <a:lnTo>
                  <a:pt x="619889" y="13227"/>
                </a:lnTo>
                <a:lnTo>
                  <a:pt x="666395" y="5939"/>
                </a:lnTo>
                <a:lnTo>
                  <a:pt x="713787" y="1499"/>
                </a:lnTo>
                <a:lnTo>
                  <a:pt x="761976" y="0"/>
                </a:lnTo>
              </a:path>
            </a:pathLst>
          </a:custGeom>
          <a:ln w="57150">
            <a:solidFill>
              <a:srgbClr val="BA9977"/>
            </a:solidFill>
          </a:ln>
        </p:spPr>
        <p:txBody>
          <a:bodyPr wrap="square" lIns="0" tIns="0" rIns="0" bIns="0" rtlCol="0"/>
          <a:lstStyle/>
          <a:p>
            <a:endParaRPr/>
          </a:p>
        </p:txBody>
      </p:sp>
      <p:sp>
        <p:nvSpPr>
          <p:cNvPr id="11" name="object 11"/>
          <p:cNvSpPr txBox="1">
            <a:spLocks noGrp="1"/>
          </p:cNvSpPr>
          <p:nvPr>
            <p:ph type="title"/>
          </p:nvPr>
        </p:nvSpPr>
        <p:spPr>
          <a:xfrm>
            <a:off x="3336093" y="292901"/>
            <a:ext cx="12385040" cy="1674817"/>
          </a:xfrm>
          <a:prstGeom prst="rect">
            <a:avLst/>
          </a:prstGeom>
        </p:spPr>
        <p:txBody>
          <a:bodyPr vert="horz" wrap="square" lIns="0" tIns="12700" rIns="0" bIns="0" rtlCol="0">
            <a:spAutoFit/>
          </a:bodyPr>
          <a:lstStyle/>
          <a:p>
            <a:pPr marL="942340" marR="5080" indent="-610870">
              <a:lnSpc>
                <a:spcPct val="115900"/>
              </a:lnSpc>
              <a:spcBef>
                <a:spcPts val="100"/>
              </a:spcBef>
            </a:pPr>
            <a:r>
              <a:rPr sz="4800" spc="625" dirty="0"/>
              <a:t>Q</a:t>
            </a:r>
            <a:r>
              <a:rPr lang="en-US" sz="4800" spc="625" dirty="0"/>
              <a:t>28</a:t>
            </a:r>
            <a:r>
              <a:rPr sz="4800" spc="130" dirty="0"/>
              <a:t> </a:t>
            </a:r>
            <a:r>
              <a:rPr sz="4800" spc="795" dirty="0"/>
              <a:t>-</a:t>
            </a:r>
            <a:r>
              <a:rPr lang="en-US" sz="4800" spc="795" dirty="0"/>
              <a:t>Which categories perform best overall?</a:t>
            </a:r>
            <a:endParaRPr sz="4800" dirty="0"/>
          </a:p>
        </p:txBody>
      </p:sp>
      <p:sp>
        <p:nvSpPr>
          <p:cNvPr id="12" name="object 12"/>
          <p:cNvSpPr txBox="1"/>
          <p:nvPr/>
        </p:nvSpPr>
        <p:spPr>
          <a:xfrm>
            <a:off x="901700" y="6210300"/>
            <a:ext cx="8008620" cy="2628284"/>
          </a:xfrm>
          <a:prstGeom prst="rect">
            <a:avLst/>
          </a:prstGeom>
        </p:spPr>
        <p:txBody>
          <a:bodyPr vert="horz" wrap="square" lIns="0" tIns="90805" rIns="0" bIns="0" rtlCol="0">
            <a:spAutoFit/>
          </a:bodyPr>
          <a:lstStyle/>
          <a:p>
            <a:pPr marL="12700">
              <a:lnSpc>
                <a:spcPct val="100000"/>
              </a:lnSpc>
              <a:spcBef>
                <a:spcPts val="715"/>
              </a:spcBef>
            </a:pPr>
            <a:r>
              <a:rPr sz="3100" spc="-114" dirty="0">
                <a:solidFill>
                  <a:srgbClr val="672912"/>
                </a:solidFill>
                <a:latin typeface="Verdana"/>
                <a:cs typeface="Verdana"/>
              </a:rPr>
              <a:t>Insight</a:t>
            </a:r>
            <a:r>
              <a:rPr sz="3100" spc="-260" dirty="0">
                <a:solidFill>
                  <a:srgbClr val="672912"/>
                </a:solidFill>
                <a:latin typeface="Verdana"/>
                <a:cs typeface="Verdana"/>
              </a:rPr>
              <a:t> </a:t>
            </a:r>
            <a:r>
              <a:rPr sz="3100" spc="-645" dirty="0">
                <a:solidFill>
                  <a:srgbClr val="672912"/>
                </a:solidFill>
                <a:latin typeface="Verdana"/>
                <a:cs typeface="Verdana"/>
              </a:rPr>
              <a:t>:</a:t>
            </a:r>
            <a:endParaRPr lang="en-US" sz="3100" spc="-645" dirty="0">
              <a:solidFill>
                <a:srgbClr val="672912"/>
              </a:solidFill>
              <a:latin typeface="Verdana"/>
              <a:cs typeface="Verdana"/>
            </a:endParaRPr>
          </a:p>
          <a:p>
            <a:pPr marL="12700">
              <a:lnSpc>
                <a:spcPct val="100000"/>
              </a:lnSpc>
              <a:spcBef>
                <a:spcPts val="715"/>
              </a:spcBef>
            </a:pPr>
            <a:r>
              <a:rPr lang="en-US" sz="3200" dirty="0">
                <a:solidFill>
                  <a:schemeClr val="accent2">
                    <a:lumMod val="50000"/>
                  </a:schemeClr>
                </a:solidFill>
              </a:rPr>
              <a:t>During peak evening hours (6–9 PM), \Classic pizzas are the most ordered category, indicating strong dinner-time preference</a:t>
            </a:r>
            <a:r>
              <a:rPr lang="en-US" sz="3200" dirty="0"/>
              <a:t>.</a:t>
            </a:r>
            <a:endParaRPr lang="en-US" sz="3100" spc="-645" dirty="0">
              <a:solidFill>
                <a:srgbClr val="672912"/>
              </a:solidFill>
              <a:latin typeface="Verdana"/>
              <a:cs typeface="Verdana"/>
            </a:endParaRPr>
          </a:p>
        </p:txBody>
      </p:sp>
      <p:sp>
        <p:nvSpPr>
          <p:cNvPr id="13" name="object 13"/>
          <p:cNvSpPr/>
          <p:nvPr/>
        </p:nvSpPr>
        <p:spPr>
          <a:xfrm>
            <a:off x="467910" y="6079936"/>
            <a:ext cx="8676005" cy="2865089"/>
          </a:xfrm>
          <a:custGeom>
            <a:avLst/>
            <a:gdLst/>
            <a:ahLst/>
            <a:cxnLst/>
            <a:rect l="l" t="t" r="r" b="b"/>
            <a:pathLst>
              <a:path w="8676005" h="3867150">
                <a:moveTo>
                  <a:pt x="691797" y="3867155"/>
                </a:moveTo>
                <a:lnTo>
                  <a:pt x="619977" y="3857493"/>
                </a:lnTo>
                <a:lnTo>
                  <a:pt x="574445" y="3847446"/>
                </a:lnTo>
                <a:lnTo>
                  <a:pt x="529977" y="3834728"/>
                </a:lnTo>
                <a:lnTo>
                  <a:pt x="486663" y="3819429"/>
                </a:lnTo>
                <a:lnTo>
                  <a:pt x="444591" y="3801637"/>
                </a:lnTo>
                <a:lnTo>
                  <a:pt x="403852" y="3781442"/>
                </a:lnTo>
                <a:lnTo>
                  <a:pt x="364533" y="3758933"/>
                </a:lnTo>
                <a:lnTo>
                  <a:pt x="326725" y="3734199"/>
                </a:lnTo>
                <a:lnTo>
                  <a:pt x="290517" y="3707330"/>
                </a:lnTo>
                <a:lnTo>
                  <a:pt x="255997" y="3678414"/>
                </a:lnTo>
                <a:lnTo>
                  <a:pt x="223256" y="3647542"/>
                </a:lnTo>
                <a:lnTo>
                  <a:pt x="192383" y="3614801"/>
                </a:lnTo>
                <a:lnTo>
                  <a:pt x="163467" y="3580283"/>
                </a:lnTo>
                <a:lnTo>
                  <a:pt x="136597" y="3544075"/>
                </a:lnTo>
                <a:lnTo>
                  <a:pt x="111862" y="3506267"/>
                </a:lnTo>
                <a:lnTo>
                  <a:pt x="89353" y="3466948"/>
                </a:lnTo>
                <a:lnTo>
                  <a:pt x="69157" y="3426208"/>
                </a:lnTo>
                <a:lnTo>
                  <a:pt x="51365" y="3384136"/>
                </a:lnTo>
                <a:lnTo>
                  <a:pt x="36065" y="3340821"/>
                </a:lnTo>
                <a:lnTo>
                  <a:pt x="23347" y="3296353"/>
                </a:lnTo>
                <a:lnTo>
                  <a:pt x="13301" y="3250821"/>
                </a:lnTo>
                <a:lnTo>
                  <a:pt x="6014" y="3204313"/>
                </a:lnTo>
                <a:lnTo>
                  <a:pt x="1577" y="3156920"/>
                </a:lnTo>
                <a:lnTo>
                  <a:pt x="0" y="3108731"/>
                </a:lnTo>
                <a:lnTo>
                  <a:pt x="0" y="761983"/>
                </a:lnTo>
                <a:lnTo>
                  <a:pt x="1579" y="713796"/>
                </a:lnTo>
                <a:lnTo>
                  <a:pt x="6018" y="666404"/>
                </a:lnTo>
                <a:lnTo>
                  <a:pt x="13306" y="619897"/>
                </a:lnTo>
                <a:lnTo>
                  <a:pt x="23354" y="574366"/>
                </a:lnTo>
                <a:lnTo>
                  <a:pt x="36072" y="529898"/>
                </a:lnTo>
                <a:lnTo>
                  <a:pt x="51373" y="486585"/>
                </a:lnTo>
                <a:lnTo>
                  <a:pt x="69166" y="444514"/>
                </a:lnTo>
                <a:lnTo>
                  <a:pt x="89361" y="403774"/>
                </a:lnTo>
                <a:lnTo>
                  <a:pt x="111871" y="364457"/>
                </a:lnTo>
                <a:lnTo>
                  <a:pt x="136605" y="326649"/>
                </a:lnTo>
                <a:lnTo>
                  <a:pt x="163474" y="290442"/>
                </a:lnTo>
                <a:lnTo>
                  <a:pt x="192390" y="255923"/>
                </a:lnTo>
                <a:lnTo>
                  <a:pt x="223262" y="223183"/>
                </a:lnTo>
                <a:lnTo>
                  <a:pt x="256002" y="192310"/>
                </a:lnTo>
                <a:lnTo>
                  <a:pt x="290520" y="163394"/>
                </a:lnTo>
                <a:lnTo>
                  <a:pt x="326727" y="136524"/>
                </a:lnTo>
                <a:lnTo>
                  <a:pt x="364534" y="111790"/>
                </a:lnTo>
                <a:lnTo>
                  <a:pt x="403852" y="89280"/>
                </a:lnTo>
                <a:lnTo>
                  <a:pt x="444591" y="69084"/>
                </a:lnTo>
                <a:lnTo>
                  <a:pt x="486662" y="51291"/>
                </a:lnTo>
                <a:lnTo>
                  <a:pt x="529976" y="35991"/>
                </a:lnTo>
                <a:lnTo>
                  <a:pt x="574444" y="23272"/>
                </a:lnTo>
                <a:lnTo>
                  <a:pt x="619976" y="13224"/>
                </a:lnTo>
                <a:lnTo>
                  <a:pt x="666483" y="5937"/>
                </a:lnTo>
                <a:lnTo>
                  <a:pt x="713875" y="1499"/>
                </a:lnTo>
                <a:lnTo>
                  <a:pt x="762064" y="0"/>
                </a:lnTo>
                <a:lnTo>
                  <a:pt x="7914020" y="0"/>
                </a:lnTo>
                <a:lnTo>
                  <a:pt x="7962210" y="1498"/>
                </a:lnTo>
                <a:lnTo>
                  <a:pt x="8009603" y="5935"/>
                </a:lnTo>
                <a:lnTo>
                  <a:pt x="8056110" y="13223"/>
                </a:lnTo>
                <a:lnTo>
                  <a:pt x="8101642" y="23270"/>
                </a:lnTo>
                <a:lnTo>
                  <a:pt x="8146110" y="35988"/>
                </a:lnTo>
                <a:lnTo>
                  <a:pt x="8189424" y="51289"/>
                </a:lnTo>
                <a:lnTo>
                  <a:pt x="8231496" y="69082"/>
                </a:lnTo>
                <a:lnTo>
                  <a:pt x="8272235" y="89278"/>
                </a:lnTo>
                <a:lnTo>
                  <a:pt x="8311553" y="111788"/>
                </a:lnTo>
                <a:lnTo>
                  <a:pt x="8349360" y="136523"/>
                </a:lnTo>
                <a:lnTo>
                  <a:pt x="8385567" y="163394"/>
                </a:lnTo>
                <a:lnTo>
                  <a:pt x="8420085" y="192310"/>
                </a:lnTo>
                <a:lnTo>
                  <a:pt x="8452825" y="223184"/>
                </a:lnTo>
                <a:lnTo>
                  <a:pt x="8483697" y="255924"/>
                </a:lnTo>
                <a:lnTo>
                  <a:pt x="8512611" y="290444"/>
                </a:lnTo>
                <a:lnTo>
                  <a:pt x="8539480" y="326652"/>
                </a:lnTo>
                <a:lnTo>
                  <a:pt x="8564213" y="364459"/>
                </a:lnTo>
                <a:lnTo>
                  <a:pt x="8586721" y="403777"/>
                </a:lnTo>
                <a:lnTo>
                  <a:pt x="8606916" y="444516"/>
                </a:lnTo>
                <a:lnTo>
                  <a:pt x="8624708" y="486587"/>
                </a:lnTo>
                <a:lnTo>
                  <a:pt x="8640007" y="529901"/>
                </a:lnTo>
                <a:lnTo>
                  <a:pt x="8652725" y="574368"/>
                </a:lnTo>
                <a:lnTo>
                  <a:pt x="8662772" y="619899"/>
                </a:lnTo>
                <a:lnTo>
                  <a:pt x="8670060" y="666405"/>
                </a:lnTo>
                <a:lnTo>
                  <a:pt x="8674498" y="713797"/>
                </a:lnTo>
                <a:lnTo>
                  <a:pt x="8675997" y="761985"/>
                </a:lnTo>
                <a:lnTo>
                  <a:pt x="8675998" y="3108731"/>
                </a:lnTo>
                <a:lnTo>
                  <a:pt x="8674500" y="3156919"/>
                </a:lnTo>
                <a:lnTo>
                  <a:pt x="8670064" y="3204312"/>
                </a:lnTo>
                <a:lnTo>
                  <a:pt x="8662778" y="3250818"/>
                </a:lnTo>
                <a:lnTo>
                  <a:pt x="8652732" y="3296350"/>
                </a:lnTo>
                <a:lnTo>
                  <a:pt x="8640015" y="3340818"/>
                </a:lnTo>
                <a:lnTo>
                  <a:pt x="8624716" y="3384133"/>
                </a:lnTo>
                <a:lnTo>
                  <a:pt x="8606925" y="3426205"/>
                </a:lnTo>
                <a:lnTo>
                  <a:pt x="8586731" y="3466945"/>
                </a:lnTo>
                <a:lnTo>
                  <a:pt x="8564222" y="3506264"/>
                </a:lnTo>
                <a:lnTo>
                  <a:pt x="8539488" y="3544073"/>
                </a:lnTo>
                <a:lnTo>
                  <a:pt x="8512619" y="3580281"/>
                </a:lnTo>
                <a:lnTo>
                  <a:pt x="8483703" y="3614800"/>
                </a:lnTo>
                <a:lnTo>
                  <a:pt x="8452831" y="3647541"/>
                </a:lnTo>
                <a:lnTo>
                  <a:pt x="8420090" y="3678414"/>
                </a:lnTo>
                <a:lnTo>
                  <a:pt x="8385571" y="3707330"/>
                </a:lnTo>
                <a:lnTo>
                  <a:pt x="8349363" y="3734200"/>
                </a:lnTo>
                <a:lnTo>
                  <a:pt x="8311555" y="3758934"/>
                </a:lnTo>
                <a:lnTo>
                  <a:pt x="8272236" y="3781443"/>
                </a:lnTo>
                <a:lnTo>
                  <a:pt x="8231496" y="3801639"/>
                </a:lnTo>
                <a:lnTo>
                  <a:pt x="8189424" y="3819430"/>
                </a:lnTo>
                <a:lnTo>
                  <a:pt x="8146109" y="3834730"/>
                </a:lnTo>
                <a:lnTo>
                  <a:pt x="8101641" y="3847447"/>
                </a:lnTo>
                <a:lnTo>
                  <a:pt x="8056109" y="3857494"/>
                </a:lnTo>
                <a:lnTo>
                  <a:pt x="8009602" y="3864780"/>
                </a:lnTo>
                <a:lnTo>
                  <a:pt x="7984295" y="3867152"/>
                </a:lnTo>
              </a:path>
            </a:pathLst>
          </a:custGeom>
          <a:ln w="57150">
            <a:solidFill>
              <a:srgbClr val="BA9977"/>
            </a:solidFill>
          </a:ln>
        </p:spPr>
        <p:txBody>
          <a:bodyPr wrap="square" lIns="0" tIns="0" rIns="0" bIns="0" rtlCol="0"/>
          <a:lstStyle/>
          <a:p>
            <a:endParaRPr/>
          </a:p>
        </p:txBody>
      </p:sp>
      <p:sp>
        <p:nvSpPr>
          <p:cNvPr id="14" name="object 14"/>
          <p:cNvSpPr/>
          <p:nvPr/>
        </p:nvSpPr>
        <p:spPr>
          <a:xfrm>
            <a:off x="381789" y="2495476"/>
            <a:ext cx="11158855" cy="3082925"/>
          </a:xfrm>
          <a:custGeom>
            <a:avLst/>
            <a:gdLst/>
            <a:ahLst/>
            <a:cxnLst/>
            <a:rect l="l" t="t" r="r" b="b"/>
            <a:pathLst>
              <a:path w="11158855" h="3082925">
                <a:moveTo>
                  <a:pt x="761971" y="0"/>
                </a:moveTo>
                <a:lnTo>
                  <a:pt x="10396918" y="0"/>
                </a:lnTo>
                <a:lnTo>
                  <a:pt x="10445105" y="1502"/>
                </a:lnTo>
                <a:lnTo>
                  <a:pt x="10492494" y="5941"/>
                </a:lnTo>
                <a:lnTo>
                  <a:pt x="10538998" y="13229"/>
                </a:lnTo>
                <a:lnTo>
                  <a:pt x="10584526" y="23277"/>
                </a:lnTo>
                <a:lnTo>
                  <a:pt x="10628990" y="35996"/>
                </a:lnTo>
                <a:lnTo>
                  <a:pt x="10672300" y="51295"/>
                </a:lnTo>
                <a:lnTo>
                  <a:pt x="10714367" y="69087"/>
                </a:lnTo>
                <a:lnTo>
                  <a:pt x="10755102" y="89281"/>
                </a:lnTo>
                <a:lnTo>
                  <a:pt x="10794417" y="111789"/>
                </a:lnTo>
                <a:lnTo>
                  <a:pt x="10832221" y="136522"/>
                </a:lnTo>
                <a:lnTo>
                  <a:pt x="10868425" y="163390"/>
                </a:lnTo>
                <a:lnTo>
                  <a:pt x="10902941" y="192303"/>
                </a:lnTo>
                <a:lnTo>
                  <a:pt x="10935678" y="223174"/>
                </a:lnTo>
                <a:lnTo>
                  <a:pt x="10966549" y="255912"/>
                </a:lnTo>
                <a:lnTo>
                  <a:pt x="10995463" y="290429"/>
                </a:lnTo>
                <a:lnTo>
                  <a:pt x="11022331" y="326635"/>
                </a:lnTo>
                <a:lnTo>
                  <a:pt x="11047064" y="364441"/>
                </a:lnTo>
                <a:lnTo>
                  <a:pt x="11069573" y="403758"/>
                </a:lnTo>
                <a:lnTo>
                  <a:pt x="11089768" y="444496"/>
                </a:lnTo>
                <a:lnTo>
                  <a:pt x="11107561" y="486567"/>
                </a:lnTo>
                <a:lnTo>
                  <a:pt x="11122861" y="529881"/>
                </a:lnTo>
                <a:lnTo>
                  <a:pt x="11135579" y="574349"/>
                </a:lnTo>
                <a:lnTo>
                  <a:pt x="11145627" y="619881"/>
                </a:lnTo>
                <a:lnTo>
                  <a:pt x="11152915" y="666388"/>
                </a:lnTo>
                <a:lnTo>
                  <a:pt x="11157353" y="713782"/>
                </a:lnTo>
                <a:lnTo>
                  <a:pt x="11158853" y="761971"/>
                </a:lnTo>
                <a:lnTo>
                  <a:pt x="11158852" y="2320853"/>
                </a:lnTo>
                <a:lnTo>
                  <a:pt x="11157353" y="2369043"/>
                </a:lnTo>
                <a:lnTo>
                  <a:pt x="11152915" y="2416436"/>
                </a:lnTo>
                <a:lnTo>
                  <a:pt x="11145628" y="2462943"/>
                </a:lnTo>
                <a:lnTo>
                  <a:pt x="11135581" y="2508476"/>
                </a:lnTo>
                <a:lnTo>
                  <a:pt x="11122863" y="2552944"/>
                </a:lnTo>
                <a:lnTo>
                  <a:pt x="11107563" y="2596258"/>
                </a:lnTo>
                <a:lnTo>
                  <a:pt x="11089771" y="2638329"/>
                </a:lnTo>
                <a:lnTo>
                  <a:pt x="11069576" y="2679067"/>
                </a:lnTo>
                <a:lnTo>
                  <a:pt x="11047067" y="2718384"/>
                </a:lnTo>
                <a:lnTo>
                  <a:pt x="11022333" y="2756190"/>
                </a:lnTo>
                <a:lnTo>
                  <a:pt x="10995465" y="2792396"/>
                </a:lnTo>
                <a:lnTo>
                  <a:pt x="10966551" y="2826913"/>
                </a:lnTo>
                <a:lnTo>
                  <a:pt x="10935680" y="2859651"/>
                </a:lnTo>
                <a:lnTo>
                  <a:pt x="10902942" y="2890521"/>
                </a:lnTo>
                <a:lnTo>
                  <a:pt x="10868426" y="2919435"/>
                </a:lnTo>
                <a:lnTo>
                  <a:pt x="10832222" y="2946302"/>
                </a:lnTo>
                <a:lnTo>
                  <a:pt x="10794417" y="2971034"/>
                </a:lnTo>
                <a:lnTo>
                  <a:pt x="10755103" y="2993542"/>
                </a:lnTo>
                <a:lnTo>
                  <a:pt x="10714367" y="3013736"/>
                </a:lnTo>
                <a:lnTo>
                  <a:pt x="10672300" y="3031527"/>
                </a:lnTo>
                <a:lnTo>
                  <a:pt x="10628990" y="3046826"/>
                </a:lnTo>
                <a:lnTo>
                  <a:pt x="10584526" y="3059545"/>
                </a:lnTo>
                <a:lnTo>
                  <a:pt x="10538998" y="3069592"/>
                </a:lnTo>
                <a:lnTo>
                  <a:pt x="10492495" y="3076881"/>
                </a:lnTo>
                <a:lnTo>
                  <a:pt x="10445105" y="3081320"/>
                </a:lnTo>
                <a:lnTo>
                  <a:pt x="10396918" y="3082820"/>
                </a:lnTo>
                <a:lnTo>
                  <a:pt x="761971" y="3082820"/>
                </a:lnTo>
                <a:lnTo>
                  <a:pt x="713783" y="3081321"/>
                </a:lnTo>
                <a:lnTo>
                  <a:pt x="666391" y="3076884"/>
                </a:lnTo>
                <a:lnTo>
                  <a:pt x="619885" y="3069597"/>
                </a:lnTo>
                <a:lnTo>
                  <a:pt x="574354" y="3059550"/>
                </a:lnTo>
                <a:lnTo>
                  <a:pt x="529887" y="3046832"/>
                </a:lnTo>
                <a:lnTo>
                  <a:pt x="486574" y="3031533"/>
                </a:lnTo>
                <a:lnTo>
                  <a:pt x="444503" y="3013741"/>
                </a:lnTo>
                <a:lnTo>
                  <a:pt x="403764" y="2993547"/>
                </a:lnTo>
                <a:lnTo>
                  <a:pt x="364446" y="2971038"/>
                </a:lnTo>
                <a:lnTo>
                  <a:pt x="326639" y="2946304"/>
                </a:lnTo>
                <a:lnTo>
                  <a:pt x="290432" y="2919435"/>
                </a:lnTo>
                <a:lnTo>
                  <a:pt x="255914" y="2890520"/>
                </a:lnTo>
                <a:lnTo>
                  <a:pt x="223174" y="2859648"/>
                </a:lnTo>
                <a:lnTo>
                  <a:pt x="192302" y="2826909"/>
                </a:lnTo>
                <a:lnTo>
                  <a:pt x="163386" y="2792390"/>
                </a:lnTo>
                <a:lnTo>
                  <a:pt x="136517" y="2756183"/>
                </a:lnTo>
                <a:lnTo>
                  <a:pt x="111783" y="2718376"/>
                </a:lnTo>
                <a:lnTo>
                  <a:pt x="89274" y="2679059"/>
                </a:lnTo>
                <a:lnTo>
                  <a:pt x="69079" y="2638320"/>
                </a:lnTo>
                <a:lnTo>
                  <a:pt x="51287" y="2596249"/>
                </a:lnTo>
                <a:lnTo>
                  <a:pt x="35988" y="2552936"/>
                </a:lnTo>
                <a:lnTo>
                  <a:pt x="23270" y="2508469"/>
                </a:lnTo>
                <a:lnTo>
                  <a:pt x="13223" y="2462938"/>
                </a:lnTo>
                <a:lnTo>
                  <a:pt x="5936" y="2416432"/>
                </a:lnTo>
                <a:lnTo>
                  <a:pt x="1499" y="2369040"/>
                </a:lnTo>
                <a:lnTo>
                  <a:pt x="0" y="2320852"/>
                </a:lnTo>
                <a:lnTo>
                  <a:pt x="0" y="761971"/>
                </a:lnTo>
                <a:lnTo>
                  <a:pt x="1499" y="713783"/>
                </a:lnTo>
                <a:lnTo>
                  <a:pt x="5938" y="666391"/>
                </a:lnTo>
                <a:lnTo>
                  <a:pt x="13225" y="619885"/>
                </a:lnTo>
                <a:lnTo>
                  <a:pt x="23272" y="574354"/>
                </a:lnTo>
                <a:lnTo>
                  <a:pt x="35991" y="529888"/>
                </a:lnTo>
                <a:lnTo>
                  <a:pt x="51290" y="486574"/>
                </a:lnTo>
                <a:lnTo>
                  <a:pt x="69083" y="444504"/>
                </a:lnTo>
                <a:lnTo>
                  <a:pt x="89278" y="403765"/>
                </a:lnTo>
                <a:lnTo>
                  <a:pt x="111787" y="364448"/>
                </a:lnTo>
                <a:lnTo>
                  <a:pt x="136520" y="326641"/>
                </a:lnTo>
                <a:lnTo>
                  <a:pt x="163389" y="290434"/>
                </a:lnTo>
                <a:lnTo>
                  <a:pt x="192304" y="255916"/>
                </a:lnTo>
                <a:lnTo>
                  <a:pt x="223176" y="223176"/>
                </a:lnTo>
                <a:lnTo>
                  <a:pt x="255916" y="192304"/>
                </a:lnTo>
                <a:lnTo>
                  <a:pt x="290433" y="163389"/>
                </a:lnTo>
                <a:lnTo>
                  <a:pt x="326640" y="136519"/>
                </a:lnTo>
                <a:lnTo>
                  <a:pt x="364447" y="111786"/>
                </a:lnTo>
                <a:lnTo>
                  <a:pt x="403764" y="89276"/>
                </a:lnTo>
                <a:lnTo>
                  <a:pt x="444503" y="69081"/>
                </a:lnTo>
                <a:lnTo>
                  <a:pt x="486573" y="51289"/>
                </a:lnTo>
                <a:lnTo>
                  <a:pt x="529887" y="35989"/>
                </a:lnTo>
                <a:lnTo>
                  <a:pt x="574354" y="23271"/>
                </a:lnTo>
                <a:lnTo>
                  <a:pt x="619885" y="13223"/>
                </a:lnTo>
                <a:lnTo>
                  <a:pt x="666391" y="5936"/>
                </a:lnTo>
                <a:lnTo>
                  <a:pt x="713783" y="1499"/>
                </a:lnTo>
                <a:lnTo>
                  <a:pt x="761971" y="0"/>
                </a:lnTo>
              </a:path>
            </a:pathLst>
          </a:custGeom>
          <a:ln w="57150">
            <a:solidFill>
              <a:srgbClr val="BA9977"/>
            </a:solidFill>
          </a:ln>
        </p:spPr>
        <p:txBody>
          <a:bodyPr wrap="square" lIns="0" tIns="0" rIns="0" bIns="0" rtlCol="0"/>
          <a:lstStyle/>
          <a:p>
            <a:endParaRPr/>
          </a:p>
        </p:txBody>
      </p:sp>
      <p:pic>
        <p:nvPicPr>
          <p:cNvPr id="8" name="Picture 7">
            <a:extLst>
              <a:ext uri="{FF2B5EF4-FFF2-40B4-BE49-F238E27FC236}">
                <a16:creationId xmlns:a16="http://schemas.microsoft.com/office/drawing/2014/main" id="{E290EBB9-922E-4DC4-ABA8-5D2CBA5F64B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9377" y="2716063"/>
            <a:ext cx="10618223" cy="2619741"/>
          </a:xfrm>
          <a:prstGeom prst="rect">
            <a:avLst/>
          </a:prstGeom>
        </p:spPr>
      </p:pic>
      <p:pic>
        <p:nvPicPr>
          <p:cNvPr id="16" name="Picture 15">
            <a:extLst>
              <a:ext uri="{FF2B5EF4-FFF2-40B4-BE49-F238E27FC236}">
                <a16:creationId xmlns:a16="http://schemas.microsoft.com/office/drawing/2014/main" id="{0AE6E4B1-03FE-4565-9FBF-3D3939C72B9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803010" y="5341645"/>
            <a:ext cx="5439480" cy="2621255"/>
          </a:xfrm>
          <a:prstGeom prst="rect">
            <a:avLst/>
          </a:prstGeom>
        </p:spPr>
      </p:pic>
    </p:spTree>
    <p:extLst>
      <p:ext uri="{BB962C8B-B14F-4D97-AF65-F5344CB8AC3E}">
        <p14:creationId xmlns:p14="http://schemas.microsoft.com/office/powerpoint/2010/main" val="17086655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9188"/>
            <a:ext cx="2873847" cy="2743199"/>
          </a:xfrm>
          <a:prstGeom prst="rect">
            <a:avLst/>
          </a:prstGeom>
        </p:spPr>
      </p:pic>
      <p:pic>
        <p:nvPicPr>
          <p:cNvPr id="3" name="object 3"/>
          <p:cNvPicPr/>
          <p:nvPr/>
        </p:nvPicPr>
        <p:blipFill>
          <a:blip r:embed="rId3" cstate="print"/>
          <a:stretch>
            <a:fillRect/>
          </a:stretch>
        </p:blipFill>
        <p:spPr>
          <a:xfrm>
            <a:off x="15882073" y="-1"/>
            <a:ext cx="2405923" cy="2146299"/>
          </a:xfrm>
          <a:prstGeom prst="rect">
            <a:avLst/>
          </a:prstGeom>
        </p:spPr>
      </p:pic>
      <p:pic>
        <p:nvPicPr>
          <p:cNvPr id="4" name="object 4"/>
          <p:cNvPicPr/>
          <p:nvPr/>
        </p:nvPicPr>
        <p:blipFill>
          <a:blip r:embed="rId4" cstate="print"/>
          <a:stretch>
            <a:fillRect/>
          </a:stretch>
        </p:blipFill>
        <p:spPr>
          <a:xfrm>
            <a:off x="2380753" y="4658575"/>
            <a:ext cx="3567131" cy="3567329"/>
          </a:xfrm>
          <a:prstGeom prst="rect">
            <a:avLst/>
          </a:prstGeom>
        </p:spPr>
      </p:pic>
      <p:pic>
        <p:nvPicPr>
          <p:cNvPr id="5" name="object 5"/>
          <p:cNvPicPr/>
          <p:nvPr/>
        </p:nvPicPr>
        <p:blipFill>
          <a:blip r:embed="rId5" cstate="print"/>
          <a:stretch>
            <a:fillRect/>
          </a:stretch>
        </p:blipFill>
        <p:spPr>
          <a:xfrm>
            <a:off x="15898251" y="7180877"/>
            <a:ext cx="2400724" cy="3105919"/>
          </a:xfrm>
          <a:prstGeom prst="rect">
            <a:avLst/>
          </a:prstGeom>
        </p:spPr>
      </p:pic>
      <p:sp>
        <p:nvSpPr>
          <p:cNvPr id="6" name="object 6"/>
          <p:cNvSpPr/>
          <p:nvPr/>
        </p:nvSpPr>
        <p:spPr>
          <a:xfrm>
            <a:off x="3084115" y="418683"/>
            <a:ext cx="12519025" cy="1739900"/>
          </a:xfrm>
          <a:custGeom>
            <a:avLst/>
            <a:gdLst/>
            <a:ahLst/>
            <a:cxnLst/>
            <a:rect l="l" t="t" r="r" b="b"/>
            <a:pathLst>
              <a:path w="12519025" h="1739900">
                <a:moveTo>
                  <a:pt x="12321268" y="1739800"/>
                </a:moveTo>
                <a:lnTo>
                  <a:pt x="200024" y="1739800"/>
                </a:lnTo>
                <a:lnTo>
                  <a:pt x="154161" y="1734518"/>
                </a:lnTo>
                <a:lnTo>
                  <a:pt x="112059" y="1719470"/>
                </a:lnTo>
                <a:lnTo>
                  <a:pt x="74919" y="1695857"/>
                </a:lnTo>
                <a:lnTo>
                  <a:pt x="43943" y="1664880"/>
                </a:lnTo>
                <a:lnTo>
                  <a:pt x="20330" y="1627741"/>
                </a:lnTo>
                <a:lnTo>
                  <a:pt x="5282" y="1585639"/>
                </a:lnTo>
                <a:lnTo>
                  <a:pt x="0" y="1539776"/>
                </a:lnTo>
                <a:lnTo>
                  <a:pt x="0" y="200025"/>
                </a:lnTo>
                <a:lnTo>
                  <a:pt x="5282" y="154161"/>
                </a:lnTo>
                <a:lnTo>
                  <a:pt x="20330" y="112059"/>
                </a:lnTo>
                <a:lnTo>
                  <a:pt x="43943" y="74919"/>
                </a:lnTo>
                <a:lnTo>
                  <a:pt x="74919" y="43943"/>
                </a:lnTo>
                <a:lnTo>
                  <a:pt x="112059" y="20330"/>
                </a:lnTo>
                <a:lnTo>
                  <a:pt x="154161" y="5282"/>
                </a:lnTo>
                <a:lnTo>
                  <a:pt x="200024" y="0"/>
                </a:lnTo>
                <a:lnTo>
                  <a:pt x="12321268" y="0"/>
                </a:lnTo>
                <a:lnTo>
                  <a:pt x="12367139" y="5282"/>
                </a:lnTo>
                <a:lnTo>
                  <a:pt x="12409245" y="20330"/>
                </a:lnTo>
                <a:lnTo>
                  <a:pt x="12446387" y="43943"/>
                </a:lnTo>
                <a:lnTo>
                  <a:pt x="12477365" y="74919"/>
                </a:lnTo>
                <a:lnTo>
                  <a:pt x="12500978" y="112059"/>
                </a:lnTo>
                <a:lnTo>
                  <a:pt x="12516025" y="154161"/>
                </a:lnTo>
                <a:lnTo>
                  <a:pt x="12518407" y="174837"/>
                </a:lnTo>
                <a:lnTo>
                  <a:pt x="12518407" y="1564963"/>
                </a:lnTo>
                <a:lnTo>
                  <a:pt x="12500978" y="1627741"/>
                </a:lnTo>
                <a:lnTo>
                  <a:pt x="12477365" y="1664880"/>
                </a:lnTo>
                <a:lnTo>
                  <a:pt x="12446387" y="1695857"/>
                </a:lnTo>
                <a:lnTo>
                  <a:pt x="12409245" y="1719470"/>
                </a:lnTo>
                <a:lnTo>
                  <a:pt x="12367139" y="1734518"/>
                </a:lnTo>
                <a:lnTo>
                  <a:pt x="12321268" y="1739800"/>
                </a:lnTo>
                <a:close/>
              </a:path>
            </a:pathLst>
          </a:custGeom>
          <a:solidFill>
            <a:srgbClr val="DABD9D">
              <a:alpha val="78999"/>
            </a:srgbClr>
          </a:solidFill>
        </p:spPr>
        <p:txBody>
          <a:bodyPr wrap="square" lIns="0" tIns="0" rIns="0" bIns="0" rtlCol="0"/>
          <a:lstStyle/>
          <a:p>
            <a:endParaRPr/>
          </a:p>
        </p:txBody>
      </p:sp>
      <p:sp>
        <p:nvSpPr>
          <p:cNvPr id="10" name="object 10"/>
          <p:cNvSpPr/>
          <p:nvPr/>
        </p:nvSpPr>
        <p:spPr>
          <a:xfrm>
            <a:off x="11649730" y="4991100"/>
            <a:ext cx="5845175" cy="3379784"/>
          </a:xfrm>
          <a:custGeom>
            <a:avLst/>
            <a:gdLst/>
            <a:ahLst/>
            <a:cxnLst/>
            <a:rect l="l" t="t" r="r" b="b"/>
            <a:pathLst>
              <a:path w="5845175" h="4141470">
                <a:moveTo>
                  <a:pt x="761976" y="0"/>
                </a:moveTo>
                <a:lnTo>
                  <a:pt x="5083007" y="0"/>
                </a:lnTo>
                <a:lnTo>
                  <a:pt x="5131196" y="1497"/>
                </a:lnTo>
                <a:lnTo>
                  <a:pt x="5178589" y="5933"/>
                </a:lnTo>
                <a:lnTo>
                  <a:pt x="5225096" y="13220"/>
                </a:lnTo>
                <a:lnTo>
                  <a:pt x="5270629" y="23266"/>
                </a:lnTo>
                <a:lnTo>
                  <a:pt x="5315097" y="35984"/>
                </a:lnTo>
                <a:lnTo>
                  <a:pt x="5358411" y="51284"/>
                </a:lnTo>
                <a:lnTo>
                  <a:pt x="5400483" y="69076"/>
                </a:lnTo>
                <a:lnTo>
                  <a:pt x="5441222" y="89271"/>
                </a:lnTo>
                <a:lnTo>
                  <a:pt x="5480541" y="111781"/>
                </a:lnTo>
                <a:lnTo>
                  <a:pt x="5518348" y="136515"/>
                </a:lnTo>
                <a:lnTo>
                  <a:pt x="5554556" y="163384"/>
                </a:lnTo>
                <a:lnTo>
                  <a:pt x="5589074" y="192300"/>
                </a:lnTo>
                <a:lnTo>
                  <a:pt x="5621814" y="223173"/>
                </a:lnTo>
                <a:lnTo>
                  <a:pt x="5652687" y="255913"/>
                </a:lnTo>
                <a:lnTo>
                  <a:pt x="5681602" y="290432"/>
                </a:lnTo>
                <a:lnTo>
                  <a:pt x="5708471" y="326640"/>
                </a:lnTo>
                <a:lnTo>
                  <a:pt x="5733205" y="364447"/>
                </a:lnTo>
                <a:lnTo>
                  <a:pt x="5755715" y="403765"/>
                </a:lnTo>
                <a:lnTo>
                  <a:pt x="5775910" y="444504"/>
                </a:lnTo>
                <a:lnTo>
                  <a:pt x="5793703" y="486575"/>
                </a:lnTo>
                <a:lnTo>
                  <a:pt x="5809003" y="529889"/>
                </a:lnTo>
                <a:lnTo>
                  <a:pt x="5821722" y="574356"/>
                </a:lnTo>
                <a:lnTo>
                  <a:pt x="5831770" y="619888"/>
                </a:lnTo>
                <a:lnTo>
                  <a:pt x="5839058" y="666394"/>
                </a:lnTo>
                <a:lnTo>
                  <a:pt x="5843497" y="713787"/>
                </a:lnTo>
                <a:lnTo>
                  <a:pt x="5844997" y="761976"/>
                </a:lnTo>
                <a:lnTo>
                  <a:pt x="5844997" y="3378870"/>
                </a:lnTo>
                <a:lnTo>
                  <a:pt x="5843499" y="3427059"/>
                </a:lnTo>
                <a:lnTo>
                  <a:pt x="5839063" y="3474451"/>
                </a:lnTo>
                <a:lnTo>
                  <a:pt x="5831776" y="3520958"/>
                </a:lnTo>
                <a:lnTo>
                  <a:pt x="5821729" y="3566490"/>
                </a:lnTo>
                <a:lnTo>
                  <a:pt x="5809012" y="3610958"/>
                </a:lnTo>
                <a:lnTo>
                  <a:pt x="5793712" y="3654273"/>
                </a:lnTo>
                <a:lnTo>
                  <a:pt x="5775920" y="3696344"/>
                </a:lnTo>
                <a:lnTo>
                  <a:pt x="5755725" y="3737084"/>
                </a:lnTo>
                <a:lnTo>
                  <a:pt x="5733216" y="3776403"/>
                </a:lnTo>
                <a:lnTo>
                  <a:pt x="5708482" y="3814211"/>
                </a:lnTo>
                <a:lnTo>
                  <a:pt x="5681612" y="3850419"/>
                </a:lnTo>
                <a:lnTo>
                  <a:pt x="5652697" y="3884939"/>
                </a:lnTo>
                <a:lnTo>
                  <a:pt x="5621824" y="3917680"/>
                </a:lnTo>
                <a:lnTo>
                  <a:pt x="5589084" y="3948553"/>
                </a:lnTo>
                <a:lnTo>
                  <a:pt x="5554565" y="3977469"/>
                </a:lnTo>
                <a:lnTo>
                  <a:pt x="5518356" y="4004340"/>
                </a:lnTo>
                <a:lnTo>
                  <a:pt x="5480548" y="4029075"/>
                </a:lnTo>
                <a:lnTo>
                  <a:pt x="5441229" y="4051585"/>
                </a:lnTo>
                <a:lnTo>
                  <a:pt x="5400489" y="4071781"/>
                </a:lnTo>
                <a:lnTo>
                  <a:pt x="5358416" y="4089573"/>
                </a:lnTo>
                <a:lnTo>
                  <a:pt x="5315101" y="4104873"/>
                </a:lnTo>
                <a:lnTo>
                  <a:pt x="5270632" y="4117591"/>
                </a:lnTo>
                <a:lnTo>
                  <a:pt x="5225099" y="4127638"/>
                </a:lnTo>
                <a:lnTo>
                  <a:pt x="5178590" y="4134925"/>
                </a:lnTo>
                <a:lnTo>
                  <a:pt x="5131196" y="4139361"/>
                </a:lnTo>
                <a:lnTo>
                  <a:pt x="5083007" y="4140860"/>
                </a:lnTo>
                <a:lnTo>
                  <a:pt x="761975" y="4140859"/>
                </a:lnTo>
                <a:lnTo>
                  <a:pt x="713786" y="4139359"/>
                </a:lnTo>
                <a:lnTo>
                  <a:pt x="666393" y="4134919"/>
                </a:lnTo>
                <a:lnTo>
                  <a:pt x="619886" y="4127630"/>
                </a:lnTo>
                <a:lnTo>
                  <a:pt x="574354" y="4117581"/>
                </a:lnTo>
                <a:lnTo>
                  <a:pt x="529887" y="4104861"/>
                </a:lnTo>
                <a:lnTo>
                  <a:pt x="486573" y="4089560"/>
                </a:lnTo>
                <a:lnTo>
                  <a:pt x="444502" y="4071767"/>
                </a:lnTo>
                <a:lnTo>
                  <a:pt x="403764" y="4051570"/>
                </a:lnTo>
                <a:lnTo>
                  <a:pt x="364446" y="4029060"/>
                </a:lnTo>
                <a:lnTo>
                  <a:pt x="326640" y="4004325"/>
                </a:lnTo>
                <a:lnTo>
                  <a:pt x="290433" y="3977455"/>
                </a:lnTo>
                <a:lnTo>
                  <a:pt x="255915" y="3948539"/>
                </a:lnTo>
                <a:lnTo>
                  <a:pt x="223175" y="3917667"/>
                </a:lnTo>
                <a:lnTo>
                  <a:pt x="192303" y="3884927"/>
                </a:lnTo>
                <a:lnTo>
                  <a:pt x="163388" y="3850408"/>
                </a:lnTo>
                <a:lnTo>
                  <a:pt x="136518" y="3814201"/>
                </a:lnTo>
                <a:lnTo>
                  <a:pt x="111784" y="3776394"/>
                </a:lnTo>
                <a:lnTo>
                  <a:pt x="89275" y="3737077"/>
                </a:lnTo>
                <a:lnTo>
                  <a:pt x="69079" y="3696338"/>
                </a:lnTo>
                <a:lnTo>
                  <a:pt x="51287" y="3654268"/>
                </a:lnTo>
                <a:lnTo>
                  <a:pt x="35987" y="3610954"/>
                </a:lnTo>
                <a:lnTo>
                  <a:pt x="23269" y="3566487"/>
                </a:lnTo>
                <a:lnTo>
                  <a:pt x="13222" y="3520956"/>
                </a:lnTo>
                <a:lnTo>
                  <a:pt x="5935" y="3474450"/>
                </a:lnTo>
                <a:lnTo>
                  <a:pt x="1498" y="3427058"/>
                </a:lnTo>
                <a:lnTo>
                  <a:pt x="0" y="3378870"/>
                </a:lnTo>
                <a:lnTo>
                  <a:pt x="0" y="761976"/>
                </a:lnTo>
                <a:lnTo>
                  <a:pt x="1501" y="713787"/>
                </a:lnTo>
                <a:lnTo>
                  <a:pt x="5940" y="666396"/>
                </a:lnTo>
                <a:lnTo>
                  <a:pt x="13228" y="619890"/>
                </a:lnTo>
                <a:lnTo>
                  <a:pt x="23277" y="574359"/>
                </a:lnTo>
                <a:lnTo>
                  <a:pt x="35996" y="529893"/>
                </a:lnTo>
                <a:lnTo>
                  <a:pt x="51297" y="486580"/>
                </a:lnTo>
                <a:lnTo>
                  <a:pt x="69090" y="444510"/>
                </a:lnTo>
                <a:lnTo>
                  <a:pt x="89286" y="403772"/>
                </a:lnTo>
                <a:lnTo>
                  <a:pt x="111795" y="364455"/>
                </a:lnTo>
                <a:lnTo>
                  <a:pt x="136529" y="326649"/>
                </a:lnTo>
                <a:lnTo>
                  <a:pt x="163398" y="290442"/>
                </a:lnTo>
                <a:lnTo>
                  <a:pt x="192314" y="255925"/>
                </a:lnTo>
                <a:lnTo>
                  <a:pt x="223185" y="223186"/>
                </a:lnTo>
                <a:lnTo>
                  <a:pt x="255925" y="192314"/>
                </a:lnTo>
                <a:lnTo>
                  <a:pt x="290442" y="163399"/>
                </a:lnTo>
                <a:lnTo>
                  <a:pt x="326648" y="136529"/>
                </a:lnTo>
                <a:lnTo>
                  <a:pt x="364455" y="111795"/>
                </a:lnTo>
                <a:lnTo>
                  <a:pt x="403771" y="89285"/>
                </a:lnTo>
                <a:lnTo>
                  <a:pt x="444509" y="69089"/>
                </a:lnTo>
                <a:lnTo>
                  <a:pt x="486579" y="51296"/>
                </a:lnTo>
                <a:lnTo>
                  <a:pt x="529892" y="35995"/>
                </a:lnTo>
                <a:lnTo>
                  <a:pt x="574359" y="23276"/>
                </a:lnTo>
                <a:lnTo>
                  <a:pt x="619889" y="13227"/>
                </a:lnTo>
                <a:lnTo>
                  <a:pt x="666395" y="5939"/>
                </a:lnTo>
                <a:lnTo>
                  <a:pt x="713787" y="1499"/>
                </a:lnTo>
                <a:lnTo>
                  <a:pt x="761976" y="0"/>
                </a:lnTo>
              </a:path>
            </a:pathLst>
          </a:custGeom>
          <a:ln w="57150">
            <a:solidFill>
              <a:srgbClr val="BA9977"/>
            </a:solidFill>
          </a:ln>
        </p:spPr>
        <p:txBody>
          <a:bodyPr wrap="square" lIns="0" tIns="0" rIns="0" bIns="0" rtlCol="0"/>
          <a:lstStyle/>
          <a:p>
            <a:endParaRPr/>
          </a:p>
        </p:txBody>
      </p:sp>
      <p:sp>
        <p:nvSpPr>
          <p:cNvPr id="11" name="object 11"/>
          <p:cNvSpPr txBox="1">
            <a:spLocks noGrp="1"/>
          </p:cNvSpPr>
          <p:nvPr>
            <p:ph type="title"/>
          </p:nvPr>
        </p:nvSpPr>
        <p:spPr>
          <a:xfrm>
            <a:off x="3336093" y="292901"/>
            <a:ext cx="12385040" cy="1674817"/>
          </a:xfrm>
          <a:prstGeom prst="rect">
            <a:avLst/>
          </a:prstGeom>
        </p:spPr>
        <p:txBody>
          <a:bodyPr vert="horz" wrap="square" lIns="0" tIns="12700" rIns="0" bIns="0" rtlCol="0">
            <a:spAutoFit/>
          </a:bodyPr>
          <a:lstStyle/>
          <a:p>
            <a:pPr marL="942340" marR="5080" indent="-610870">
              <a:lnSpc>
                <a:spcPct val="115900"/>
              </a:lnSpc>
              <a:spcBef>
                <a:spcPts val="100"/>
              </a:spcBef>
            </a:pPr>
            <a:r>
              <a:rPr sz="4800" spc="625" dirty="0"/>
              <a:t>Q</a:t>
            </a:r>
            <a:r>
              <a:rPr lang="en-US" sz="4800" spc="625" dirty="0"/>
              <a:t>29</a:t>
            </a:r>
            <a:r>
              <a:rPr sz="4800" spc="130" dirty="0"/>
              <a:t> </a:t>
            </a:r>
            <a:r>
              <a:rPr sz="4800" spc="795" dirty="0"/>
              <a:t>-</a:t>
            </a:r>
            <a:r>
              <a:rPr lang="en-US" sz="4800" spc="795" dirty="0"/>
              <a:t> Which orders generate above-average revenue?</a:t>
            </a:r>
            <a:endParaRPr sz="4800" dirty="0"/>
          </a:p>
        </p:txBody>
      </p:sp>
      <p:sp>
        <p:nvSpPr>
          <p:cNvPr id="12" name="object 12"/>
          <p:cNvSpPr txBox="1"/>
          <p:nvPr/>
        </p:nvSpPr>
        <p:spPr>
          <a:xfrm>
            <a:off x="901700" y="6210300"/>
            <a:ext cx="8008620" cy="2135841"/>
          </a:xfrm>
          <a:prstGeom prst="rect">
            <a:avLst/>
          </a:prstGeom>
        </p:spPr>
        <p:txBody>
          <a:bodyPr vert="horz" wrap="square" lIns="0" tIns="90805" rIns="0" bIns="0" rtlCol="0">
            <a:spAutoFit/>
          </a:bodyPr>
          <a:lstStyle/>
          <a:p>
            <a:pPr marL="12700">
              <a:lnSpc>
                <a:spcPct val="100000"/>
              </a:lnSpc>
              <a:spcBef>
                <a:spcPts val="715"/>
              </a:spcBef>
            </a:pPr>
            <a:r>
              <a:rPr sz="3100" spc="-114" dirty="0">
                <a:solidFill>
                  <a:srgbClr val="672912"/>
                </a:solidFill>
                <a:latin typeface="Verdana"/>
                <a:cs typeface="Verdana"/>
              </a:rPr>
              <a:t>Insight</a:t>
            </a:r>
            <a:r>
              <a:rPr sz="3100" spc="-260" dirty="0">
                <a:solidFill>
                  <a:srgbClr val="672912"/>
                </a:solidFill>
                <a:latin typeface="Verdana"/>
                <a:cs typeface="Verdana"/>
              </a:rPr>
              <a:t> </a:t>
            </a:r>
            <a:r>
              <a:rPr sz="3100" spc="-645" dirty="0">
                <a:solidFill>
                  <a:srgbClr val="672912"/>
                </a:solidFill>
                <a:latin typeface="Verdana"/>
                <a:cs typeface="Verdana"/>
              </a:rPr>
              <a:t>:</a:t>
            </a:r>
            <a:endParaRPr lang="en-US" sz="3100" spc="-645" dirty="0">
              <a:solidFill>
                <a:srgbClr val="672912"/>
              </a:solidFill>
              <a:latin typeface="Verdana"/>
              <a:cs typeface="Verdana"/>
            </a:endParaRPr>
          </a:p>
          <a:p>
            <a:pPr marL="12700">
              <a:lnSpc>
                <a:spcPct val="100000"/>
              </a:lnSpc>
              <a:spcBef>
                <a:spcPts val="715"/>
              </a:spcBef>
            </a:pPr>
            <a:r>
              <a:rPr lang="en-US" sz="3200" dirty="0">
                <a:solidFill>
                  <a:schemeClr val="accent2">
                    <a:lumMod val="50000"/>
                  </a:schemeClr>
                </a:solidFill>
              </a:rPr>
              <a:t>Several orders exceed the average order value, indicating the presence of high-value customers and larger basket sizes.</a:t>
            </a:r>
            <a:endParaRPr lang="en-US" sz="3100" spc="-645" dirty="0">
              <a:solidFill>
                <a:schemeClr val="accent2">
                  <a:lumMod val="50000"/>
                </a:schemeClr>
              </a:solidFill>
              <a:latin typeface="Verdana"/>
              <a:cs typeface="Verdana"/>
            </a:endParaRPr>
          </a:p>
        </p:txBody>
      </p:sp>
      <p:sp>
        <p:nvSpPr>
          <p:cNvPr id="13" name="object 13"/>
          <p:cNvSpPr/>
          <p:nvPr/>
        </p:nvSpPr>
        <p:spPr>
          <a:xfrm>
            <a:off x="467910" y="6079936"/>
            <a:ext cx="8676005" cy="2865089"/>
          </a:xfrm>
          <a:custGeom>
            <a:avLst/>
            <a:gdLst/>
            <a:ahLst/>
            <a:cxnLst/>
            <a:rect l="l" t="t" r="r" b="b"/>
            <a:pathLst>
              <a:path w="8676005" h="3867150">
                <a:moveTo>
                  <a:pt x="691797" y="3867155"/>
                </a:moveTo>
                <a:lnTo>
                  <a:pt x="619977" y="3857493"/>
                </a:lnTo>
                <a:lnTo>
                  <a:pt x="574445" y="3847446"/>
                </a:lnTo>
                <a:lnTo>
                  <a:pt x="529977" y="3834728"/>
                </a:lnTo>
                <a:lnTo>
                  <a:pt x="486663" y="3819429"/>
                </a:lnTo>
                <a:lnTo>
                  <a:pt x="444591" y="3801637"/>
                </a:lnTo>
                <a:lnTo>
                  <a:pt x="403852" y="3781442"/>
                </a:lnTo>
                <a:lnTo>
                  <a:pt x="364533" y="3758933"/>
                </a:lnTo>
                <a:lnTo>
                  <a:pt x="326725" y="3734199"/>
                </a:lnTo>
                <a:lnTo>
                  <a:pt x="290517" y="3707330"/>
                </a:lnTo>
                <a:lnTo>
                  <a:pt x="255997" y="3678414"/>
                </a:lnTo>
                <a:lnTo>
                  <a:pt x="223256" y="3647542"/>
                </a:lnTo>
                <a:lnTo>
                  <a:pt x="192383" y="3614801"/>
                </a:lnTo>
                <a:lnTo>
                  <a:pt x="163467" y="3580283"/>
                </a:lnTo>
                <a:lnTo>
                  <a:pt x="136597" y="3544075"/>
                </a:lnTo>
                <a:lnTo>
                  <a:pt x="111862" y="3506267"/>
                </a:lnTo>
                <a:lnTo>
                  <a:pt x="89353" y="3466948"/>
                </a:lnTo>
                <a:lnTo>
                  <a:pt x="69157" y="3426208"/>
                </a:lnTo>
                <a:lnTo>
                  <a:pt x="51365" y="3384136"/>
                </a:lnTo>
                <a:lnTo>
                  <a:pt x="36065" y="3340821"/>
                </a:lnTo>
                <a:lnTo>
                  <a:pt x="23347" y="3296353"/>
                </a:lnTo>
                <a:lnTo>
                  <a:pt x="13301" y="3250821"/>
                </a:lnTo>
                <a:lnTo>
                  <a:pt x="6014" y="3204313"/>
                </a:lnTo>
                <a:lnTo>
                  <a:pt x="1577" y="3156920"/>
                </a:lnTo>
                <a:lnTo>
                  <a:pt x="0" y="3108731"/>
                </a:lnTo>
                <a:lnTo>
                  <a:pt x="0" y="761983"/>
                </a:lnTo>
                <a:lnTo>
                  <a:pt x="1579" y="713796"/>
                </a:lnTo>
                <a:lnTo>
                  <a:pt x="6018" y="666404"/>
                </a:lnTo>
                <a:lnTo>
                  <a:pt x="13306" y="619897"/>
                </a:lnTo>
                <a:lnTo>
                  <a:pt x="23354" y="574366"/>
                </a:lnTo>
                <a:lnTo>
                  <a:pt x="36072" y="529898"/>
                </a:lnTo>
                <a:lnTo>
                  <a:pt x="51373" y="486585"/>
                </a:lnTo>
                <a:lnTo>
                  <a:pt x="69166" y="444514"/>
                </a:lnTo>
                <a:lnTo>
                  <a:pt x="89361" y="403774"/>
                </a:lnTo>
                <a:lnTo>
                  <a:pt x="111871" y="364457"/>
                </a:lnTo>
                <a:lnTo>
                  <a:pt x="136605" y="326649"/>
                </a:lnTo>
                <a:lnTo>
                  <a:pt x="163474" y="290442"/>
                </a:lnTo>
                <a:lnTo>
                  <a:pt x="192390" y="255923"/>
                </a:lnTo>
                <a:lnTo>
                  <a:pt x="223262" y="223183"/>
                </a:lnTo>
                <a:lnTo>
                  <a:pt x="256002" y="192310"/>
                </a:lnTo>
                <a:lnTo>
                  <a:pt x="290520" y="163394"/>
                </a:lnTo>
                <a:lnTo>
                  <a:pt x="326727" y="136524"/>
                </a:lnTo>
                <a:lnTo>
                  <a:pt x="364534" y="111790"/>
                </a:lnTo>
                <a:lnTo>
                  <a:pt x="403852" y="89280"/>
                </a:lnTo>
                <a:lnTo>
                  <a:pt x="444591" y="69084"/>
                </a:lnTo>
                <a:lnTo>
                  <a:pt x="486662" y="51291"/>
                </a:lnTo>
                <a:lnTo>
                  <a:pt x="529976" y="35991"/>
                </a:lnTo>
                <a:lnTo>
                  <a:pt x="574444" y="23272"/>
                </a:lnTo>
                <a:lnTo>
                  <a:pt x="619976" y="13224"/>
                </a:lnTo>
                <a:lnTo>
                  <a:pt x="666483" y="5937"/>
                </a:lnTo>
                <a:lnTo>
                  <a:pt x="713875" y="1499"/>
                </a:lnTo>
                <a:lnTo>
                  <a:pt x="762064" y="0"/>
                </a:lnTo>
                <a:lnTo>
                  <a:pt x="7914020" y="0"/>
                </a:lnTo>
                <a:lnTo>
                  <a:pt x="7962210" y="1498"/>
                </a:lnTo>
                <a:lnTo>
                  <a:pt x="8009603" y="5935"/>
                </a:lnTo>
                <a:lnTo>
                  <a:pt x="8056110" y="13223"/>
                </a:lnTo>
                <a:lnTo>
                  <a:pt x="8101642" y="23270"/>
                </a:lnTo>
                <a:lnTo>
                  <a:pt x="8146110" y="35988"/>
                </a:lnTo>
                <a:lnTo>
                  <a:pt x="8189424" y="51289"/>
                </a:lnTo>
                <a:lnTo>
                  <a:pt x="8231496" y="69082"/>
                </a:lnTo>
                <a:lnTo>
                  <a:pt x="8272235" y="89278"/>
                </a:lnTo>
                <a:lnTo>
                  <a:pt x="8311553" y="111788"/>
                </a:lnTo>
                <a:lnTo>
                  <a:pt x="8349360" y="136523"/>
                </a:lnTo>
                <a:lnTo>
                  <a:pt x="8385567" y="163394"/>
                </a:lnTo>
                <a:lnTo>
                  <a:pt x="8420085" y="192310"/>
                </a:lnTo>
                <a:lnTo>
                  <a:pt x="8452825" y="223184"/>
                </a:lnTo>
                <a:lnTo>
                  <a:pt x="8483697" y="255924"/>
                </a:lnTo>
                <a:lnTo>
                  <a:pt x="8512611" y="290444"/>
                </a:lnTo>
                <a:lnTo>
                  <a:pt x="8539480" y="326652"/>
                </a:lnTo>
                <a:lnTo>
                  <a:pt x="8564213" y="364459"/>
                </a:lnTo>
                <a:lnTo>
                  <a:pt x="8586721" y="403777"/>
                </a:lnTo>
                <a:lnTo>
                  <a:pt x="8606916" y="444516"/>
                </a:lnTo>
                <a:lnTo>
                  <a:pt x="8624708" y="486587"/>
                </a:lnTo>
                <a:lnTo>
                  <a:pt x="8640007" y="529901"/>
                </a:lnTo>
                <a:lnTo>
                  <a:pt x="8652725" y="574368"/>
                </a:lnTo>
                <a:lnTo>
                  <a:pt x="8662772" y="619899"/>
                </a:lnTo>
                <a:lnTo>
                  <a:pt x="8670060" y="666405"/>
                </a:lnTo>
                <a:lnTo>
                  <a:pt x="8674498" y="713797"/>
                </a:lnTo>
                <a:lnTo>
                  <a:pt x="8675997" y="761985"/>
                </a:lnTo>
                <a:lnTo>
                  <a:pt x="8675998" y="3108731"/>
                </a:lnTo>
                <a:lnTo>
                  <a:pt x="8674500" y="3156919"/>
                </a:lnTo>
                <a:lnTo>
                  <a:pt x="8670064" y="3204312"/>
                </a:lnTo>
                <a:lnTo>
                  <a:pt x="8662778" y="3250818"/>
                </a:lnTo>
                <a:lnTo>
                  <a:pt x="8652732" y="3296350"/>
                </a:lnTo>
                <a:lnTo>
                  <a:pt x="8640015" y="3340818"/>
                </a:lnTo>
                <a:lnTo>
                  <a:pt x="8624716" y="3384133"/>
                </a:lnTo>
                <a:lnTo>
                  <a:pt x="8606925" y="3426205"/>
                </a:lnTo>
                <a:lnTo>
                  <a:pt x="8586731" y="3466945"/>
                </a:lnTo>
                <a:lnTo>
                  <a:pt x="8564222" y="3506264"/>
                </a:lnTo>
                <a:lnTo>
                  <a:pt x="8539488" y="3544073"/>
                </a:lnTo>
                <a:lnTo>
                  <a:pt x="8512619" y="3580281"/>
                </a:lnTo>
                <a:lnTo>
                  <a:pt x="8483703" y="3614800"/>
                </a:lnTo>
                <a:lnTo>
                  <a:pt x="8452831" y="3647541"/>
                </a:lnTo>
                <a:lnTo>
                  <a:pt x="8420090" y="3678414"/>
                </a:lnTo>
                <a:lnTo>
                  <a:pt x="8385571" y="3707330"/>
                </a:lnTo>
                <a:lnTo>
                  <a:pt x="8349363" y="3734200"/>
                </a:lnTo>
                <a:lnTo>
                  <a:pt x="8311555" y="3758934"/>
                </a:lnTo>
                <a:lnTo>
                  <a:pt x="8272236" y="3781443"/>
                </a:lnTo>
                <a:lnTo>
                  <a:pt x="8231496" y="3801639"/>
                </a:lnTo>
                <a:lnTo>
                  <a:pt x="8189424" y="3819430"/>
                </a:lnTo>
                <a:lnTo>
                  <a:pt x="8146109" y="3834730"/>
                </a:lnTo>
                <a:lnTo>
                  <a:pt x="8101641" y="3847447"/>
                </a:lnTo>
                <a:lnTo>
                  <a:pt x="8056109" y="3857494"/>
                </a:lnTo>
                <a:lnTo>
                  <a:pt x="8009602" y="3864780"/>
                </a:lnTo>
                <a:lnTo>
                  <a:pt x="7984295" y="3867152"/>
                </a:lnTo>
              </a:path>
            </a:pathLst>
          </a:custGeom>
          <a:ln w="57150">
            <a:solidFill>
              <a:srgbClr val="BA9977"/>
            </a:solidFill>
          </a:ln>
        </p:spPr>
        <p:txBody>
          <a:bodyPr wrap="square" lIns="0" tIns="0" rIns="0" bIns="0" rtlCol="0"/>
          <a:lstStyle/>
          <a:p>
            <a:endParaRPr/>
          </a:p>
        </p:txBody>
      </p:sp>
      <p:sp>
        <p:nvSpPr>
          <p:cNvPr id="14" name="object 14"/>
          <p:cNvSpPr/>
          <p:nvPr/>
        </p:nvSpPr>
        <p:spPr>
          <a:xfrm>
            <a:off x="381789" y="2495476"/>
            <a:ext cx="11158855" cy="3082925"/>
          </a:xfrm>
          <a:custGeom>
            <a:avLst/>
            <a:gdLst/>
            <a:ahLst/>
            <a:cxnLst/>
            <a:rect l="l" t="t" r="r" b="b"/>
            <a:pathLst>
              <a:path w="11158855" h="3082925">
                <a:moveTo>
                  <a:pt x="761971" y="0"/>
                </a:moveTo>
                <a:lnTo>
                  <a:pt x="10396918" y="0"/>
                </a:lnTo>
                <a:lnTo>
                  <a:pt x="10445105" y="1502"/>
                </a:lnTo>
                <a:lnTo>
                  <a:pt x="10492494" y="5941"/>
                </a:lnTo>
                <a:lnTo>
                  <a:pt x="10538998" y="13229"/>
                </a:lnTo>
                <a:lnTo>
                  <a:pt x="10584526" y="23277"/>
                </a:lnTo>
                <a:lnTo>
                  <a:pt x="10628990" y="35996"/>
                </a:lnTo>
                <a:lnTo>
                  <a:pt x="10672300" y="51295"/>
                </a:lnTo>
                <a:lnTo>
                  <a:pt x="10714367" y="69087"/>
                </a:lnTo>
                <a:lnTo>
                  <a:pt x="10755102" y="89281"/>
                </a:lnTo>
                <a:lnTo>
                  <a:pt x="10794417" y="111789"/>
                </a:lnTo>
                <a:lnTo>
                  <a:pt x="10832221" y="136522"/>
                </a:lnTo>
                <a:lnTo>
                  <a:pt x="10868425" y="163390"/>
                </a:lnTo>
                <a:lnTo>
                  <a:pt x="10902941" y="192303"/>
                </a:lnTo>
                <a:lnTo>
                  <a:pt x="10935678" y="223174"/>
                </a:lnTo>
                <a:lnTo>
                  <a:pt x="10966549" y="255912"/>
                </a:lnTo>
                <a:lnTo>
                  <a:pt x="10995463" y="290429"/>
                </a:lnTo>
                <a:lnTo>
                  <a:pt x="11022331" y="326635"/>
                </a:lnTo>
                <a:lnTo>
                  <a:pt x="11047064" y="364441"/>
                </a:lnTo>
                <a:lnTo>
                  <a:pt x="11069573" y="403758"/>
                </a:lnTo>
                <a:lnTo>
                  <a:pt x="11089768" y="444496"/>
                </a:lnTo>
                <a:lnTo>
                  <a:pt x="11107561" y="486567"/>
                </a:lnTo>
                <a:lnTo>
                  <a:pt x="11122861" y="529881"/>
                </a:lnTo>
                <a:lnTo>
                  <a:pt x="11135579" y="574349"/>
                </a:lnTo>
                <a:lnTo>
                  <a:pt x="11145627" y="619881"/>
                </a:lnTo>
                <a:lnTo>
                  <a:pt x="11152915" y="666388"/>
                </a:lnTo>
                <a:lnTo>
                  <a:pt x="11157353" y="713782"/>
                </a:lnTo>
                <a:lnTo>
                  <a:pt x="11158853" y="761971"/>
                </a:lnTo>
                <a:lnTo>
                  <a:pt x="11158852" y="2320853"/>
                </a:lnTo>
                <a:lnTo>
                  <a:pt x="11157353" y="2369043"/>
                </a:lnTo>
                <a:lnTo>
                  <a:pt x="11152915" y="2416436"/>
                </a:lnTo>
                <a:lnTo>
                  <a:pt x="11145628" y="2462943"/>
                </a:lnTo>
                <a:lnTo>
                  <a:pt x="11135581" y="2508476"/>
                </a:lnTo>
                <a:lnTo>
                  <a:pt x="11122863" y="2552944"/>
                </a:lnTo>
                <a:lnTo>
                  <a:pt x="11107563" y="2596258"/>
                </a:lnTo>
                <a:lnTo>
                  <a:pt x="11089771" y="2638329"/>
                </a:lnTo>
                <a:lnTo>
                  <a:pt x="11069576" y="2679067"/>
                </a:lnTo>
                <a:lnTo>
                  <a:pt x="11047067" y="2718384"/>
                </a:lnTo>
                <a:lnTo>
                  <a:pt x="11022333" y="2756190"/>
                </a:lnTo>
                <a:lnTo>
                  <a:pt x="10995465" y="2792396"/>
                </a:lnTo>
                <a:lnTo>
                  <a:pt x="10966551" y="2826913"/>
                </a:lnTo>
                <a:lnTo>
                  <a:pt x="10935680" y="2859651"/>
                </a:lnTo>
                <a:lnTo>
                  <a:pt x="10902942" y="2890521"/>
                </a:lnTo>
                <a:lnTo>
                  <a:pt x="10868426" y="2919435"/>
                </a:lnTo>
                <a:lnTo>
                  <a:pt x="10832222" y="2946302"/>
                </a:lnTo>
                <a:lnTo>
                  <a:pt x="10794417" y="2971034"/>
                </a:lnTo>
                <a:lnTo>
                  <a:pt x="10755103" y="2993542"/>
                </a:lnTo>
                <a:lnTo>
                  <a:pt x="10714367" y="3013736"/>
                </a:lnTo>
                <a:lnTo>
                  <a:pt x="10672300" y="3031527"/>
                </a:lnTo>
                <a:lnTo>
                  <a:pt x="10628990" y="3046826"/>
                </a:lnTo>
                <a:lnTo>
                  <a:pt x="10584526" y="3059545"/>
                </a:lnTo>
                <a:lnTo>
                  <a:pt x="10538998" y="3069592"/>
                </a:lnTo>
                <a:lnTo>
                  <a:pt x="10492495" y="3076881"/>
                </a:lnTo>
                <a:lnTo>
                  <a:pt x="10445105" y="3081320"/>
                </a:lnTo>
                <a:lnTo>
                  <a:pt x="10396918" y="3082820"/>
                </a:lnTo>
                <a:lnTo>
                  <a:pt x="761971" y="3082820"/>
                </a:lnTo>
                <a:lnTo>
                  <a:pt x="713783" y="3081321"/>
                </a:lnTo>
                <a:lnTo>
                  <a:pt x="666391" y="3076884"/>
                </a:lnTo>
                <a:lnTo>
                  <a:pt x="619885" y="3069597"/>
                </a:lnTo>
                <a:lnTo>
                  <a:pt x="574354" y="3059550"/>
                </a:lnTo>
                <a:lnTo>
                  <a:pt x="529887" y="3046832"/>
                </a:lnTo>
                <a:lnTo>
                  <a:pt x="486574" y="3031533"/>
                </a:lnTo>
                <a:lnTo>
                  <a:pt x="444503" y="3013741"/>
                </a:lnTo>
                <a:lnTo>
                  <a:pt x="403764" y="2993547"/>
                </a:lnTo>
                <a:lnTo>
                  <a:pt x="364446" y="2971038"/>
                </a:lnTo>
                <a:lnTo>
                  <a:pt x="326639" y="2946304"/>
                </a:lnTo>
                <a:lnTo>
                  <a:pt x="290432" y="2919435"/>
                </a:lnTo>
                <a:lnTo>
                  <a:pt x="255914" y="2890520"/>
                </a:lnTo>
                <a:lnTo>
                  <a:pt x="223174" y="2859648"/>
                </a:lnTo>
                <a:lnTo>
                  <a:pt x="192302" y="2826909"/>
                </a:lnTo>
                <a:lnTo>
                  <a:pt x="163386" y="2792390"/>
                </a:lnTo>
                <a:lnTo>
                  <a:pt x="136517" y="2756183"/>
                </a:lnTo>
                <a:lnTo>
                  <a:pt x="111783" y="2718376"/>
                </a:lnTo>
                <a:lnTo>
                  <a:pt x="89274" y="2679059"/>
                </a:lnTo>
                <a:lnTo>
                  <a:pt x="69079" y="2638320"/>
                </a:lnTo>
                <a:lnTo>
                  <a:pt x="51287" y="2596249"/>
                </a:lnTo>
                <a:lnTo>
                  <a:pt x="35988" y="2552936"/>
                </a:lnTo>
                <a:lnTo>
                  <a:pt x="23270" y="2508469"/>
                </a:lnTo>
                <a:lnTo>
                  <a:pt x="13223" y="2462938"/>
                </a:lnTo>
                <a:lnTo>
                  <a:pt x="5936" y="2416432"/>
                </a:lnTo>
                <a:lnTo>
                  <a:pt x="1499" y="2369040"/>
                </a:lnTo>
                <a:lnTo>
                  <a:pt x="0" y="2320852"/>
                </a:lnTo>
                <a:lnTo>
                  <a:pt x="0" y="761971"/>
                </a:lnTo>
                <a:lnTo>
                  <a:pt x="1499" y="713783"/>
                </a:lnTo>
                <a:lnTo>
                  <a:pt x="5938" y="666391"/>
                </a:lnTo>
                <a:lnTo>
                  <a:pt x="13225" y="619885"/>
                </a:lnTo>
                <a:lnTo>
                  <a:pt x="23272" y="574354"/>
                </a:lnTo>
                <a:lnTo>
                  <a:pt x="35991" y="529888"/>
                </a:lnTo>
                <a:lnTo>
                  <a:pt x="51290" y="486574"/>
                </a:lnTo>
                <a:lnTo>
                  <a:pt x="69083" y="444504"/>
                </a:lnTo>
                <a:lnTo>
                  <a:pt x="89278" y="403765"/>
                </a:lnTo>
                <a:lnTo>
                  <a:pt x="111787" y="364448"/>
                </a:lnTo>
                <a:lnTo>
                  <a:pt x="136520" y="326641"/>
                </a:lnTo>
                <a:lnTo>
                  <a:pt x="163389" y="290434"/>
                </a:lnTo>
                <a:lnTo>
                  <a:pt x="192304" y="255916"/>
                </a:lnTo>
                <a:lnTo>
                  <a:pt x="223176" y="223176"/>
                </a:lnTo>
                <a:lnTo>
                  <a:pt x="255916" y="192304"/>
                </a:lnTo>
                <a:lnTo>
                  <a:pt x="290433" y="163389"/>
                </a:lnTo>
                <a:lnTo>
                  <a:pt x="326640" y="136519"/>
                </a:lnTo>
                <a:lnTo>
                  <a:pt x="364447" y="111786"/>
                </a:lnTo>
                <a:lnTo>
                  <a:pt x="403764" y="89276"/>
                </a:lnTo>
                <a:lnTo>
                  <a:pt x="444503" y="69081"/>
                </a:lnTo>
                <a:lnTo>
                  <a:pt x="486573" y="51289"/>
                </a:lnTo>
                <a:lnTo>
                  <a:pt x="529887" y="35989"/>
                </a:lnTo>
                <a:lnTo>
                  <a:pt x="574354" y="23271"/>
                </a:lnTo>
                <a:lnTo>
                  <a:pt x="619885" y="13223"/>
                </a:lnTo>
                <a:lnTo>
                  <a:pt x="666391" y="5936"/>
                </a:lnTo>
                <a:lnTo>
                  <a:pt x="713783" y="1499"/>
                </a:lnTo>
                <a:lnTo>
                  <a:pt x="761971" y="0"/>
                </a:lnTo>
              </a:path>
            </a:pathLst>
          </a:custGeom>
          <a:ln w="57150">
            <a:solidFill>
              <a:srgbClr val="BA9977"/>
            </a:solidFill>
          </a:ln>
        </p:spPr>
        <p:txBody>
          <a:bodyPr wrap="square" lIns="0" tIns="0" rIns="0" bIns="0" rtlCol="0"/>
          <a:lstStyle/>
          <a:p>
            <a:endParaRPr/>
          </a:p>
        </p:txBody>
      </p:sp>
      <p:pic>
        <p:nvPicPr>
          <p:cNvPr id="9" name="Picture 8">
            <a:extLst>
              <a:ext uri="{FF2B5EF4-FFF2-40B4-BE49-F238E27FC236}">
                <a16:creationId xmlns:a16="http://schemas.microsoft.com/office/drawing/2014/main" id="{8B609C81-395B-4347-8E02-2BCA1A4193C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3394" y="2735102"/>
            <a:ext cx="10012266" cy="2606543"/>
          </a:xfrm>
          <a:prstGeom prst="rect">
            <a:avLst/>
          </a:prstGeom>
        </p:spPr>
      </p:pic>
      <p:pic>
        <p:nvPicPr>
          <p:cNvPr id="17" name="Picture 16">
            <a:extLst>
              <a:ext uri="{FF2B5EF4-FFF2-40B4-BE49-F238E27FC236}">
                <a16:creationId xmlns:a16="http://schemas.microsoft.com/office/drawing/2014/main" id="{61BDBBE3-B312-49F4-B6D1-19E9F403806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789710" y="5300535"/>
            <a:ext cx="5507690" cy="2662365"/>
          </a:xfrm>
          <a:prstGeom prst="rect">
            <a:avLst/>
          </a:prstGeom>
        </p:spPr>
      </p:pic>
    </p:spTree>
    <p:extLst>
      <p:ext uri="{BB962C8B-B14F-4D97-AF65-F5344CB8AC3E}">
        <p14:creationId xmlns:p14="http://schemas.microsoft.com/office/powerpoint/2010/main" val="37758178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382453" y="4686300"/>
            <a:ext cx="3899865" cy="2819694"/>
          </a:xfrm>
          <a:prstGeom prst="rect">
            <a:avLst/>
          </a:prstGeom>
        </p:spPr>
      </p:pic>
      <p:pic>
        <p:nvPicPr>
          <p:cNvPr id="3" name="object 3"/>
          <p:cNvPicPr/>
          <p:nvPr/>
        </p:nvPicPr>
        <p:blipFill>
          <a:blip r:embed="rId3" cstate="print"/>
          <a:stretch>
            <a:fillRect/>
          </a:stretch>
        </p:blipFill>
        <p:spPr>
          <a:xfrm>
            <a:off x="14644476" y="-8997"/>
            <a:ext cx="3645347" cy="2602249"/>
          </a:xfrm>
          <a:prstGeom prst="rect">
            <a:avLst/>
          </a:prstGeom>
        </p:spPr>
      </p:pic>
      <p:pic>
        <p:nvPicPr>
          <p:cNvPr id="4" name="object 4"/>
          <p:cNvPicPr/>
          <p:nvPr/>
        </p:nvPicPr>
        <p:blipFill>
          <a:blip r:embed="rId4" cstate="print"/>
          <a:stretch>
            <a:fillRect/>
          </a:stretch>
        </p:blipFill>
        <p:spPr>
          <a:xfrm>
            <a:off x="919" y="7036943"/>
            <a:ext cx="4279547" cy="3249964"/>
          </a:xfrm>
          <a:prstGeom prst="rect">
            <a:avLst/>
          </a:prstGeom>
        </p:spPr>
      </p:pic>
      <p:pic>
        <p:nvPicPr>
          <p:cNvPr id="5" name="object 5"/>
          <p:cNvPicPr/>
          <p:nvPr/>
        </p:nvPicPr>
        <p:blipFill>
          <a:blip r:embed="rId5" cstate="print"/>
          <a:stretch>
            <a:fillRect/>
          </a:stretch>
        </p:blipFill>
        <p:spPr>
          <a:xfrm>
            <a:off x="125244" y="37806"/>
            <a:ext cx="14170071" cy="2286294"/>
          </a:xfrm>
          <a:prstGeom prst="rect">
            <a:avLst/>
          </a:prstGeom>
        </p:spPr>
      </p:pic>
      <p:sp>
        <p:nvSpPr>
          <p:cNvPr id="6" name="object 6"/>
          <p:cNvSpPr txBox="1">
            <a:spLocks noGrp="1"/>
          </p:cNvSpPr>
          <p:nvPr>
            <p:ph type="title"/>
          </p:nvPr>
        </p:nvSpPr>
        <p:spPr>
          <a:xfrm>
            <a:off x="4979132" y="909173"/>
            <a:ext cx="8308340" cy="751488"/>
          </a:xfrm>
          <a:prstGeom prst="rect">
            <a:avLst/>
          </a:prstGeom>
        </p:spPr>
        <p:txBody>
          <a:bodyPr vert="horz" wrap="square" lIns="0" tIns="12700" rIns="0" bIns="0" rtlCol="0">
            <a:spAutoFit/>
          </a:bodyPr>
          <a:lstStyle/>
          <a:p>
            <a:pPr marL="12700" algn="ctr">
              <a:lnSpc>
                <a:spcPct val="100000"/>
              </a:lnSpc>
              <a:spcBef>
                <a:spcPts val="100"/>
              </a:spcBef>
            </a:pPr>
            <a:r>
              <a:rPr lang="en-US" sz="4800" dirty="0">
                <a:solidFill>
                  <a:schemeClr val="bg1"/>
                </a:solidFill>
              </a:rPr>
              <a:t>BUSINESS RECOMMENDATIONS</a:t>
            </a:r>
            <a:endParaRPr sz="8000" dirty="0">
              <a:solidFill>
                <a:schemeClr val="bg1"/>
              </a:solidFill>
              <a:latin typeface="Arial"/>
              <a:cs typeface="Arial"/>
            </a:endParaRPr>
          </a:p>
        </p:txBody>
      </p:sp>
      <p:sp>
        <p:nvSpPr>
          <p:cNvPr id="15" name="TextBox 14">
            <a:extLst>
              <a:ext uri="{FF2B5EF4-FFF2-40B4-BE49-F238E27FC236}">
                <a16:creationId xmlns:a16="http://schemas.microsoft.com/office/drawing/2014/main" id="{494EE0FA-49D7-4F78-A7DF-31FF2CDB0850}"/>
              </a:ext>
            </a:extLst>
          </p:cNvPr>
          <p:cNvSpPr txBox="1"/>
          <p:nvPr/>
        </p:nvSpPr>
        <p:spPr>
          <a:xfrm>
            <a:off x="304800" y="2812204"/>
            <a:ext cx="16687800" cy="7848302"/>
          </a:xfrm>
          <a:prstGeom prst="rect">
            <a:avLst/>
          </a:prstGeom>
          <a:noFill/>
        </p:spPr>
        <p:txBody>
          <a:bodyPr wrap="square" rtlCol="0">
            <a:spAutoFit/>
          </a:bodyPr>
          <a:lstStyle/>
          <a:p>
            <a:pPr marL="342900" indent="-342900">
              <a:buFont typeface="+mj-lt"/>
              <a:buAutoNum type="arabicPeriod"/>
            </a:pPr>
            <a:r>
              <a:rPr lang="en-US" sz="2400" b="1" dirty="0">
                <a:solidFill>
                  <a:schemeClr val="accent2">
                    <a:lumMod val="50000"/>
                  </a:schemeClr>
                </a:solidFill>
              </a:rPr>
              <a:t>Focus Promotions on Peak Hours:</a:t>
            </a:r>
          </a:p>
          <a:p>
            <a:r>
              <a:rPr lang="en-US" sz="2400" b="1" dirty="0">
                <a:solidFill>
                  <a:schemeClr val="accent2">
                    <a:lumMod val="50000"/>
                  </a:schemeClr>
                </a:solidFill>
              </a:rPr>
              <a:t>     </a:t>
            </a:r>
            <a:r>
              <a:rPr lang="en-US" sz="2400" dirty="0">
                <a:solidFill>
                  <a:schemeClr val="accent2">
                    <a:lumMod val="50000"/>
                  </a:schemeClr>
                </a:solidFill>
              </a:rPr>
              <a:t>Lunch (12–1 PM) and Dinner (6–8 PM) generate the highest revenue.</a:t>
            </a:r>
          </a:p>
          <a:p>
            <a:r>
              <a:rPr lang="en-US" sz="2400" b="1" dirty="0">
                <a:solidFill>
                  <a:schemeClr val="accent2">
                    <a:lumMod val="50000"/>
                  </a:schemeClr>
                </a:solidFill>
              </a:rPr>
              <a:t>     </a:t>
            </a:r>
            <a:r>
              <a:rPr lang="en-US" sz="2400" dirty="0">
                <a:solidFill>
                  <a:schemeClr val="accent2">
                    <a:lumMod val="50000"/>
                  </a:schemeClr>
                </a:solidFill>
              </a:rPr>
              <a:t>Run </a:t>
            </a:r>
            <a:r>
              <a:rPr lang="en-US" sz="2400" b="1" dirty="0">
                <a:solidFill>
                  <a:schemeClr val="accent2">
                    <a:lumMod val="50000"/>
                  </a:schemeClr>
                </a:solidFill>
              </a:rPr>
              <a:t>time-based discounts, combo offers, and digital ads</a:t>
            </a:r>
            <a:r>
              <a:rPr lang="en-US" sz="2400" dirty="0">
                <a:solidFill>
                  <a:schemeClr val="accent2">
                    <a:lumMod val="50000"/>
                  </a:schemeClr>
                </a:solidFill>
              </a:rPr>
              <a:t> during these hours to maximize sales.</a:t>
            </a:r>
          </a:p>
          <a:p>
            <a:r>
              <a:rPr lang="en-US" sz="2400" b="1" dirty="0">
                <a:solidFill>
                  <a:schemeClr val="accent2">
                    <a:lumMod val="50000"/>
                  </a:schemeClr>
                </a:solidFill>
              </a:rPr>
              <a:t>2. Promote Classic Category as a Core Offering:</a:t>
            </a:r>
          </a:p>
          <a:p>
            <a:r>
              <a:rPr lang="en-US" sz="2400" b="1" dirty="0">
                <a:solidFill>
                  <a:schemeClr val="accent2">
                    <a:lumMod val="50000"/>
                  </a:schemeClr>
                </a:solidFill>
              </a:rPr>
              <a:t>    </a:t>
            </a:r>
            <a:r>
              <a:rPr lang="en-US" sz="2400" dirty="0">
                <a:solidFill>
                  <a:schemeClr val="accent2">
                    <a:lumMod val="50000"/>
                  </a:schemeClr>
                </a:solidFill>
              </a:rPr>
              <a:t>Classic pizzas contribute the highest revenue and volume.</a:t>
            </a:r>
            <a:endParaRPr lang="en-US" sz="2400" b="1" dirty="0">
              <a:solidFill>
                <a:schemeClr val="accent2">
                  <a:lumMod val="50000"/>
                </a:schemeClr>
              </a:solidFill>
            </a:endParaRPr>
          </a:p>
          <a:p>
            <a:r>
              <a:rPr lang="en-US" sz="2400" b="1" dirty="0">
                <a:solidFill>
                  <a:schemeClr val="accent2">
                    <a:lumMod val="50000"/>
                  </a:schemeClr>
                </a:solidFill>
              </a:rPr>
              <a:t>    </a:t>
            </a:r>
            <a:r>
              <a:rPr lang="en-US" sz="2400" dirty="0">
                <a:solidFill>
                  <a:schemeClr val="accent2">
                    <a:lumMod val="50000"/>
                  </a:schemeClr>
                </a:solidFill>
              </a:rPr>
              <a:t>Maintain strong visibility, menu placement, and stock availability for Classic pizzas.</a:t>
            </a:r>
          </a:p>
          <a:p>
            <a:r>
              <a:rPr lang="en-US" sz="2400" b="1" dirty="0">
                <a:solidFill>
                  <a:schemeClr val="accent2">
                    <a:lumMod val="50000"/>
                  </a:schemeClr>
                </a:solidFill>
              </a:rPr>
              <a:t>3. Upsell Medium &amp; Large Sizes : </a:t>
            </a:r>
          </a:p>
          <a:p>
            <a:r>
              <a:rPr lang="en-US" sz="2400" b="1" dirty="0">
                <a:solidFill>
                  <a:schemeClr val="accent2">
                    <a:lumMod val="50000"/>
                  </a:schemeClr>
                </a:solidFill>
              </a:rPr>
              <a:t>    </a:t>
            </a:r>
            <a:r>
              <a:rPr lang="en-US" sz="2400" dirty="0">
                <a:solidFill>
                  <a:schemeClr val="accent2">
                    <a:lumMod val="50000"/>
                  </a:schemeClr>
                </a:solidFill>
              </a:rPr>
              <a:t>Medium and Large sizes dominate both quantity and revenue.</a:t>
            </a:r>
          </a:p>
          <a:p>
            <a:r>
              <a:rPr lang="en-US" sz="2400" b="1" dirty="0">
                <a:solidFill>
                  <a:schemeClr val="accent2">
                    <a:lumMod val="50000"/>
                  </a:schemeClr>
                </a:solidFill>
              </a:rPr>
              <a:t>    </a:t>
            </a:r>
            <a:r>
              <a:rPr lang="en-US" sz="2400" dirty="0">
                <a:solidFill>
                  <a:schemeClr val="accent2">
                    <a:lumMod val="50000"/>
                  </a:schemeClr>
                </a:solidFill>
              </a:rPr>
              <a:t>Introduce </a:t>
            </a:r>
            <a:r>
              <a:rPr lang="en-US" sz="2400" b="1" dirty="0">
                <a:solidFill>
                  <a:schemeClr val="accent2">
                    <a:lumMod val="50000"/>
                  </a:schemeClr>
                </a:solidFill>
              </a:rPr>
              <a:t>upgrade prompts</a:t>
            </a:r>
            <a:r>
              <a:rPr lang="en-US" sz="2400" dirty="0">
                <a:solidFill>
                  <a:schemeClr val="accent2">
                    <a:lumMod val="50000"/>
                  </a:schemeClr>
                </a:solidFill>
              </a:rPr>
              <a:t> (e.g., “Upgrade to Large for ₹X more”) to increase order value.</a:t>
            </a:r>
          </a:p>
          <a:p>
            <a:r>
              <a:rPr lang="en-US" sz="2400" b="1" dirty="0">
                <a:solidFill>
                  <a:schemeClr val="accent2">
                    <a:lumMod val="50000"/>
                  </a:schemeClr>
                </a:solidFill>
              </a:rPr>
              <a:t>4. Increase Average Order Value (AOV) :</a:t>
            </a:r>
          </a:p>
          <a:p>
            <a:r>
              <a:rPr lang="en-US" sz="2400" b="1" dirty="0">
                <a:solidFill>
                  <a:schemeClr val="accent2">
                    <a:lumMod val="50000"/>
                  </a:schemeClr>
                </a:solidFill>
              </a:rPr>
              <a:t>    </a:t>
            </a:r>
            <a:r>
              <a:rPr lang="en-US" sz="2400" dirty="0">
                <a:solidFill>
                  <a:schemeClr val="accent2">
                    <a:lumMod val="50000"/>
                  </a:schemeClr>
                </a:solidFill>
              </a:rPr>
              <a:t>Average order value is moderate, indicating upselling potential.</a:t>
            </a:r>
            <a:endParaRPr lang="en-US" sz="2400" b="1" dirty="0">
              <a:solidFill>
                <a:schemeClr val="accent2">
                  <a:lumMod val="50000"/>
                </a:schemeClr>
              </a:solidFill>
            </a:endParaRPr>
          </a:p>
          <a:p>
            <a:r>
              <a:rPr lang="en-US" sz="2400" b="1" dirty="0">
                <a:solidFill>
                  <a:schemeClr val="accent2">
                    <a:lumMod val="50000"/>
                  </a:schemeClr>
                </a:solidFill>
              </a:rPr>
              <a:t>    </a:t>
            </a:r>
            <a:r>
              <a:rPr lang="en-US" sz="2400" dirty="0">
                <a:solidFill>
                  <a:schemeClr val="accent2">
                    <a:lumMod val="50000"/>
                  </a:schemeClr>
                </a:solidFill>
              </a:rPr>
              <a:t>Bundle pizzas with </a:t>
            </a:r>
            <a:r>
              <a:rPr lang="en-US" sz="2400" b="1" dirty="0">
                <a:solidFill>
                  <a:schemeClr val="accent2">
                    <a:lumMod val="50000"/>
                  </a:schemeClr>
                </a:solidFill>
              </a:rPr>
              <a:t>drinks, sides, or desserts</a:t>
            </a:r>
            <a:r>
              <a:rPr lang="en-US" sz="2400" dirty="0">
                <a:solidFill>
                  <a:schemeClr val="accent2">
                    <a:lumMod val="50000"/>
                  </a:schemeClr>
                </a:solidFill>
              </a:rPr>
              <a:t> to increase basket size.</a:t>
            </a:r>
            <a:endParaRPr lang="en-US" sz="2400" b="1" dirty="0">
              <a:solidFill>
                <a:schemeClr val="accent2">
                  <a:lumMod val="50000"/>
                </a:schemeClr>
              </a:solidFill>
            </a:endParaRPr>
          </a:p>
          <a:p>
            <a:r>
              <a:rPr lang="en-US" sz="2400" b="1" dirty="0">
                <a:solidFill>
                  <a:schemeClr val="accent2">
                    <a:lumMod val="50000"/>
                  </a:schemeClr>
                </a:solidFill>
              </a:rPr>
              <a:t>5. Align Staffing with Demand Patterns : </a:t>
            </a:r>
          </a:p>
          <a:p>
            <a:r>
              <a:rPr lang="en-US" sz="2400" b="1" dirty="0">
                <a:solidFill>
                  <a:schemeClr val="accent2">
                    <a:lumMod val="50000"/>
                  </a:schemeClr>
                </a:solidFill>
              </a:rPr>
              <a:t>    </a:t>
            </a:r>
            <a:r>
              <a:rPr lang="en-US" sz="2400" dirty="0">
                <a:solidFill>
                  <a:schemeClr val="accent2">
                    <a:lumMod val="50000"/>
                  </a:schemeClr>
                </a:solidFill>
              </a:rPr>
              <a:t>Order and revenue volumes vary by hour and day.</a:t>
            </a:r>
          </a:p>
          <a:p>
            <a:r>
              <a:rPr lang="en-US" sz="2400" b="1" dirty="0">
                <a:solidFill>
                  <a:schemeClr val="accent2">
                    <a:lumMod val="50000"/>
                  </a:schemeClr>
                </a:solidFill>
              </a:rPr>
              <a:t>    </a:t>
            </a:r>
            <a:r>
              <a:rPr lang="en-US" sz="2400" dirty="0">
                <a:solidFill>
                  <a:schemeClr val="accent2">
                    <a:lumMod val="50000"/>
                  </a:schemeClr>
                </a:solidFill>
              </a:rPr>
              <a:t>Schedule more staff during </a:t>
            </a:r>
            <a:r>
              <a:rPr lang="en-US" sz="2400" b="1" dirty="0">
                <a:solidFill>
                  <a:schemeClr val="accent2">
                    <a:lumMod val="50000"/>
                  </a:schemeClr>
                </a:solidFill>
              </a:rPr>
              <a:t>peak hours and high-order days</a:t>
            </a:r>
            <a:r>
              <a:rPr lang="en-US" sz="2400" dirty="0">
                <a:solidFill>
                  <a:schemeClr val="accent2">
                    <a:lumMod val="50000"/>
                  </a:schemeClr>
                </a:solidFill>
              </a:rPr>
              <a:t> to improve service speed and customer experience.</a:t>
            </a:r>
          </a:p>
          <a:p>
            <a:r>
              <a:rPr lang="en-US" sz="2400" b="1" dirty="0">
                <a:solidFill>
                  <a:schemeClr val="accent2">
                    <a:lumMod val="50000"/>
                  </a:schemeClr>
                </a:solidFill>
              </a:rPr>
              <a:t>6. Use Data-Driven Seasonal Campaigns :</a:t>
            </a:r>
          </a:p>
          <a:p>
            <a:r>
              <a:rPr lang="en-US" sz="2400" b="1" dirty="0">
                <a:solidFill>
                  <a:schemeClr val="accent2">
                    <a:lumMod val="50000"/>
                  </a:schemeClr>
                </a:solidFill>
              </a:rPr>
              <a:t>    </a:t>
            </a:r>
            <a:r>
              <a:rPr lang="en-US" sz="2400" dirty="0">
                <a:solidFill>
                  <a:schemeClr val="accent2">
                    <a:lumMod val="50000"/>
                  </a:schemeClr>
                </a:solidFill>
              </a:rPr>
              <a:t>Daily order trends show variability.</a:t>
            </a:r>
          </a:p>
          <a:p>
            <a:r>
              <a:rPr lang="en-US" sz="2400" b="1" dirty="0">
                <a:solidFill>
                  <a:schemeClr val="accent2">
                    <a:lumMod val="50000"/>
                  </a:schemeClr>
                </a:solidFill>
              </a:rPr>
              <a:t>    </a:t>
            </a:r>
            <a:r>
              <a:rPr lang="en-US" sz="2400" dirty="0">
                <a:solidFill>
                  <a:schemeClr val="accent2">
                    <a:lumMod val="50000"/>
                  </a:schemeClr>
                </a:solidFill>
              </a:rPr>
              <a:t>Design </a:t>
            </a:r>
            <a:r>
              <a:rPr lang="en-US" sz="2400" b="1" dirty="0">
                <a:solidFill>
                  <a:schemeClr val="accent2">
                    <a:lumMod val="50000"/>
                  </a:schemeClr>
                </a:solidFill>
              </a:rPr>
              <a:t>weekday offers, weekend combos, and festival specials</a:t>
            </a:r>
            <a:r>
              <a:rPr lang="en-US" sz="2400" dirty="0">
                <a:solidFill>
                  <a:schemeClr val="accent2">
                    <a:lumMod val="50000"/>
                  </a:schemeClr>
                </a:solidFill>
              </a:rPr>
              <a:t> based on demand patterns</a:t>
            </a:r>
            <a:endParaRPr lang="en-US" sz="2400" b="1" dirty="0">
              <a:solidFill>
                <a:schemeClr val="accent2">
                  <a:lumMod val="50000"/>
                </a:schemeClr>
              </a:solidFill>
            </a:endParaRPr>
          </a:p>
          <a:p>
            <a:r>
              <a:rPr lang="en-US" sz="2400" b="1" dirty="0">
                <a:solidFill>
                  <a:schemeClr val="accent2">
                    <a:lumMod val="50000"/>
                  </a:schemeClr>
                </a:solidFill>
              </a:rPr>
              <a:t>    </a:t>
            </a:r>
          </a:p>
          <a:p>
            <a:endParaRPr lang="en-US" sz="2400" b="1" dirty="0">
              <a:solidFill>
                <a:schemeClr val="accent2">
                  <a:lumMod val="50000"/>
                </a:schemeClr>
              </a:solidFill>
            </a:endParaRPr>
          </a:p>
          <a:p>
            <a:endParaRPr lang="en-US" sz="2400" b="1" dirty="0">
              <a:solidFill>
                <a:schemeClr val="accent2">
                  <a:lumMod val="50000"/>
                </a:schemeClr>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407185" y="8420100"/>
            <a:ext cx="3899865" cy="1866900"/>
          </a:xfrm>
          <a:prstGeom prst="rect">
            <a:avLst/>
          </a:prstGeom>
        </p:spPr>
      </p:pic>
      <p:pic>
        <p:nvPicPr>
          <p:cNvPr id="3" name="object 3"/>
          <p:cNvPicPr/>
          <p:nvPr/>
        </p:nvPicPr>
        <p:blipFill>
          <a:blip r:embed="rId3" cstate="print"/>
          <a:stretch>
            <a:fillRect/>
          </a:stretch>
        </p:blipFill>
        <p:spPr>
          <a:xfrm>
            <a:off x="14644476" y="-8997"/>
            <a:ext cx="3645347" cy="2602249"/>
          </a:xfrm>
          <a:prstGeom prst="rect">
            <a:avLst/>
          </a:prstGeom>
        </p:spPr>
      </p:pic>
      <p:pic>
        <p:nvPicPr>
          <p:cNvPr id="4" name="object 4"/>
          <p:cNvPicPr/>
          <p:nvPr/>
        </p:nvPicPr>
        <p:blipFill>
          <a:blip r:embed="rId4" cstate="print"/>
          <a:stretch>
            <a:fillRect/>
          </a:stretch>
        </p:blipFill>
        <p:spPr>
          <a:xfrm>
            <a:off x="919" y="7036943"/>
            <a:ext cx="4279547" cy="3249964"/>
          </a:xfrm>
          <a:prstGeom prst="rect">
            <a:avLst/>
          </a:prstGeom>
        </p:spPr>
      </p:pic>
      <p:pic>
        <p:nvPicPr>
          <p:cNvPr id="5" name="object 5"/>
          <p:cNvPicPr/>
          <p:nvPr/>
        </p:nvPicPr>
        <p:blipFill>
          <a:blip r:embed="rId5" cstate="print"/>
          <a:stretch>
            <a:fillRect/>
          </a:stretch>
        </p:blipFill>
        <p:spPr>
          <a:xfrm>
            <a:off x="125244" y="37806"/>
            <a:ext cx="14170071" cy="2286294"/>
          </a:xfrm>
          <a:prstGeom prst="rect">
            <a:avLst/>
          </a:prstGeom>
        </p:spPr>
      </p:pic>
      <p:sp>
        <p:nvSpPr>
          <p:cNvPr id="6" name="object 6"/>
          <p:cNvSpPr txBox="1">
            <a:spLocks noGrp="1"/>
          </p:cNvSpPr>
          <p:nvPr>
            <p:ph type="title"/>
          </p:nvPr>
        </p:nvSpPr>
        <p:spPr>
          <a:xfrm>
            <a:off x="4979132" y="909173"/>
            <a:ext cx="8308340" cy="936154"/>
          </a:xfrm>
          <a:prstGeom prst="rect">
            <a:avLst/>
          </a:prstGeom>
        </p:spPr>
        <p:txBody>
          <a:bodyPr vert="horz" wrap="square" lIns="0" tIns="12700" rIns="0" bIns="0" rtlCol="0">
            <a:spAutoFit/>
          </a:bodyPr>
          <a:lstStyle/>
          <a:p>
            <a:pPr marL="12700" algn="ctr">
              <a:lnSpc>
                <a:spcPct val="100000"/>
              </a:lnSpc>
              <a:spcBef>
                <a:spcPts val="100"/>
              </a:spcBef>
            </a:pPr>
            <a:r>
              <a:rPr lang="en-US" sz="6000" dirty="0">
                <a:solidFill>
                  <a:schemeClr val="bg1"/>
                </a:solidFill>
              </a:rPr>
              <a:t>CONCLUSION</a:t>
            </a:r>
            <a:endParaRPr sz="28700" dirty="0">
              <a:solidFill>
                <a:schemeClr val="bg1"/>
              </a:solidFill>
              <a:latin typeface="Arial"/>
              <a:cs typeface="Arial"/>
            </a:endParaRPr>
          </a:p>
        </p:txBody>
      </p:sp>
      <p:sp>
        <p:nvSpPr>
          <p:cNvPr id="15" name="TextBox 14">
            <a:extLst>
              <a:ext uri="{FF2B5EF4-FFF2-40B4-BE49-F238E27FC236}">
                <a16:creationId xmlns:a16="http://schemas.microsoft.com/office/drawing/2014/main" id="{494EE0FA-49D7-4F78-A7DF-31FF2CDB0850}"/>
              </a:ext>
            </a:extLst>
          </p:cNvPr>
          <p:cNvSpPr txBox="1"/>
          <p:nvPr/>
        </p:nvSpPr>
        <p:spPr>
          <a:xfrm>
            <a:off x="304800" y="2812204"/>
            <a:ext cx="16687800" cy="6124754"/>
          </a:xfrm>
          <a:prstGeom prst="rect">
            <a:avLst/>
          </a:prstGeom>
          <a:noFill/>
        </p:spPr>
        <p:txBody>
          <a:bodyPr wrap="square" rtlCol="0">
            <a:spAutoFit/>
          </a:bodyPr>
          <a:lstStyle/>
          <a:p>
            <a:r>
              <a:rPr lang="en-US" sz="2800" dirty="0">
                <a:solidFill>
                  <a:schemeClr val="accent2">
                    <a:lumMod val="50000"/>
                  </a:schemeClr>
                </a:solidFill>
              </a:rPr>
              <a:t>This analysis reflects how a real pizza business operates on a daily basis, where customer demand, meal timing, and product preference directly impact revenue. The findings show that most customers place orders during lunch and dinner hours, prefer Medium and Large pizzas, and consistently choose a small set of popular pizza varieties.</a:t>
            </a:r>
          </a:p>
          <a:p>
            <a:endParaRPr lang="en-US" sz="2800" dirty="0">
              <a:solidFill>
                <a:schemeClr val="accent2">
                  <a:lumMod val="50000"/>
                </a:schemeClr>
              </a:solidFill>
            </a:endParaRPr>
          </a:p>
          <a:p>
            <a:r>
              <a:rPr lang="en-US" sz="2800" dirty="0">
                <a:solidFill>
                  <a:schemeClr val="accent2">
                    <a:lumMod val="50000"/>
                  </a:schemeClr>
                </a:solidFill>
              </a:rPr>
              <a:t>From a business perspective, this means revenue growth does not come from selling everything equally, but from focusing on what customers already prefer. By prioritizing high-demand pizzas, optimizing staffing during peak hours, and encouraging customers to increase order size through combos and upselling, the business can improve profitability without increasing operational complexity.</a:t>
            </a:r>
          </a:p>
          <a:p>
            <a:endParaRPr lang="en-US" sz="2800" dirty="0">
              <a:solidFill>
                <a:schemeClr val="accent2">
                  <a:lumMod val="50000"/>
                </a:schemeClr>
              </a:solidFill>
            </a:endParaRPr>
          </a:p>
          <a:p>
            <a:r>
              <a:rPr lang="en-US" sz="2800" dirty="0">
                <a:solidFill>
                  <a:schemeClr val="accent2">
                    <a:lumMod val="50000"/>
                  </a:schemeClr>
                </a:solidFill>
              </a:rPr>
              <a:t>Overall, this project demonstrates how everyday sales data can be transformed into practical insights that help a restaurant improve customer experience, reduce waste, and make smarter, data-driven decisions in real-world operations.</a:t>
            </a:r>
          </a:p>
          <a:p>
            <a:endParaRPr lang="en-US" sz="2800" b="1" dirty="0">
              <a:solidFill>
                <a:schemeClr val="accent2">
                  <a:lumMod val="50000"/>
                </a:schemeClr>
              </a:solidFill>
            </a:endParaRPr>
          </a:p>
        </p:txBody>
      </p:sp>
    </p:spTree>
    <p:extLst>
      <p:ext uri="{BB962C8B-B14F-4D97-AF65-F5344CB8AC3E}">
        <p14:creationId xmlns:p14="http://schemas.microsoft.com/office/powerpoint/2010/main" val="29381016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320</TotalTime>
  <Words>1541</Words>
  <Application>Microsoft Office PowerPoint</Application>
  <PresentationFormat>Custom</PresentationFormat>
  <Paragraphs>157</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Arial Black</vt:lpstr>
      <vt:lpstr>Calibri</vt:lpstr>
      <vt:lpstr>Calisto MT</vt:lpstr>
      <vt:lpstr>Verdana</vt:lpstr>
      <vt:lpstr>Office Theme</vt:lpstr>
      <vt:lpstr>                                         TITLE</vt:lpstr>
      <vt:lpstr> BUSINESS PROBLEM</vt:lpstr>
      <vt:lpstr>                                         PROJECT OBJECTIVE</vt:lpstr>
      <vt:lpstr>The analysis is based on four relational tables:</vt:lpstr>
      <vt:lpstr>PowerPoint Presentation</vt:lpstr>
      <vt:lpstr>Q1 - What is the total revenue generated?</vt:lpstr>
      <vt:lpstr>Q2 - How many total orders were placed?</vt:lpstr>
      <vt:lpstr>Q3 - How many pizzas were sold in total?</vt:lpstr>
      <vt:lpstr>Q4 - What is the average revenue per order?</vt:lpstr>
      <vt:lpstr>Q5 - On average, how many pizzas are ordered per order?</vt:lpstr>
      <vt:lpstr>Q6 - What is the average revenue per pizza sold?</vt:lpstr>
      <vt:lpstr>Q7 - How many orders are placed each day?</vt:lpstr>
      <vt:lpstr>Q8 - How does revenue trend over time?</vt:lpstr>
      <vt:lpstr>Q9 - At what time of day are most orders placed?</vt:lpstr>
      <vt:lpstr>Q10 - Which time slots generate  the highest revenue?</vt:lpstr>
      <vt:lpstr>Q11 - Which days have the  highest order volume?</vt:lpstr>
      <vt:lpstr>Q12 - Which days have the  highest order volume?</vt:lpstr>
      <vt:lpstr>Q13 - Which category contributes the most revenue?</vt:lpstr>
      <vt:lpstr>Q14 - Which category sells the most pizzas?</vt:lpstr>
      <vt:lpstr>Q15 - Which pizza size generates maximum revenue?</vt:lpstr>
      <vt:lpstr>Q16 - Which pizza size is most preferred  by customers?</vt:lpstr>
      <vt:lpstr>Q17 - What % of total revenue comes  from each category?</vt:lpstr>
      <vt:lpstr>Q18 - What % of revenue comes from each pizza size?</vt:lpstr>
      <vt:lpstr>Q19 - Which pizzas generate the highest revenue?</vt:lpstr>
      <vt:lpstr>Q20 - Which pizzas are ordered  the most?</vt:lpstr>
      <vt:lpstr>Q21 -Which pizzas under perform in revenue?</vt:lpstr>
      <vt:lpstr>Q22 -Which pizzas sell the least?</vt:lpstr>
      <vt:lpstr>Q23 -How much revenue does each pizza generate?</vt:lpstr>
      <vt:lpstr>Q24 -How frequently is each pizza ordered?</vt:lpstr>
      <vt:lpstr>Q25 - Which pizzas contribute most to total revenue?</vt:lpstr>
      <vt:lpstr>Q26 -Do few pizzas drive most revenue ?</vt:lpstr>
      <vt:lpstr>Q27 -Do few pizzas drive most revenue (Pareto)?</vt:lpstr>
      <vt:lpstr>Q28 -Which categories perform best overall?</vt:lpstr>
      <vt:lpstr>Q29 - Which orders generate above-average revenue?</vt:lpstr>
      <vt:lpstr>BUSINESS RECOMMENDATIONS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and Brown Modern Simple Cute Rustic Illustrative Pizza Restaurant Presentation</dc:title>
  <dc:creator>Abhishek Chouhan</dc:creator>
  <cp:keywords>DAG_V0oJGoA,BAG2r8f7saY,0</cp:keywords>
  <cp:lastModifiedBy>Abhi chouhan</cp:lastModifiedBy>
  <cp:revision>37</cp:revision>
  <dcterms:created xsi:type="dcterms:W3CDTF">2026-01-31T19:48:42Z</dcterms:created>
  <dcterms:modified xsi:type="dcterms:W3CDTF">2026-02-02T14:14:13Z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2026-01-25T00:00:00Z</vt:filetime>
  </property>
  <property fmtid="{D5CDD505-2E9C-101B-9397-08002B2CF9AE}" pid="3" name="Creator">
    <vt:lpwstr>Canva</vt:lpwstr>
  </property>
  <property fmtid="{D5CDD505-2E9C-101B-9397-08002B2CF9AE}" pid="4" name="LastSaved">
    <vt:filetime>2026-01-31T00:00:00Z</vt:filetime>
  </property>
  <property fmtid="{D5CDD505-2E9C-101B-9397-08002B2CF9AE}" pid="5" name="Producer">
    <vt:lpwstr>3-Heights(TM) PDF Security Shell 4.8.25.2 (http://www.pdf-tools.com)</vt:lpwstr>
  </property>
</Properties>
</file>